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 id="2147483660" r:id="rId6"/>
    <p:sldMasterId id="2147483672" r:id="rId7"/>
    <p:sldMasterId id="2147483684" r:id="rId8"/>
    <p:sldMasterId id="2147483696" r:id="rId9"/>
  </p:sldMasterIdLst>
  <p:notesMasterIdLst>
    <p:notesMasterId r:id="rId10"/>
  </p:notesMasterIdLst>
  <p:sldIdLst>
    <p:sldId id="256" r:id="rId11"/>
    <p:sldId id="257" r:id="rId12"/>
    <p:sldId id="258" r:id="rId13"/>
    <p:sldId id="259" r:id="rId14"/>
    <p:sldId id="260" r:id="rId15"/>
    <p:sldId id="261" r:id="rId16"/>
    <p:sldId id="262" r:id="rId17"/>
    <p:sldId id="263" r:id="rId18"/>
    <p:sldId id="264" r:id="rId19"/>
    <p:sldId id="265" r:id="rId20"/>
    <p:sldId id="266" r:id="rId21"/>
    <p:sldId id="267" r:id="rId22"/>
    <p:sldId id="268" r:id="rId23"/>
    <p:sldId id="269" r:id="rId24"/>
    <p:sldId id="270" r:id="rId25"/>
    <p:sldId id="271" r:id="rId26"/>
    <p:sldId id="272" r:id="rId27"/>
    <p:sldId id="273" r:id="rId28"/>
    <p:sldId id="274" r:id="rId29"/>
    <p:sldId id="275" r:id="rId30"/>
    <p:sldId id="276" r:id="rId31"/>
    <p:sldId id="277" r:id="rId32"/>
    <p:sldId id="278" r:id="rId33"/>
    <p:sldId id="279" r:id="rId34"/>
    <p:sldId id="280" r:id="rId35"/>
    <p:sldId id="281" r:id="rId36"/>
    <p:sldId id="282" r:id="rId37"/>
    <p:sldId id="283" r:id="rId38"/>
    <p:sldId id="284" r:id="rId39"/>
    <p:sldId id="285" r:id="rId40"/>
    <p:sldId id="286" r:id="rId41"/>
    <p:sldId id="287" r:id="rId42"/>
    <p:sldId id="288" r:id="rId43"/>
    <p:sldId id="289" r:id="rId44"/>
    <p:sldId id="290" r:id="rId45"/>
    <p:sldId id="291" r:id="rId46"/>
    <p:sldId id="292" r:id="rId47"/>
    <p:sldId id="293" r:id="rId48"/>
    <p:sldId id="294" r:id="rId49"/>
    <p:sldId id="295" r:id="rId50"/>
    <p:sldId id="296" r:id="rId51"/>
    <p:sldId id="297" r:id="rId52"/>
    <p:sldId id="298" r:id="rId53"/>
    <p:sldId id="299" r:id="rId54"/>
    <p:sldId id="300" r:id="rId55"/>
    <p:sldId id="301" r:id="rId56"/>
    <p:sldId id="302" r:id="rId57"/>
    <p:sldId id="303" r:id="rId58"/>
    <p:sldId id="304" r:id="rId59"/>
    <p:sldId id="305" r:id="rId60"/>
    <p:sldId id="306" r:id="rId61"/>
    <p:sldId id="307" r:id="rId62"/>
    <p:sldId id="308" r:id="rId63"/>
    <p:sldId id="309" r:id="rId64"/>
    <p:sldId id="310" r:id="rId65"/>
    <p:sldId id="311" r:id="rId66"/>
    <p:sldId id="312" r:id="rId67"/>
    <p:sldId id="313" r:id="rId68"/>
    <p:sldId id="314" r:id="rId69"/>
    <p:sldId id="315" r:id="rId70"/>
    <p:sldId id="316" r:id="rId71"/>
    <p:sldId id="317" r:id="rId72"/>
    <p:sldId id="318" r:id="rId73"/>
    <p:sldId id="319" r:id="rId74"/>
    <p:sldId id="320" r:id="rId75"/>
    <p:sldId id="321" r:id="rId76"/>
    <p:sldId id="322" r:id="rId77"/>
    <p:sldId id="323" r:id="rId78"/>
    <p:sldId id="324" r:id="rId79"/>
    <p:sldId id="325" r:id="rId80"/>
    <p:sldId id="326" r:id="rId81"/>
  </p:sldIdLst>
  <p:sldSz cy="10287000" cx="18288000"/>
  <p:notesSz cx="6858000" cy="9144000"/>
  <p:embeddedFontLst>
    <p:embeddedFont>
      <p:font typeface="Roboto Mono"/>
      <p:regular r:id="rId82"/>
      <p:bold r:id="rId83"/>
      <p:italic r:id="rId84"/>
      <p:boldItalic r:id="rId8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86" roundtripDataSignature="AMtx7mjAJc4NWxczyjmekJqLjPxxer/pc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B1049F5-3FDA-4912-8F97-833ED93D11AE}">
  <a:tblStyle styleId="{3B1049F5-3FDA-4912-8F97-833ED93D11AE}"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359D9D09-1CD3-4013-A392-104B48C6B3C0}" styleName="Table_1">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5.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slideMaster" Target="slideMasters/slideMaster4.xml"/><Relationship Id="rId9" Type="http://schemas.openxmlformats.org/officeDocument/2006/relationships/slideMaster" Target="slideMasters/slideMaster5.xml"/><Relationship Id="rId10" Type="http://schemas.openxmlformats.org/officeDocument/2006/relationships/notesMaster" Target="notesMasters/notesMaster1.xml"/><Relationship Id="rId11" Type="http://schemas.openxmlformats.org/officeDocument/2006/relationships/slide" Target="slides/slide1.xml"/><Relationship Id="rId12" Type="http://schemas.openxmlformats.org/officeDocument/2006/relationships/slide" Target="slides/slide2.xml"/><Relationship Id="rId13" Type="http://schemas.openxmlformats.org/officeDocument/2006/relationships/slide" Target="slides/slide3.xml"/><Relationship Id="rId14" Type="http://schemas.openxmlformats.org/officeDocument/2006/relationships/slide" Target="slides/slide4.xml"/><Relationship Id="rId15" Type="http://schemas.openxmlformats.org/officeDocument/2006/relationships/slide" Target="slides/slide5.xml"/><Relationship Id="rId16" Type="http://schemas.openxmlformats.org/officeDocument/2006/relationships/slide" Target="slides/slide6.xml"/><Relationship Id="rId17" Type="http://schemas.openxmlformats.org/officeDocument/2006/relationships/slide" Target="slides/slide7.xml"/><Relationship Id="rId18" Type="http://schemas.openxmlformats.org/officeDocument/2006/relationships/slide" Target="slides/slide8.xml"/><Relationship Id="rId19" Type="http://schemas.openxmlformats.org/officeDocument/2006/relationships/slide" Target="slides/slide9.xml"/><Relationship Id="rId20" Type="http://schemas.openxmlformats.org/officeDocument/2006/relationships/slide" Target="slides/slide10.xml"/><Relationship Id="rId21" Type="http://schemas.openxmlformats.org/officeDocument/2006/relationships/slide" Target="slides/slide11.xml"/><Relationship Id="rId22" Type="http://schemas.openxmlformats.org/officeDocument/2006/relationships/slide" Target="slides/slide12.xml"/><Relationship Id="rId23" Type="http://schemas.openxmlformats.org/officeDocument/2006/relationships/slide" Target="slides/slide13.xml"/><Relationship Id="rId24" Type="http://schemas.openxmlformats.org/officeDocument/2006/relationships/slide" Target="slides/slide14.xml"/><Relationship Id="rId25" Type="http://schemas.openxmlformats.org/officeDocument/2006/relationships/slide" Target="slides/slide15.xml"/><Relationship Id="rId26" Type="http://schemas.openxmlformats.org/officeDocument/2006/relationships/slide" Target="slides/slide16.xml"/><Relationship Id="rId27" Type="http://schemas.openxmlformats.org/officeDocument/2006/relationships/slide" Target="slides/slide17.xml"/><Relationship Id="rId28" Type="http://schemas.openxmlformats.org/officeDocument/2006/relationships/slide" Target="slides/slide18.xml"/><Relationship Id="rId29" Type="http://schemas.openxmlformats.org/officeDocument/2006/relationships/slide" Target="slides/slide19.xml"/><Relationship Id="rId30" Type="http://schemas.openxmlformats.org/officeDocument/2006/relationships/slide" Target="slides/slide20.xml"/><Relationship Id="rId31" Type="http://schemas.openxmlformats.org/officeDocument/2006/relationships/slide" Target="slides/slide21.xml"/><Relationship Id="rId32" Type="http://schemas.openxmlformats.org/officeDocument/2006/relationships/slide" Target="slides/slide22.xml"/><Relationship Id="rId33" Type="http://schemas.openxmlformats.org/officeDocument/2006/relationships/slide" Target="slides/slide23.xml"/><Relationship Id="rId34" Type="http://schemas.openxmlformats.org/officeDocument/2006/relationships/slide" Target="slides/slide24.xml"/><Relationship Id="rId35" Type="http://schemas.openxmlformats.org/officeDocument/2006/relationships/slide" Target="slides/slide25.xml"/><Relationship Id="rId36" Type="http://schemas.openxmlformats.org/officeDocument/2006/relationships/slide" Target="slides/slide26.xml"/><Relationship Id="rId37" Type="http://schemas.openxmlformats.org/officeDocument/2006/relationships/slide" Target="slides/slide27.xml"/><Relationship Id="rId38" Type="http://schemas.openxmlformats.org/officeDocument/2006/relationships/slide" Target="slides/slide28.xml"/><Relationship Id="rId39" Type="http://schemas.openxmlformats.org/officeDocument/2006/relationships/slide" Target="slides/slide29.xml"/><Relationship Id="rId40" Type="http://schemas.openxmlformats.org/officeDocument/2006/relationships/slide" Target="slides/slide30.xml"/><Relationship Id="rId41" Type="http://schemas.openxmlformats.org/officeDocument/2006/relationships/slide" Target="slides/slide31.xml"/><Relationship Id="rId42" Type="http://schemas.openxmlformats.org/officeDocument/2006/relationships/slide" Target="slides/slide32.xml"/><Relationship Id="rId43" Type="http://schemas.openxmlformats.org/officeDocument/2006/relationships/slide" Target="slides/slide33.xml"/><Relationship Id="rId44" Type="http://schemas.openxmlformats.org/officeDocument/2006/relationships/slide" Target="slides/slide34.xml"/><Relationship Id="rId45" Type="http://schemas.openxmlformats.org/officeDocument/2006/relationships/slide" Target="slides/slide35.xml"/><Relationship Id="rId46" Type="http://schemas.openxmlformats.org/officeDocument/2006/relationships/slide" Target="slides/slide36.xml"/><Relationship Id="rId47" Type="http://schemas.openxmlformats.org/officeDocument/2006/relationships/slide" Target="slides/slide37.xml"/><Relationship Id="rId48" Type="http://schemas.openxmlformats.org/officeDocument/2006/relationships/slide" Target="slides/slide38.xml"/><Relationship Id="rId49" Type="http://schemas.openxmlformats.org/officeDocument/2006/relationships/slide" Target="slides/slide39.xml"/><Relationship Id="rId50" Type="http://schemas.openxmlformats.org/officeDocument/2006/relationships/slide" Target="slides/slide40.xml"/><Relationship Id="rId51" Type="http://schemas.openxmlformats.org/officeDocument/2006/relationships/slide" Target="slides/slide41.xml"/><Relationship Id="rId52" Type="http://schemas.openxmlformats.org/officeDocument/2006/relationships/slide" Target="slides/slide42.xml"/><Relationship Id="rId53" Type="http://schemas.openxmlformats.org/officeDocument/2006/relationships/slide" Target="slides/slide43.xml"/><Relationship Id="rId54" Type="http://schemas.openxmlformats.org/officeDocument/2006/relationships/slide" Target="slides/slide44.xml"/><Relationship Id="rId55" Type="http://schemas.openxmlformats.org/officeDocument/2006/relationships/slide" Target="slides/slide45.xml"/><Relationship Id="rId56" Type="http://schemas.openxmlformats.org/officeDocument/2006/relationships/slide" Target="slides/slide46.xml"/><Relationship Id="rId57" Type="http://schemas.openxmlformats.org/officeDocument/2006/relationships/slide" Target="slides/slide47.xml"/><Relationship Id="rId58" Type="http://schemas.openxmlformats.org/officeDocument/2006/relationships/slide" Target="slides/slide48.xml"/><Relationship Id="rId59" Type="http://schemas.openxmlformats.org/officeDocument/2006/relationships/slide" Target="slides/slide49.xml"/><Relationship Id="rId60" Type="http://schemas.openxmlformats.org/officeDocument/2006/relationships/slide" Target="slides/slide50.xml"/><Relationship Id="rId61" Type="http://schemas.openxmlformats.org/officeDocument/2006/relationships/slide" Target="slides/slide51.xml"/><Relationship Id="rId62" Type="http://schemas.openxmlformats.org/officeDocument/2006/relationships/slide" Target="slides/slide52.xml"/><Relationship Id="rId63" Type="http://schemas.openxmlformats.org/officeDocument/2006/relationships/slide" Target="slides/slide53.xml"/><Relationship Id="rId64" Type="http://schemas.openxmlformats.org/officeDocument/2006/relationships/slide" Target="slides/slide54.xml"/><Relationship Id="rId65" Type="http://schemas.openxmlformats.org/officeDocument/2006/relationships/slide" Target="slides/slide55.xml"/><Relationship Id="rId66" Type="http://schemas.openxmlformats.org/officeDocument/2006/relationships/slide" Target="slides/slide56.xml"/><Relationship Id="rId67" Type="http://schemas.openxmlformats.org/officeDocument/2006/relationships/slide" Target="slides/slide57.xml"/><Relationship Id="rId68" Type="http://schemas.openxmlformats.org/officeDocument/2006/relationships/slide" Target="slides/slide58.xml"/><Relationship Id="rId69" Type="http://schemas.openxmlformats.org/officeDocument/2006/relationships/slide" Target="slides/slide59.xml"/><Relationship Id="rId70" Type="http://schemas.openxmlformats.org/officeDocument/2006/relationships/slide" Target="slides/slide60.xml"/><Relationship Id="rId71" Type="http://schemas.openxmlformats.org/officeDocument/2006/relationships/slide" Target="slides/slide61.xml"/><Relationship Id="rId72" Type="http://schemas.openxmlformats.org/officeDocument/2006/relationships/slide" Target="slides/slide62.xml"/><Relationship Id="rId73" Type="http://schemas.openxmlformats.org/officeDocument/2006/relationships/slide" Target="slides/slide63.xml"/><Relationship Id="rId74" Type="http://schemas.openxmlformats.org/officeDocument/2006/relationships/slide" Target="slides/slide64.xml"/><Relationship Id="rId75" Type="http://schemas.openxmlformats.org/officeDocument/2006/relationships/slide" Target="slides/slide65.xml"/><Relationship Id="rId76" Type="http://schemas.openxmlformats.org/officeDocument/2006/relationships/slide" Target="slides/slide66.xml"/><Relationship Id="rId77" Type="http://schemas.openxmlformats.org/officeDocument/2006/relationships/slide" Target="slides/slide67.xml"/><Relationship Id="rId78" Type="http://schemas.openxmlformats.org/officeDocument/2006/relationships/slide" Target="slides/slide68.xml"/><Relationship Id="rId79" Type="http://schemas.openxmlformats.org/officeDocument/2006/relationships/slide" Target="slides/slide69.xml"/><Relationship Id="rId80" Type="http://schemas.openxmlformats.org/officeDocument/2006/relationships/slide" Target="slides/slide70.xml"/><Relationship Id="rId81" Type="http://schemas.openxmlformats.org/officeDocument/2006/relationships/slide" Target="slides/slide71.xml"/><Relationship Id="rId82" Type="http://schemas.openxmlformats.org/officeDocument/2006/relationships/font" Target="fonts/RobotoMono-regular.fntdata"/><Relationship Id="rId83" Type="http://schemas.openxmlformats.org/officeDocument/2006/relationships/font" Target="fonts/RobotoMono-bold.fntdata"/><Relationship Id="rId84" Type="http://schemas.openxmlformats.org/officeDocument/2006/relationships/font" Target="fonts/RobotoMono-italic.fntdata"/><Relationship Id="rId85" Type="http://schemas.openxmlformats.org/officeDocument/2006/relationships/font" Target="fonts/RobotoMono-boldItalic.fntdata"/><Relationship Id="rId86"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h29ad1a1c935308b6_1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h29ad1a1c935308b6_1_7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h29ad1a1c935308b6_1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h29ad1a1c935308b6_1_10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h29ad1a1c935308b6_1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h29ad1a1c935308b6_1_13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h29ad1a1c935308b6_1_1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h29ad1a1c935308b6_1_16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h29ad1a1c935308b6_1_1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h29ad1a1c935308b6_1_19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0" name="Shape 580"/>
        <p:cNvGrpSpPr/>
        <p:nvPr/>
      </p:nvGrpSpPr>
      <p:grpSpPr>
        <a:xfrm>
          <a:off x="0" y="0"/>
          <a:ext cx="0" cy="0"/>
          <a:chOff x="0" y="0"/>
          <a:chExt cx="0" cy="0"/>
        </a:xfrm>
      </p:grpSpPr>
      <p:sp>
        <p:nvSpPr>
          <p:cNvPr id="581" name="Google Shape;581;h29ad1a1c935308b6_1_2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82" name="Google Shape;582;h29ad1a1c935308b6_1_24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5" name="Shape 615"/>
        <p:cNvGrpSpPr/>
        <p:nvPr/>
      </p:nvGrpSpPr>
      <p:grpSpPr>
        <a:xfrm>
          <a:off x="0" y="0"/>
          <a:ext cx="0" cy="0"/>
          <a:chOff x="0" y="0"/>
          <a:chExt cx="0" cy="0"/>
        </a:xfrm>
      </p:grpSpPr>
      <p:sp>
        <p:nvSpPr>
          <p:cNvPr id="616" name="Google Shape;616;h32a9095667746e33_6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17" name="Google Shape;617;h32a9095667746e33_6_5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2" name="Shape 642"/>
        <p:cNvGrpSpPr/>
        <p:nvPr/>
      </p:nvGrpSpPr>
      <p:grpSpPr>
        <a:xfrm>
          <a:off x="0" y="0"/>
          <a:ext cx="0" cy="0"/>
          <a:chOff x="0" y="0"/>
          <a:chExt cx="0" cy="0"/>
        </a:xfrm>
      </p:grpSpPr>
      <p:sp>
        <p:nvSpPr>
          <p:cNvPr id="643" name="Google Shape;643;h26f5b0a23d79581a_12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h26f5b0a23d79581a_12_7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0" name="Shape 730"/>
        <p:cNvGrpSpPr/>
        <p:nvPr/>
      </p:nvGrpSpPr>
      <p:grpSpPr>
        <a:xfrm>
          <a:off x="0" y="0"/>
          <a:ext cx="0" cy="0"/>
          <a:chOff x="0" y="0"/>
          <a:chExt cx="0" cy="0"/>
        </a:xfrm>
      </p:grpSpPr>
      <p:sp>
        <p:nvSpPr>
          <p:cNvPr id="731" name="Google Shape;731;h32a9095667746e33_6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32" name="Google Shape;732;h32a9095667746e33_6_7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7" name="Shape 757"/>
        <p:cNvGrpSpPr/>
        <p:nvPr/>
      </p:nvGrpSpPr>
      <p:grpSpPr>
        <a:xfrm>
          <a:off x="0" y="0"/>
          <a:ext cx="0" cy="0"/>
          <a:chOff x="0" y="0"/>
          <a:chExt cx="0" cy="0"/>
        </a:xfrm>
      </p:grpSpPr>
      <p:sp>
        <p:nvSpPr>
          <p:cNvPr id="758" name="Google Shape;758;h29ad1a1c935308b6_1_35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59" name="Google Shape;759;h29ad1a1c935308b6_1_35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7" name="Shape 787"/>
        <p:cNvGrpSpPr/>
        <p:nvPr/>
      </p:nvGrpSpPr>
      <p:grpSpPr>
        <a:xfrm>
          <a:off x="0" y="0"/>
          <a:ext cx="0" cy="0"/>
          <a:chOff x="0" y="0"/>
          <a:chExt cx="0" cy="0"/>
        </a:xfrm>
      </p:grpSpPr>
      <p:sp>
        <p:nvSpPr>
          <p:cNvPr id="788" name="Google Shape;788;h32a9095667746e33_6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89" name="Google Shape;789;h32a9095667746e33_6_10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4" name="Shape 814"/>
        <p:cNvGrpSpPr/>
        <p:nvPr/>
      </p:nvGrpSpPr>
      <p:grpSpPr>
        <a:xfrm>
          <a:off x="0" y="0"/>
          <a:ext cx="0" cy="0"/>
          <a:chOff x="0" y="0"/>
          <a:chExt cx="0" cy="0"/>
        </a:xfrm>
      </p:grpSpPr>
      <p:sp>
        <p:nvSpPr>
          <p:cNvPr id="815" name="Google Shape;815;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16" name="Google Shape;816;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5" name="Shape 845"/>
        <p:cNvGrpSpPr/>
        <p:nvPr/>
      </p:nvGrpSpPr>
      <p:grpSpPr>
        <a:xfrm>
          <a:off x="0" y="0"/>
          <a:ext cx="0" cy="0"/>
          <a:chOff x="0" y="0"/>
          <a:chExt cx="0" cy="0"/>
        </a:xfrm>
      </p:grpSpPr>
      <p:sp>
        <p:nvSpPr>
          <p:cNvPr id="846" name="Google Shape;846;h32a9095667746e33_0_1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47" name="Google Shape;847;h32a9095667746e33_0_17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3" name="Shape 873"/>
        <p:cNvGrpSpPr/>
        <p:nvPr/>
      </p:nvGrpSpPr>
      <p:grpSpPr>
        <a:xfrm>
          <a:off x="0" y="0"/>
          <a:ext cx="0" cy="0"/>
          <a:chOff x="0" y="0"/>
          <a:chExt cx="0" cy="0"/>
        </a:xfrm>
      </p:grpSpPr>
      <p:sp>
        <p:nvSpPr>
          <p:cNvPr id="874" name="Google Shape;874;h32a9095667746e33_0_2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75" name="Google Shape;875;h32a9095667746e33_0_21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1" name="Shape 901"/>
        <p:cNvGrpSpPr/>
        <p:nvPr/>
      </p:nvGrpSpPr>
      <p:grpSpPr>
        <a:xfrm>
          <a:off x="0" y="0"/>
          <a:ext cx="0" cy="0"/>
          <a:chOff x="0" y="0"/>
          <a:chExt cx="0" cy="0"/>
        </a:xfrm>
      </p:grpSpPr>
      <p:sp>
        <p:nvSpPr>
          <p:cNvPr id="902" name="Google Shape;902;h32a9095667746e33_0_2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03" name="Google Shape;903;h32a9095667746e33_0_24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9" name="Shape 929"/>
        <p:cNvGrpSpPr/>
        <p:nvPr/>
      </p:nvGrpSpPr>
      <p:grpSpPr>
        <a:xfrm>
          <a:off x="0" y="0"/>
          <a:ext cx="0" cy="0"/>
          <a:chOff x="0" y="0"/>
          <a:chExt cx="0" cy="0"/>
        </a:xfrm>
      </p:grpSpPr>
      <p:sp>
        <p:nvSpPr>
          <p:cNvPr id="930" name="Google Shape;930;h32a9095667746e33_0_3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31" name="Google Shape;931;h32a9095667746e33_0_30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9" name="Shape 959"/>
        <p:cNvGrpSpPr/>
        <p:nvPr/>
      </p:nvGrpSpPr>
      <p:grpSpPr>
        <a:xfrm>
          <a:off x="0" y="0"/>
          <a:ext cx="0" cy="0"/>
          <a:chOff x="0" y="0"/>
          <a:chExt cx="0" cy="0"/>
        </a:xfrm>
      </p:grpSpPr>
      <p:sp>
        <p:nvSpPr>
          <p:cNvPr id="960" name="Google Shape;960;h32a9095667746e33_0_2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61" name="Google Shape;961;h32a9095667746e33_0_27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7" name="Shape 987"/>
        <p:cNvGrpSpPr/>
        <p:nvPr/>
      </p:nvGrpSpPr>
      <p:grpSpPr>
        <a:xfrm>
          <a:off x="0" y="0"/>
          <a:ext cx="0" cy="0"/>
          <a:chOff x="0" y="0"/>
          <a:chExt cx="0" cy="0"/>
        </a:xfrm>
      </p:grpSpPr>
      <p:sp>
        <p:nvSpPr>
          <p:cNvPr id="988" name="Google Shape;988;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89" name="Google Shape;989;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9" name="Shape 1019"/>
        <p:cNvGrpSpPr/>
        <p:nvPr/>
      </p:nvGrpSpPr>
      <p:grpSpPr>
        <a:xfrm>
          <a:off x="0" y="0"/>
          <a:ext cx="0" cy="0"/>
          <a:chOff x="0" y="0"/>
          <a:chExt cx="0" cy="0"/>
        </a:xfrm>
      </p:grpSpPr>
      <p:sp>
        <p:nvSpPr>
          <p:cNvPr id="1020" name="Google Shape;1020;h32a9095667746e33_9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21" name="Google Shape;1021;h32a9095667746e33_9_7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1" name="Shape 1051"/>
        <p:cNvGrpSpPr/>
        <p:nvPr/>
      </p:nvGrpSpPr>
      <p:grpSpPr>
        <a:xfrm>
          <a:off x="0" y="0"/>
          <a:ext cx="0" cy="0"/>
          <a:chOff x="0" y="0"/>
          <a:chExt cx="0" cy="0"/>
        </a:xfrm>
      </p:grpSpPr>
      <p:sp>
        <p:nvSpPr>
          <p:cNvPr id="1052" name="Google Shape;1052;h32a9095667746e33_9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53" name="Google Shape;1053;h32a9095667746e33_9_11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3" name="Shape 1083"/>
        <p:cNvGrpSpPr/>
        <p:nvPr/>
      </p:nvGrpSpPr>
      <p:grpSpPr>
        <a:xfrm>
          <a:off x="0" y="0"/>
          <a:ext cx="0" cy="0"/>
          <a:chOff x="0" y="0"/>
          <a:chExt cx="0" cy="0"/>
        </a:xfrm>
      </p:grpSpPr>
      <p:sp>
        <p:nvSpPr>
          <p:cNvPr id="1084" name="Google Shape;1084;h32a9095667746e33_9_1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85" name="Google Shape;1085;h32a9095667746e33_9_15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7" name="Shape 1117"/>
        <p:cNvGrpSpPr/>
        <p:nvPr/>
      </p:nvGrpSpPr>
      <p:grpSpPr>
        <a:xfrm>
          <a:off x="0" y="0"/>
          <a:ext cx="0" cy="0"/>
          <a:chOff x="0" y="0"/>
          <a:chExt cx="0" cy="0"/>
        </a:xfrm>
      </p:grpSpPr>
      <p:sp>
        <p:nvSpPr>
          <p:cNvPr id="1118" name="Google Shape;1118;h32a9095667746e33_9_1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19" name="Google Shape;1119;h32a9095667746e33_9_18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0" name="Shape 1150"/>
        <p:cNvGrpSpPr/>
        <p:nvPr/>
      </p:nvGrpSpPr>
      <p:grpSpPr>
        <a:xfrm>
          <a:off x="0" y="0"/>
          <a:ext cx="0" cy="0"/>
          <a:chOff x="0" y="0"/>
          <a:chExt cx="0" cy="0"/>
        </a:xfrm>
      </p:grpSpPr>
      <p:sp>
        <p:nvSpPr>
          <p:cNvPr id="1151" name="Google Shape;1151;h32a9095667746e33_9_2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52" name="Google Shape;1152;h32a9095667746e33_9_22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2" name="Shape 1182"/>
        <p:cNvGrpSpPr/>
        <p:nvPr/>
      </p:nvGrpSpPr>
      <p:grpSpPr>
        <a:xfrm>
          <a:off x="0" y="0"/>
          <a:ext cx="0" cy="0"/>
          <a:chOff x="0" y="0"/>
          <a:chExt cx="0" cy="0"/>
        </a:xfrm>
      </p:grpSpPr>
      <p:sp>
        <p:nvSpPr>
          <p:cNvPr id="1183" name="Google Shape;1183;h32a9095667746e33_9_2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84" name="Google Shape;1184;h32a9095667746e33_9_25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4" name="Shape 1214"/>
        <p:cNvGrpSpPr/>
        <p:nvPr/>
      </p:nvGrpSpPr>
      <p:grpSpPr>
        <a:xfrm>
          <a:off x="0" y="0"/>
          <a:ext cx="0" cy="0"/>
          <a:chOff x="0" y="0"/>
          <a:chExt cx="0" cy="0"/>
        </a:xfrm>
      </p:grpSpPr>
      <p:sp>
        <p:nvSpPr>
          <p:cNvPr id="1215" name="Google Shape;1215;h32a9095667746e33_9_2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16" name="Google Shape;1216;h32a9095667746e33_9_29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4" name="Shape 1244"/>
        <p:cNvGrpSpPr/>
        <p:nvPr/>
      </p:nvGrpSpPr>
      <p:grpSpPr>
        <a:xfrm>
          <a:off x="0" y="0"/>
          <a:ext cx="0" cy="0"/>
          <a:chOff x="0" y="0"/>
          <a:chExt cx="0" cy="0"/>
        </a:xfrm>
      </p:grpSpPr>
      <p:sp>
        <p:nvSpPr>
          <p:cNvPr id="1245" name="Google Shape;1245;h32a9095667746e33_6_3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46" name="Google Shape;1246;h32a9095667746e33_6_38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5" name="Shape 1275"/>
        <p:cNvGrpSpPr/>
        <p:nvPr/>
      </p:nvGrpSpPr>
      <p:grpSpPr>
        <a:xfrm>
          <a:off x="0" y="0"/>
          <a:ext cx="0" cy="0"/>
          <a:chOff x="0" y="0"/>
          <a:chExt cx="0" cy="0"/>
        </a:xfrm>
      </p:grpSpPr>
      <p:sp>
        <p:nvSpPr>
          <p:cNvPr id="1276" name="Google Shape;1276;h32a9095667746e33_6_4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77" name="Google Shape;1277;h32a9095667746e33_6_42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6" name="Shape 1306"/>
        <p:cNvGrpSpPr/>
        <p:nvPr/>
      </p:nvGrpSpPr>
      <p:grpSpPr>
        <a:xfrm>
          <a:off x="0" y="0"/>
          <a:ext cx="0" cy="0"/>
          <a:chOff x="0" y="0"/>
          <a:chExt cx="0" cy="0"/>
        </a:xfrm>
      </p:grpSpPr>
      <p:sp>
        <p:nvSpPr>
          <p:cNvPr id="1307" name="Google Shape;1307;h32a9095667746e33_6_4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08" name="Google Shape;1308;h32a9095667746e33_6_45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5" name="Shape 1335"/>
        <p:cNvGrpSpPr/>
        <p:nvPr/>
      </p:nvGrpSpPr>
      <p:grpSpPr>
        <a:xfrm>
          <a:off x="0" y="0"/>
          <a:ext cx="0" cy="0"/>
          <a:chOff x="0" y="0"/>
          <a:chExt cx="0" cy="0"/>
        </a:xfrm>
      </p:grpSpPr>
      <p:sp>
        <p:nvSpPr>
          <p:cNvPr id="1336" name="Google Shape;1336;h32a9095667746e33_6_4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37" name="Google Shape;1337;h32a9095667746e33_6_48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4" name="Shape 1364"/>
        <p:cNvGrpSpPr/>
        <p:nvPr/>
      </p:nvGrpSpPr>
      <p:grpSpPr>
        <a:xfrm>
          <a:off x="0" y="0"/>
          <a:ext cx="0" cy="0"/>
          <a:chOff x="0" y="0"/>
          <a:chExt cx="0" cy="0"/>
        </a:xfrm>
      </p:grpSpPr>
      <p:sp>
        <p:nvSpPr>
          <p:cNvPr id="1365" name="Google Shape;1365;h32a9095667746e33_6_5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66" name="Google Shape;1366;h32a9095667746e33_6_51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0" name="Shape 1390"/>
        <p:cNvGrpSpPr/>
        <p:nvPr/>
      </p:nvGrpSpPr>
      <p:grpSpPr>
        <a:xfrm>
          <a:off x="0" y="0"/>
          <a:ext cx="0" cy="0"/>
          <a:chOff x="0" y="0"/>
          <a:chExt cx="0" cy="0"/>
        </a:xfrm>
      </p:grpSpPr>
      <p:sp>
        <p:nvSpPr>
          <p:cNvPr id="1391" name="Google Shape;1391;h32a9095667746e33_6_5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92" name="Google Shape;1392;h32a9095667746e33_6_54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8" name="Shape 1418"/>
        <p:cNvGrpSpPr/>
        <p:nvPr/>
      </p:nvGrpSpPr>
      <p:grpSpPr>
        <a:xfrm>
          <a:off x="0" y="0"/>
          <a:ext cx="0" cy="0"/>
          <a:chOff x="0" y="0"/>
          <a:chExt cx="0" cy="0"/>
        </a:xfrm>
      </p:grpSpPr>
      <p:sp>
        <p:nvSpPr>
          <p:cNvPr id="1419" name="Google Shape;1419;h32a9095667746e33_6_5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20" name="Google Shape;1420;h32a9095667746e33_6_57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7" name="Shape 1447"/>
        <p:cNvGrpSpPr/>
        <p:nvPr/>
      </p:nvGrpSpPr>
      <p:grpSpPr>
        <a:xfrm>
          <a:off x="0" y="0"/>
          <a:ext cx="0" cy="0"/>
          <a:chOff x="0" y="0"/>
          <a:chExt cx="0" cy="0"/>
        </a:xfrm>
      </p:grpSpPr>
      <p:sp>
        <p:nvSpPr>
          <p:cNvPr id="1448" name="Google Shape;1448;h32a9095667746e33_6_6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49" name="Google Shape;1449;h32a9095667746e33_6_60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8" name="Shape 1478"/>
        <p:cNvGrpSpPr/>
        <p:nvPr/>
      </p:nvGrpSpPr>
      <p:grpSpPr>
        <a:xfrm>
          <a:off x="0" y="0"/>
          <a:ext cx="0" cy="0"/>
          <a:chOff x="0" y="0"/>
          <a:chExt cx="0" cy="0"/>
        </a:xfrm>
      </p:grpSpPr>
      <p:sp>
        <p:nvSpPr>
          <p:cNvPr id="1479" name="Google Shape;1479;h32a9095667746e33_0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80" name="Google Shape;1480;h32a9095667746e33_0_10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0" name="Shape 1510"/>
        <p:cNvGrpSpPr/>
        <p:nvPr/>
      </p:nvGrpSpPr>
      <p:grpSpPr>
        <a:xfrm>
          <a:off x="0" y="0"/>
          <a:ext cx="0" cy="0"/>
          <a:chOff x="0" y="0"/>
          <a:chExt cx="0" cy="0"/>
        </a:xfrm>
      </p:grpSpPr>
      <p:sp>
        <p:nvSpPr>
          <p:cNvPr id="1511" name="Google Shape;1511;h32a9095667746e33_4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12" name="Google Shape;1512;h32a9095667746e33_4_13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1" name="Shape 1541"/>
        <p:cNvGrpSpPr/>
        <p:nvPr/>
      </p:nvGrpSpPr>
      <p:grpSpPr>
        <a:xfrm>
          <a:off x="0" y="0"/>
          <a:ext cx="0" cy="0"/>
          <a:chOff x="0" y="0"/>
          <a:chExt cx="0" cy="0"/>
        </a:xfrm>
      </p:grpSpPr>
      <p:sp>
        <p:nvSpPr>
          <p:cNvPr id="1542" name="Google Shape;1542;h32a9095667746e33_4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43" name="Google Shape;1543;h32a9095667746e33_4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0" name="Shape 1570"/>
        <p:cNvGrpSpPr/>
        <p:nvPr/>
      </p:nvGrpSpPr>
      <p:grpSpPr>
        <a:xfrm>
          <a:off x="0" y="0"/>
          <a:ext cx="0" cy="0"/>
          <a:chOff x="0" y="0"/>
          <a:chExt cx="0" cy="0"/>
        </a:xfrm>
      </p:grpSpPr>
      <p:sp>
        <p:nvSpPr>
          <p:cNvPr id="1571" name="Google Shape;1571;h26f5b0a23d79581a_7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72" name="Google Shape;1572;h26f5b0a23d79581a_7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8" name="Shape 1598"/>
        <p:cNvGrpSpPr/>
        <p:nvPr/>
      </p:nvGrpSpPr>
      <p:grpSpPr>
        <a:xfrm>
          <a:off x="0" y="0"/>
          <a:ext cx="0" cy="0"/>
          <a:chOff x="0" y="0"/>
          <a:chExt cx="0" cy="0"/>
        </a:xfrm>
      </p:grpSpPr>
      <p:sp>
        <p:nvSpPr>
          <p:cNvPr id="1599" name="Google Shape;1599;h32a9095667746e33_4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00" name="Google Shape;1600;h32a9095667746e33_4_3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7" name="Shape 1627"/>
        <p:cNvGrpSpPr/>
        <p:nvPr/>
      </p:nvGrpSpPr>
      <p:grpSpPr>
        <a:xfrm>
          <a:off x="0" y="0"/>
          <a:ext cx="0" cy="0"/>
          <a:chOff x="0" y="0"/>
          <a:chExt cx="0" cy="0"/>
        </a:xfrm>
      </p:grpSpPr>
      <p:sp>
        <p:nvSpPr>
          <p:cNvPr id="1628" name="Google Shape;1628;h26f5b0a23d79581a_7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29" name="Google Shape;1629;h26f5b0a23d79581a_7_2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7" name="Shape 1657"/>
        <p:cNvGrpSpPr/>
        <p:nvPr/>
      </p:nvGrpSpPr>
      <p:grpSpPr>
        <a:xfrm>
          <a:off x="0" y="0"/>
          <a:ext cx="0" cy="0"/>
          <a:chOff x="0" y="0"/>
          <a:chExt cx="0" cy="0"/>
        </a:xfrm>
      </p:grpSpPr>
      <p:sp>
        <p:nvSpPr>
          <p:cNvPr id="1658" name="Google Shape;1658;h32a9095667746e33_4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59" name="Google Shape;1659;h32a9095667746e33_4_7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5" name="Shape 1685"/>
        <p:cNvGrpSpPr/>
        <p:nvPr/>
      </p:nvGrpSpPr>
      <p:grpSpPr>
        <a:xfrm>
          <a:off x="0" y="0"/>
          <a:ext cx="0" cy="0"/>
          <a:chOff x="0" y="0"/>
          <a:chExt cx="0" cy="0"/>
        </a:xfrm>
      </p:grpSpPr>
      <p:sp>
        <p:nvSpPr>
          <p:cNvPr id="1686" name="Google Shape;1686;h32a9095667746e33_4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87" name="Google Shape;1687;h32a9095667746e33_4_9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3" name="Shape 1713"/>
        <p:cNvGrpSpPr/>
        <p:nvPr/>
      </p:nvGrpSpPr>
      <p:grpSpPr>
        <a:xfrm>
          <a:off x="0" y="0"/>
          <a:ext cx="0" cy="0"/>
          <a:chOff x="0" y="0"/>
          <a:chExt cx="0" cy="0"/>
        </a:xfrm>
      </p:grpSpPr>
      <p:sp>
        <p:nvSpPr>
          <p:cNvPr id="1714" name="Google Shape;1714;h32a9095667746e33_4_1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15" name="Google Shape;1715;h32a9095667746e33_4_16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5" name="Shape 1745"/>
        <p:cNvGrpSpPr/>
        <p:nvPr/>
      </p:nvGrpSpPr>
      <p:grpSpPr>
        <a:xfrm>
          <a:off x="0" y="0"/>
          <a:ext cx="0" cy="0"/>
          <a:chOff x="0" y="0"/>
          <a:chExt cx="0" cy="0"/>
        </a:xfrm>
      </p:grpSpPr>
      <p:sp>
        <p:nvSpPr>
          <p:cNvPr id="1746" name="Google Shape;1746;h32a9095667746e33_4_1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47" name="Google Shape;1747;h32a9095667746e33_4_19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6" name="Shape 1776"/>
        <p:cNvGrpSpPr/>
        <p:nvPr/>
      </p:nvGrpSpPr>
      <p:grpSpPr>
        <a:xfrm>
          <a:off x="0" y="0"/>
          <a:ext cx="0" cy="0"/>
          <a:chOff x="0" y="0"/>
          <a:chExt cx="0" cy="0"/>
        </a:xfrm>
      </p:grpSpPr>
      <p:sp>
        <p:nvSpPr>
          <p:cNvPr id="1777" name="Google Shape;1777;h32a9095667746e33_4_2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78" name="Google Shape;1778;h32a9095667746e33_4_22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5" name="Shape 1805"/>
        <p:cNvGrpSpPr/>
        <p:nvPr/>
      </p:nvGrpSpPr>
      <p:grpSpPr>
        <a:xfrm>
          <a:off x="0" y="0"/>
          <a:ext cx="0" cy="0"/>
          <a:chOff x="0" y="0"/>
          <a:chExt cx="0" cy="0"/>
        </a:xfrm>
      </p:grpSpPr>
      <p:sp>
        <p:nvSpPr>
          <p:cNvPr id="1806" name="Google Shape;1806;h26f5b0a23d79581a_7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07" name="Google Shape;1807;h26f5b0a23d79581a_7_5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3" name="Shape 1833"/>
        <p:cNvGrpSpPr/>
        <p:nvPr/>
      </p:nvGrpSpPr>
      <p:grpSpPr>
        <a:xfrm>
          <a:off x="0" y="0"/>
          <a:ext cx="0" cy="0"/>
          <a:chOff x="0" y="0"/>
          <a:chExt cx="0" cy="0"/>
        </a:xfrm>
      </p:grpSpPr>
      <p:sp>
        <p:nvSpPr>
          <p:cNvPr id="1834" name="Google Shape;1834;h32a9095667746e33_4_2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35" name="Google Shape;1835;h32a9095667746e33_4_25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2" name="Shape 1862"/>
        <p:cNvGrpSpPr/>
        <p:nvPr/>
      </p:nvGrpSpPr>
      <p:grpSpPr>
        <a:xfrm>
          <a:off x="0" y="0"/>
          <a:ext cx="0" cy="0"/>
          <a:chOff x="0" y="0"/>
          <a:chExt cx="0" cy="0"/>
        </a:xfrm>
      </p:grpSpPr>
      <p:sp>
        <p:nvSpPr>
          <p:cNvPr id="1863" name="Google Shape;1863;h32a9095667746e33_4_2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64" name="Google Shape;1864;h32a9095667746e33_4_28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1" name="Shape 1891"/>
        <p:cNvGrpSpPr/>
        <p:nvPr/>
      </p:nvGrpSpPr>
      <p:grpSpPr>
        <a:xfrm>
          <a:off x="0" y="0"/>
          <a:ext cx="0" cy="0"/>
          <a:chOff x="0" y="0"/>
          <a:chExt cx="0" cy="0"/>
        </a:xfrm>
      </p:grpSpPr>
      <p:sp>
        <p:nvSpPr>
          <p:cNvPr id="1892" name="Google Shape;1892;h26f5b0a23d79581a_7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93" name="Google Shape;1893;h26f5b0a23d79581a_7_8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9" name="Shape 1919"/>
        <p:cNvGrpSpPr/>
        <p:nvPr/>
      </p:nvGrpSpPr>
      <p:grpSpPr>
        <a:xfrm>
          <a:off x="0" y="0"/>
          <a:ext cx="0" cy="0"/>
          <a:chOff x="0" y="0"/>
          <a:chExt cx="0" cy="0"/>
        </a:xfrm>
      </p:grpSpPr>
      <p:sp>
        <p:nvSpPr>
          <p:cNvPr id="1920" name="Google Shape;1920;h32a9095667746e33_4_3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21" name="Google Shape;1921;h32a9095667746e33_4_31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7" name="Shape 1947"/>
        <p:cNvGrpSpPr/>
        <p:nvPr/>
      </p:nvGrpSpPr>
      <p:grpSpPr>
        <a:xfrm>
          <a:off x="0" y="0"/>
          <a:ext cx="0" cy="0"/>
          <a:chOff x="0" y="0"/>
          <a:chExt cx="0" cy="0"/>
        </a:xfrm>
      </p:grpSpPr>
      <p:sp>
        <p:nvSpPr>
          <p:cNvPr id="1948" name="Google Shape;1948;h32a9095667746e33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49" name="Google Shape;1949;h32a9095667746e33_3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0" name="Shape 1990"/>
        <p:cNvGrpSpPr/>
        <p:nvPr/>
      </p:nvGrpSpPr>
      <p:grpSpPr>
        <a:xfrm>
          <a:off x="0" y="0"/>
          <a:ext cx="0" cy="0"/>
          <a:chOff x="0" y="0"/>
          <a:chExt cx="0" cy="0"/>
        </a:xfrm>
      </p:grpSpPr>
      <p:sp>
        <p:nvSpPr>
          <p:cNvPr id="1991" name="Google Shape;1991;h32a9095667746e33_3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92" name="Google Shape;1992;h32a9095667746e33_3_2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1" name="Shape 2031"/>
        <p:cNvGrpSpPr/>
        <p:nvPr/>
      </p:nvGrpSpPr>
      <p:grpSpPr>
        <a:xfrm>
          <a:off x="0" y="0"/>
          <a:ext cx="0" cy="0"/>
          <a:chOff x="0" y="0"/>
          <a:chExt cx="0" cy="0"/>
        </a:xfrm>
      </p:grpSpPr>
      <p:sp>
        <p:nvSpPr>
          <p:cNvPr id="2032" name="Google Shape;2032;h32a9095667746e33_3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33" name="Google Shape;2033;h32a9095667746e33_3_5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2" name="Shape 2072"/>
        <p:cNvGrpSpPr/>
        <p:nvPr/>
      </p:nvGrpSpPr>
      <p:grpSpPr>
        <a:xfrm>
          <a:off x="0" y="0"/>
          <a:ext cx="0" cy="0"/>
          <a:chOff x="0" y="0"/>
          <a:chExt cx="0" cy="0"/>
        </a:xfrm>
      </p:grpSpPr>
      <p:sp>
        <p:nvSpPr>
          <p:cNvPr id="2073" name="Google Shape;2073;h32a9095667746e33_3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74" name="Google Shape;2074;h32a9095667746e33_3_7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9" name="Shape 2109"/>
        <p:cNvGrpSpPr/>
        <p:nvPr/>
      </p:nvGrpSpPr>
      <p:grpSpPr>
        <a:xfrm>
          <a:off x="0" y="0"/>
          <a:ext cx="0" cy="0"/>
          <a:chOff x="0" y="0"/>
          <a:chExt cx="0" cy="0"/>
        </a:xfrm>
      </p:grpSpPr>
      <p:sp>
        <p:nvSpPr>
          <p:cNvPr id="2110" name="Google Shape;2110;h32a9095667746e33_3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11" name="Google Shape;2111;h32a9095667746e33_3_10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9" name="Shape 2159"/>
        <p:cNvGrpSpPr/>
        <p:nvPr/>
      </p:nvGrpSpPr>
      <p:grpSpPr>
        <a:xfrm>
          <a:off x="0" y="0"/>
          <a:ext cx="0" cy="0"/>
          <a:chOff x="0" y="0"/>
          <a:chExt cx="0" cy="0"/>
        </a:xfrm>
      </p:grpSpPr>
      <p:sp>
        <p:nvSpPr>
          <p:cNvPr id="2160" name="Google Shape;2160;h26f5b0a23d79581a_2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61" name="Google Shape;2161;h26f5b0a23d79581a_2_7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0" name="Shape 2230"/>
        <p:cNvGrpSpPr/>
        <p:nvPr/>
      </p:nvGrpSpPr>
      <p:grpSpPr>
        <a:xfrm>
          <a:off x="0" y="0"/>
          <a:ext cx="0" cy="0"/>
          <a:chOff x="0" y="0"/>
          <a:chExt cx="0" cy="0"/>
        </a:xfrm>
      </p:grpSpPr>
      <p:sp>
        <p:nvSpPr>
          <p:cNvPr id="2231" name="Google Shape;2231;h26f5b0a23d79581a_2_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32" name="Google Shape;2232;h26f5b0a23d79581a_2_14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3" name="Shape 2263"/>
        <p:cNvGrpSpPr/>
        <p:nvPr/>
      </p:nvGrpSpPr>
      <p:grpSpPr>
        <a:xfrm>
          <a:off x="0" y="0"/>
          <a:ext cx="0" cy="0"/>
          <a:chOff x="0" y="0"/>
          <a:chExt cx="0" cy="0"/>
        </a:xfrm>
      </p:grpSpPr>
      <p:sp>
        <p:nvSpPr>
          <p:cNvPr id="2264" name="Google Shape;2264;h26f5b0a23d79581a_2_1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65" name="Google Shape;2265;h26f5b0a23d79581a_2_17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7" name="Shape 2337"/>
        <p:cNvGrpSpPr/>
        <p:nvPr/>
      </p:nvGrpSpPr>
      <p:grpSpPr>
        <a:xfrm>
          <a:off x="0" y="0"/>
          <a:ext cx="0" cy="0"/>
          <a:chOff x="0" y="0"/>
          <a:chExt cx="0" cy="0"/>
        </a:xfrm>
      </p:grpSpPr>
      <p:sp>
        <p:nvSpPr>
          <p:cNvPr id="2338" name="Google Shape;2338;h26f5b0a23d79581a_2_2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39" name="Google Shape;2339;h26f5b0a23d79581a_2_25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9" name="Shape 2369"/>
        <p:cNvGrpSpPr/>
        <p:nvPr/>
      </p:nvGrpSpPr>
      <p:grpSpPr>
        <a:xfrm>
          <a:off x="0" y="0"/>
          <a:ext cx="0" cy="0"/>
          <a:chOff x="0" y="0"/>
          <a:chExt cx="0" cy="0"/>
        </a:xfrm>
      </p:grpSpPr>
      <p:sp>
        <p:nvSpPr>
          <p:cNvPr id="2370" name="Google Shape;2370;h29ad1a1c935308b6_12_9:notes"/>
          <p:cNvSpPr/>
          <p:nvPr>
            <p:ph idx="2" type="sldImg"/>
          </p:nvPr>
        </p:nvSpPr>
        <p:spPr>
          <a:xfrm>
            <a:off x="457200" y="571500"/>
            <a:ext cx="3657600" cy="15430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71" name="Google Shape;2371;h29ad1a1c935308b6_12_9:notes"/>
          <p:cNvSpPr txBox="1"/>
          <p:nvPr>
            <p:ph idx="1" type="body"/>
          </p:nvPr>
        </p:nvSpPr>
        <p:spPr>
          <a:xfrm>
            <a:off x="457200" y="2200275"/>
            <a:ext cx="3657600" cy="1800225"/>
          </a:xfrm>
          <a:prstGeom prst="rect">
            <a:avLst/>
          </a:prstGeom>
          <a:noFill/>
          <a:ln>
            <a:noFill/>
          </a:ln>
        </p:spPr>
        <p:txBody>
          <a:bodyPr anchorCtr="0" anchor="t" bIns="27925" lIns="55875" spcFirstLastPara="1" rIns="55875" wrap="square" tIns="27925">
            <a:noAutofit/>
          </a:bodyPr>
          <a:lstStyle/>
          <a:p>
            <a:pPr indent="0" lvl="0" marL="0" rtl="0" algn="l">
              <a:spcBef>
                <a:spcPts val="0"/>
              </a:spcBef>
              <a:spcAft>
                <a:spcPts val="0"/>
              </a:spcAft>
              <a:buNone/>
            </a:pPr>
            <a:r>
              <a:rPr lang="en-US" sz="900"/>
              <a:t>[설계 원칙]</a:t>
            </a:r>
            <a:br>
              <a:rPr lang="en-US" sz="900"/>
            </a:br>
            <a:r>
              <a:rPr lang="en-US" sz="900"/>
              <a:t>진단 결과를 LLM에 통째로 주면 과징금 금액을 원본과 다르게 옮기거나, 무관한 사례를 인용하거나, '양호'로 판정된 항목을 취약점처럼 씁니다. 보안 진단 보고서에서 숫자와 법 조문이 틀리면 보고서 전체를 믿을 수 없게 됩니다.</a:t>
            </a:r>
            <a:br>
              <a:rPr lang="en-US" sz="900"/>
            </a:br>
            <a:r>
              <a:rPr lang="en-US" sz="900"/>
              <a:t>그래서 원화 금액은 LLM에 아예 넘기지 않고, 취약점·법령·사례는 ID로만 참조하게 한 뒤 코드가 실제 데이터와 대조합니다. 사례는 검색된 후보 안에서만 고를 수 있고, 로드맵에서 빠진 취약점은 코드가 채웁니다.</a:t>
            </a:r>
            <a:br>
              <a:rPr lang="en-US" sz="900"/>
            </a:br>
            <a:r>
              <a:rPr lang="en-US" sz="900"/>
              <a:t>핵심 아이디어는 '판정은 코드로'입니다. 사례 지식베이스, 과징금 노출, 조치 우선순위 세 가지를 코드로 만들었습니다.</a:t>
            </a:r>
            <a:br>
              <a:rPr lang="en-US" sz="900"/>
            </a:br>
            <a:br>
              <a:rPr lang="en-US" sz="900"/>
            </a:br>
            <a:r>
              <a:rPr lang="en-US" sz="900"/>
              <a:t>[Q&amp;A 대비] Q2 4단계 사례 검색 — 임베딩 유사도만 쓰면 결함 종류가 다른 사례가 섞입니다. Chroma 메타데이터 필터로 단계적 폴백 검색을 만들었습니다. 적재 시 팀 취약점·공격 태그·ISMS-P 기준을 'isms_2_5_3: True' 같은 불리언 플래그로 펼쳐 저장하고, 검색 시 1등급 동일 결함($and), 2등급 같은 유형, 3등급 관련 통제, 4등급 참고(필터 없음) 순으로 채웁니다. 같은 보도자료에서 나온 카드는 한 건만 고릅니다. 4등급 참고는 인용 금지, 과징금 분포에서도 제외합니다.</a:t>
            </a:r>
            <a:br>
              <a:rPr lang="en-US" sz="900"/>
            </a:br>
            <a:r>
              <a:rPr lang="en-US" sz="900"/>
              <a:t>[Q&amp;A 대비] Q6 우선순위 점수 — 심각도 × 개인정보 자산 가중치 × (1 + 0.5 × 사례 근거). 사례 근거는 동일 결함 1.0, 같은 유형 0.7, 관련 통제 0.5, 참고 0.3, 없음 0.2. 최종 진단(SCAN-20261007-002)에서는 취약 7건 모두 상·개인정보 자산·동일 결함이라 3 × 1.0 × 1.5 = 4.5점으로 같습니다. 관련 통제 사례였다면 3 × 1.0 × 1.25 = 3.75점이 됩니다.</a:t>
            </a:r>
            <a:endParaRPr sz="900"/>
          </a:p>
        </p:txBody>
      </p:sp>
      <p:sp>
        <p:nvSpPr>
          <p:cNvPr id="2372" name="Google Shape;2372;h29ad1a1c935308b6_12_9:notes"/>
          <p:cNvSpPr txBox="1"/>
          <p:nvPr>
            <p:ph idx="12" type="sldNum"/>
          </p:nvPr>
        </p:nvSpPr>
        <p:spPr>
          <a:xfrm>
            <a:off x="2589742" y="4342607"/>
            <a:ext cx="1981200" cy="229393"/>
          </a:xfrm>
          <a:prstGeom prst="rect">
            <a:avLst/>
          </a:prstGeom>
          <a:noFill/>
          <a:ln>
            <a:noFill/>
          </a:ln>
        </p:spPr>
        <p:txBody>
          <a:bodyPr anchorCtr="0" anchor="b" bIns="27925" lIns="55875" spcFirstLastPara="1" rIns="55875" wrap="square" tIns="27925">
            <a:noAutofit/>
          </a:bodyPr>
          <a:lstStyle/>
          <a:p>
            <a:pPr indent="0" lvl="0" marL="0" rtl="0" algn="r">
              <a:spcBef>
                <a:spcPts val="0"/>
              </a:spcBef>
              <a:spcAft>
                <a:spcPts val="0"/>
              </a:spcAft>
              <a:buNone/>
            </a:pPr>
            <a:fld id="{00000000-1234-1234-1234-123412341234}" type="slidenum">
              <a:rPr lang="en-US" sz="900"/>
              <a:t>‹#›</a:t>
            </a:fld>
            <a:endParaRPr sz="900"/>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8" name="Shape 2428"/>
        <p:cNvGrpSpPr/>
        <p:nvPr/>
      </p:nvGrpSpPr>
      <p:grpSpPr>
        <a:xfrm>
          <a:off x="0" y="0"/>
          <a:ext cx="0" cy="0"/>
          <a:chOff x="0" y="0"/>
          <a:chExt cx="0" cy="0"/>
        </a:xfrm>
      </p:grpSpPr>
      <p:sp>
        <p:nvSpPr>
          <p:cNvPr id="2429" name="Google Shape;2429;h29ad1a1c935308b6_12_68:notes"/>
          <p:cNvSpPr/>
          <p:nvPr>
            <p:ph idx="2" type="sldImg"/>
          </p:nvPr>
        </p:nvSpPr>
        <p:spPr>
          <a:xfrm>
            <a:off x="457200" y="571500"/>
            <a:ext cx="3657600" cy="15430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30" name="Google Shape;2430;h29ad1a1c935308b6_12_68:notes"/>
          <p:cNvSpPr txBox="1"/>
          <p:nvPr>
            <p:ph idx="1" type="body"/>
          </p:nvPr>
        </p:nvSpPr>
        <p:spPr>
          <a:xfrm>
            <a:off x="457200" y="2200275"/>
            <a:ext cx="3657600" cy="1800225"/>
          </a:xfrm>
          <a:prstGeom prst="rect">
            <a:avLst/>
          </a:prstGeom>
          <a:noFill/>
          <a:ln>
            <a:noFill/>
          </a:ln>
        </p:spPr>
        <p:txBody>
          <a:bodyPr anchorCtr="0" anchor="t" bIns="27925" lIns="55875" spcFirstLastPara="1" rIns="55875" wrap="square" tIns="27925">
            <a:noAutofit/>
          </a:bodyPr>
          <a:lstStyle/>
          <a:p>
            <a:pPr indent="0" lvl="0" marL="0" rtl="0" algn="l">
              <a:spcBef>
                <a:spcPts val="0"/>
              </a:spcBef>
              <a:spcAft>
                <a:spcPts val="0"/>
              </a:spcAft>
              <a:buNone/>
            </a:pPr>
            <a:r>
              <a:rPr lang="en-US" sz="900"/>
              <a:t>[기술 스택]</a:t>
            </a:r>
            <a:br>
              <a:rPr lang="en-US" sz="900"/>
            </a:br>
            <a:r>
              <a:rPr lang="en-US" sz="900"/>
              <a:t>문장 생성은 OpenAI GPT-4o, temperature 0.2, JSON 모드, 진단 한 건당 한 번만 호출합니다. 호출 코드가 call_llm 함수 하나뿐이라 환경 변수만 바꾸면 Claude로 교체할 수 있습니다.</a:t>
            </a:r>
            <a:br>
              <a:rPr lang="en-US" sz="900"/>
            </a:br>
            <a:r>
              <a:rPr lang="en-US" sz="900"/>
              <a:t>사례 검색은 text-embedding-3-small 임베딩과 ChromaDB. 코사인 유사도에 메타데이터 필터를 함께 걸어 등급별로 검색합니다.</a:t>
            </a:r>
            <a:br>
              <a:rPr lang="en-US" sz="900"/>
            </a:br>
            <a:r>
              <a:rPr lang="en-US" sz="900"/>
              <a:t>보고서는 Jinja2로 HTML을 만든 뒤 WeasyPrint로 PDF를 만들고, 한글 폰트는 Pretendard를 임베드했습니다. 과징금 계산과 우선순위는 외부 라이브러리 없이 규칙 기반 Python입니다.</a:t>
            </a:r>
            <a:br>
              <a:rPr lang="en-US" sz="900"/>
            </a:br>
            <a:br>
              <a:rPr lang="en-US" sz="900"/>
            </a:br>
            <a:r>
              <a:rPr lang="en-US" sz="900"/>
              <a:t>[데이터 구축]</a:t>
            </a:r>
            <a:br>
              <a:rPr lang="en-US" sz="900"/>
            </a:br>
            <a:r>
              <a:rPr lang="en-US" sz="900"/>
              <a:t>처분 보도자료 15건을 엑셀 사례 카드 30장으로 정리하고, convert_cases.py가 검사한 뒤에만 JSON을 만듭니다. 벡터 DB는 카드 1장을 문서 1개로 임베딩하고 메타데이터 플래그로 등급 검색을 지원합니다. 실무진용 보고서의 판단 기준·조치 방법은 KISA 2026 상세가이드 웹 21개 항목 원문을 그대로 씁니다.</a:t>
            </a:r>
            <a:br>
              <a:rPr lang="en-US" sz="900"/>
            </a:br>
            <a:br>
              <a:rPr lang="en-US" sz="900"/>
            </a:br>
            <a:r>
              <a:rPr lang="en-US" sz="900"/>
              <a:t>[Q&amp;A 대비] Q5 모르는 항목 ID — 카탈로그에 없는 ID가 와도 멈추지 않습니다. resolve_catalog()가 ① 점검 항목 이름 일치(W-03 '불충분한 권한 검증' → KISA IN), ② ID 앞부분 일치(IL-COMMENT-01 → IL) 순으로 연결하고, 둘 다 실패하면 예외 없이 콘솔 안내만 남기고 해당 칸을 비웁니다. W-99 '신규 스캐너 점검 항목'으로 바꿔 실행했을 때 엔진은 정상 종료하고 PDF 2종을 생성했습니다.</a:t>
            </a:r>
            <a:endParaRPr sz="900"/>
          </a:p>
        </p:txBody>
      </p:sp>
      <p:sp>
        <p:nvSpPr>
          <p:cNvPr id="2431" name="Google Shape;2431;h29ad1a1c935308b6_12_68:notes"/>
          <p:cNvSpPr txBox="1"/>
          <p:nvPr>
            <p:ph idx="12" type="sldNum"/>
          </p:nvPr>
        </p:nvSpPr>
        <p:spPr>
          <a:xfrm>
            <a:off x="2589742" y="4342607"/>
            <a:ext cx="1981200" cy="229393"/>
          </a:xfrm>
          <a:prstGeom prst="rect">
            <a:avLst/>
          </a:prstGeom>
          <a:noFill/>
          <a:ln>
            <a:noFill/>
          </a:ln>
        </p:spPr>
        <p:txBody>
          <a:bodyPr anchorCtr="0" anchor="b" bIns="27925" lIns="55875" spcFirstLastPara="1" rIns="55875" wrap="square" tIns="27925">
            <a:noAutofit/>
          </a:bodyPr>
          <a:lstStyle/>
          <a:p>
            <a:pPr indent="0" lvl="0" marL="0" rtl="0" algn="r">
              <a:spcBef>
                <a:spcPts val="0"/>
              </a:spcBef>
              <a:spcAft>
                <a:spcPts val="0"/>
              </a:spcAft>
              <a:buNone/>
            </a:pPr>
            <a:fld id="{00000000-1234-1234-1234-123412341234}" type="slidenum">
              <a:rPr lang="en-US" sz="900"/>
              <a:t>‹#›</a:t>
            </a:fld>
            <a:endParaRPr sz="900"/>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3" name="Shape 2453"/>
        <p:cNvGrpSpPr/>
        <p:nvPr/>
      </p:nvGrpSpPr>
      <p:grpSpPr>
        <a:xfrm>
          <a:off x="0" y="0"/>
          <a:ext cx="0" cy="0"/>
          <a:chOff x="0" y="0"/>
          <a:chExt cx="0" cy="0"/>
        </a:xfrm>
      </p:grpSpPr>
      <p:sp>
        <p:nvSpPr>
          <p:cNvPr id="2454" name="Google Shape;2454;h29ad1a1c935308b6_12_92:notes"/>
          <p:cNvSpPr/>
          <p:nvPr>
            <p:ph idx="2" type="sldImg"/>
          </p:nvPr>
        </p:nvSpPr>
        <p:spPr>
          <a:xfrm>
            <a:off x="457200" y="571500"/>
            <a:ext cx="3657600" cy="15430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55" name="Google Shape;2455;h29ad1a1c935308b6_12_92:notes"/>
          <p:cNvSpPr txBox="1"/>
          <p:nvPr>
            <p:ph idx="1" type="body"/>
          </p:nvPr>
        </p:nvSpPr>
        <p:spPr>
          <a:xfrm>
            <a:off x="457200" y="2200275"/>
            <a:ext cx="3657600" cy="1800225"/>
          </a:xfrm>
          <a:prstGeom prst="rect">
            <a:avLst/>
          </a:prstGeom>
          <a:noFill/>
          <a:ln>
            <a:noFill/>
          </a:ln>
        </p:spPr>
        <p:txBody>
          <a:bodyPr anchorCtr="0" anchor="t" bIns="27925" lIns="55875" spcFirstLastPara="1" rIns="55875" wrap="square" tIns="27925">
            <a:noAutofit/>
          </a:bodyPr>
          <a:lstStyle/>
          <a:p>
            <a:pPr indent="0" lvl="0" marL="0" rtl="0" algn="l">
              <a:spcBef>
                <a:spcPts val="0"/>
              </a:spcBef>
              <a:spcAft>
                <a:spcPts val="0"/>
              </a:spcAft>
              <a:buNone/>
            </a:pPr>
            <a:r>
              <a:rPr lang="en-US" sz="900"/>
              <a:t>[생성 흐름] 네 단계입니다. ① 코드가 판정 — ISMS-P 매핑 모듈 출력 JSON으로 통계·위험 수준·유사 사례·과징금 노출액을 전부 계산. ② LLM 1회 호출 — 판정이 끝난 사실만 넘기고 문장만 작성. ③ 검증 — ID 대조, 없는 ID 삭제, 누락 취약점 보완. ④ 같은 데이터로 경영진용·실무진용 PDF 2종 생성.</a:t>
            </a:r>
            <a:br>
              <a:rPr lang="en-US" sz="900"/>
            </a:br>
            <a:br>
              <a:rPr lang="en-US" sz="900"/>
            </a:br>
            <a:r>
              <a:rPr lang="en-US" sz="900"/>
              <a:t>[검증 코드] keep() 함수가 LLM이 쓴 ID 목록에서 실제 데이터에 있는 것만 남깁니다. 사례는 더 엄격해서 그 위험에 묶인 취약점의 검색 후보이면서 '참고 사례'보다 높은 등급일 때만 인정합니다. 문장 속 원화 금액은 정규식으로 찾아 경고만 남기므로 사람이 확인해야 합니다. 검증 결과는 run_log.json에 남습니다.</a:t>
            </a:r>
            <a:br>
              <a:rPr lang="en-US" sz="900"/>
            </a:br>
            <a:br>
              <a:rPr lang="en-US" sz="900"/>
            </a:br>
            <a:r>
              <a:rPr lang="en-US" sz="900"/>
              <a:t>[Q&amp;A 대비] Q1 환각 ID 차단 — 가짜 취약점 ID, 가짜 법령 코드, 후보 밖 사례, 근거 없는 위험 등 8종 주입 시험에서 모두 걸러졌습니다. 경고는 run_log.json에 남습니다.</a:t>
            </a:r>
            <a:br>
              <a:rPr lang="en-US" sz="900"/>
            </a:br>
            <a:r>
              <a:rPr lang="en-US" sz="900"/>
              <a:t>[Q&amp;A 대비] Q4 금액은 템플릿이 — facts_for_llm()에서 매출·사례 과징금·노출액을 LLM 입력에서 뺍니다. LLM은 ID와 문장만 출력하고, 렌더링 직전 enrich()가 조문 이름·원문과 사례 정보를 다시 붙입니다. 금액은 템플릿이 exposure 계산 결과에서 직접 꺼내 씁니다(cap.cap_krw → krw 필터 → '1억 5,000만 원'). 그래서 보고서의 모든 금액은 코드가 계산한 원본 값과 항상 같습니다.</a:t>
            </a:r>
            <a:endParaRPr sz="900"/>
          </a:p>
        </p:txBody>
      </p:sp>
      <p:sp>
        <p:nvSpPr>
          <p:cNvPr id="2456" name="Google Shape;2456;h29ad1a1c935308b6_12_92:notes"/>
          <p:cNvSpPr txBox="1"/>
          <p:nvPr>
            <p:ph idx="12" type="sldNum"/>
          </p:nvPr>
        </p:nvSpPr>
        <p:spPr>
          <a:xfrm>
            <a:off x="2589742" y="4342607"/>
            <a:ext cx="1981200" cy="229393"/>
          </a:xfrm>
          <a:prstGeom prst="rect">
            <a:avLst/>
          </a:prstGeom>
          <a:noFill/>
          <a:ln>
            <a:noFill/>
          </a:ln>
        </p:spPr>
        <p:txBody>
          <a:bodyPr anchorCtr="0" anchor="b" bIns="27925" lIns="55875" spcFirstLastPara="1" rIns="55875" wrap="square" tIns="27925">
            <a:noAutofit/>
          </a:bodyPr>
          <a:lstStyle/>
          <a:p>
            <a:pPr indent="0" lvl="0" marL="0" rtl="0" algn="r">
              <a:spcBef>
                <a:spcPts val="0"/>
              </a:spcBef>
              <a:spcAft>
                <a:spcPts val="0"/>
              </a:spcAft>
              <a:buNone/>
            </a:pPr>
            <a:fld id="{00000000-1234-1234-1234-123412341234}" type="slidenum">
              <a:rPr lang="en-US" sz="900"/>
              <a:t>‹#›</a:t>
            </a:fld>
            <a:endParaRPr sz="900"/>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1" name="Shape 2501"/>
        <p:cNvGrpSpPr/>
        <p:nvPr/>
      </p:nvGrpSpPr>
      <p:grpSpPr>
        <a:xfrm>
          <a:off x="0" y="0"/>
          <a:ext cx="0" cy="0"/>
          <a:chOff x="0" y="0"/>
          <a:chExt cx="0" cy="0"/>
        </a:xfrm>
      </p:grpSpPr>
      <p:sp>
        <p:nvSpPr>
          <p:cNvPr id="2502" name="Google Shape;2502;h29ad1a1c935308b6_12_139:notes"/>
          <p:cNvSpPr/>
          <p:nvPr>
            <p:ph idx="2" type="sldImg"/>
          </p:nvPr>
        </p:nvSpPr>
        <p:spPr>
          <a:xfrm>
            <a:off x="457200" y="571500"/>
            <a:ext cx="3657600" cy="15430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03" name="Google Shape;2503;h29ad1a1c935308b6_12_139:notes"/>
          <p:cNvSpPr txBox="1"/>
          <p:nvPr>
            <p:ph idx="1" type="body"/>
          </p:nvPr>
        </p:nvSpPr>
        <p:spPr>
          <a:xfrm>
            <a:off x="457200" y="2200275"/>
            <a:ext cx="3657600" cy="1800225"/>
          </a:xfrm>
          <a:prstGeom prst="rect">
            <a:avLst/>
          </a:prstGeom>
          <a:noFill/>
          <a:ln>
            <a:noFill/>
          </a:ln>
        </p:spPr>
        <p:txBody>
          <a:bodyPr anchorCtr="0" anchor="t" bIns="27925" lIns="55875" spcFirstLastPara="1" rIns="55875" wrap="square" tIns="27925">
            <a:noAutofit/>
          </a:bodyPr>
          <a:lstStyle/>
          <a:p>
            <a:r>
              <a:t>[경영진용 보고서] 팀 통합 파이프라인(scanner/main.py)으로 실제 점검용 웹사이트(localhost:5000)를 스캔한 결과를, 최신 main(PR #10: 스캐너 항목 코드를 KISA 카탈로그 코드와 통일)의 법적 영향 분석 모듈과 보고서 엔진으로 다시 처리한 SCAN-20261007-002의 실제 출력입니다. 스캐너 결과는 001과 같고, 법령 매핑과 보고서만 새 코드로 다시 만들었습니다. 핵심 위험 3건에 법령·사례가 많아 3쪽 마지막 사례 한 줄이 4쪽으로 넘어가 전체 8장이 되었고, 화면에는 표지와 넘친 4쪽을 뺀 6장을 넣었습니다.</a:t>
            </a:r>
          </a:p>
          <a:p>
            <a:r>
              <a:t>2쪽 진단 결론: '외부인이 강의 수강 정보를 쉽게 볼 수 있습니다'라는 한 줄 결론은 LLM이 썼고, 그 아래 전체 위험 수준 '심각', 취약 7건/점검 19개 항목(모두 '상'), 영향받는 개인정보 처리 자산 1개(웹 서비스)는 코드가 판정한 값입니다.</a:t>
            </a:r>
          </a:p>
          <a:p>
            <a:r>
              <a:t>3쪽 핵심 위험: 외부인이 강의 수강 정보를 쉽게 볼 수 있음, 누구나 추측할 수 있는 비밀번호로 가입할 수 있음, 재인증 없이 개인정보 변경 가능 3건에 관련 법령과 유사 처분 사례를 함께 붙였습니다. 법령에는 '검토 전' 배지가 붙어 있습니다.</a:t>
            </a:r>
          </a:p>
          <a:p>
            <a:r>
              <a:t>5쪽 법적 근거와 유사 사례: 법령 3개 조항과 ISMS-P 5개 기준, 매핑 24건이 모두 '검토 전'이고, 유사 처분 사례는 개인정보위 보도자료에서 확인한 실제 처분입니다.</a:t>
            </a:r>
          </a:p>
          <a:p>
            <a:r>
              <a:t>6쪽 과징금 노출: 법정 상한 1억 5,000만 원은 연 매출 50억 원의 3%입니다(제29조 위반 취약점 6건, 같은 조항은 한 번만 적용). 투자 감경 반영 시 예시 9,000만 원, 10% 특례 시나리오 5억 원은 '현재 요건 해당 없음'으로 표기했습니다. 유사 처분 15건의 중앙값 5억 300만 원이 상한보다 커서(상한을 넘는 사례 10건) 조건부 각주가 자동으로 붙었습니다.</a:t>
            </a:r>
          </a:p>
          <a:p>
            <a:r>
              <a:t>7~8쪽: 조치 로드맵은 즉시 1건·단기 2건·중기 2건으로 나누고, 마지막 장에 경영진 승인이 필요한 3건을 적습니다.</a:t>
            </a:r>
          </a:p>
          <a:p/>
          <a:p>
            <a:r>
              <a:t>[Q&amp;A 대비] 2쪽 결론의 '강의 수강 정보'는 근거보다 과장된 표현입니다. 이 위험에 연결된 근거는 로그인 페이지 주석의 계정정보·디버그 정보 노출이고, 수강 정보가 보인다는 근거는 없습니다. LLM이 고객사 정보의 '수강 이력' 항목을 끌어다 쓴 것으로 보입니다. ID·금액 검증으로는 잡히지 않는 문장 품질 문제라, 최종 보고서는 사람이 검토해야 하는 이유이기도 합니다.</a:t>
            </a:r>
          </a:p>
          <a:p>
            <a:r>
              <a:t>[Q&amp;A 대비] Q3·Q8 상한 vs 사례 중앙값 — compute()에서 중앙값이 고객사 법정 상한보다 크면 median_exceeds_client_cap을 True로 두고 경고 문장을 만듭니다. 사례 금액은 표에만 표시되고 결론 문장에는 들어가지 않습니다. LLM이 금액을 모르기 때문입니다.</a:t>
            </a:r>
          </a:p>
          <a:p>
            <a:r>
              <a:t>[Q&amp;A 대비] Q9 10% 특례 — legal_cap()이 요건 3가지(고의·중과실 반복 위반, 1천만 명 이상 피해, 시정명령 불이행 유출)를 고객사 프로필로 점검합니다. 정보주체가 120,000명이라 1천만 명 기준에 미달하는 등 셋 다 해당 없어 회색으로 표기했습니다. 예상 부과액이 아니라 시나리오입니다.</a:t>
            </a:r>
          </a:p>
        </p:txBody>
      </p:sp>
      <p:sp>
        <p:nvSpPr>
          <p:cNvPr id="2504" name="Google Shape;2504;h29ad1a1c935308b6_12_139:notes"/>
          <p:cNvSpPr txBox="1"/>
          <p:nvPr>
            <p:ph idx="12" type="sldNum"/>
          </p:nvPr>
        </p:nvSpPr>
        <p:spPr>
          <a:xfrm>
            <a:off x="2589742" y="4342607"/>
            <a:ext cx="1981200" cy="229393"/>
          </a:xfrm>
          <a:prstGeom prst="rect">
            <a:avLst/>
          </a:prstGeom>
          <a:noFill/>
          <a:ln>
            <a:noFill/>
          </a:ln>
        </p:spPr>
        <p:txBody>
          <a:bodyPr anchorCtr="0" anchor="b" bIns="27925" lIns="55875" spcFirstLastPara="1" rIns="55875" wrap="square" tIns="27925">
            <a:noAutofit/>
          </a:bodyPr>
          <a:lstStyle/>
          <a:p>
            <a:pPr indent="0" lvl="0" marL="0" rtl="0" algn="r">
              <a:spcBef>
                <a:spcPts val="0"/>
              </a:spcBef>
              <a:spcAft>
                <a:spcPts val="0"/>
              </a:spcAft>
              <a:buNone/>
            </a:pPr>
            <a:fld id="{00000000-1234-1234-1234-123412341234}" type="slidenum">
              <a:rPr lang="en-US" sz="900"/>
              <a:t>‹#›</a:t>
            </a:fld>
            <a:endParaRPr sz="900"/>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8" name="Shape 2528"/>
        <p:cNvGrpSpPr/>
        <p:nvPr/>
      </p:nvGrpSpPr>
      <p:grpSpPr>
        <a:xfrm>
          <a:off x="0" y="0"/>
          <a:ext cx="0" cy="0"/>
          <a:chOff x="0" y="0"/>
          <a:chExt cx="0" cy="0"/>
        </a:xfrm>
      </p:grpSpPr>
      <p:sp>
        <p:nvSpPr>
          <p:cNvPr id="2529" name="Google Shape;2529;h29ad1a1c935308b6_12_165:notes"/>
          <p:cNvSpPr/>
          <p:nvPr>
            <p:ph idx="2" type="sldImg"/>
          </p:nvPr>
        </p:nvSpPr>
        <p:spPr>
          <a:xfrm>
            <a:off x="457200" y="571500"/>
            <a:ext cx="3657600" cy="15430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30" name="Google Shape;2530;h29ad1a1c935308b6_12_165:notes"/>
          <p:cNvSpPr txBox="1"/>
          <p:nvPr>
            <p:ph idx="1" type="body"/>
          </p:nvPr>
        </p:nvSpPr>
        <p:spPr>
          <a:xfrm>
            <a:off x="457200" y="2200275"/>
            <a:ext cx="3657600" cy="1800225"/>
          </a:xfrm>
          <a:prstGeom prst="rect">
            <a:avLst/>
          </a:prstGeom>
          <a:noFill/>
          <a:ln>
            <a:noFill/>
          </a:ln>
        </p:spPr>
        <p:txBody>
          <a:bodyPr anchorCtr="0" anchor="t" bIns="27925" lIns="55875" spcFirstLastPara="1" rIns="55875" wrap="square" tIns="27925">
            <a:noAutofit/>
          </a:bodyPr>
          <a:lstStyle/>
          <a:p>
            <a:r>
              <a:t>[실무진용 상세 보고서] SCAN-20261007-002 기준 A4 14쪽으로 진단 개요, 결과 요약, 취약점 상세, 부록 순서입니다.</a:t>
            </a:r>
          </a:p>
          <a:p>
            <a:r>
              <a:t>1쪽~2쪽: 대상 자산과 적용 기준(개인정보 보호법 제21445호, 안전성 확보조치 기준 고시 제2026-9호, ISMS-P 인증기준 안내서)을 밝히고, 법령·인증기준 매핑을 어떤 방식으로 했는지와 검토 전 매핑이 24건이라는 사실을 적습니다.</a:t>
            </a:r>
          </a:p>
          <a:p>
            <a:r>
              <a:t>3쪽 결과 요약: 점검 19개 항목 중 취약 7개(모두 '상'), 양호 12개. 개인정보를 처리하는 자산에 '상' 위험 취약점이 있어 전체 위험 수준을 '심각'으로 판정했습니다. 항목 코드는 KISA 카탈로그 코드(IL·BF·IA·IN·PR)로 나옵니다.</a:t>
            </a:r>
          </a:p>
          <a:p>
            <a:r>
              <a:t>5쪽 취약점 상세 3.1 주석 내 정보 누출: 설명과 영향은 LLM이 쓴 문장이고, 현황은 진단 근거를 그대로, 판단 기준과 조치 방법은 KISA 가이드 원문을 그대로 가져왔습니다.</a:t>
            </a:r>
          </a:p>
          <a:p>
            <a:r>
              <a:t>9쪽 관련 법령(3.5 타인 문의글 열람): 법적 영향 분석 모듈이 붙인 조문 원문 3건과 매핑 근거, ISMS-P 2건이 들어갑니다. 항이 지정된 조문은 그 항만 잘라서 보여주고, 사람이 아직 검토하지 않은 매핑에는 '검토 전' 배지를 붙여 단정하지 않게 했습니다. LLM 판단으로 제외한 조문은 매핑 검토 메모에 이유와 함께 남깁니다.</a:t>
            </a:r>
          </a:p>
          <a:p>
            <a:r>
              <a:t>12쪽 부록 4.3: 법정 상한 1억 5,000만 원이 매출 50억 원의 3%라는 계산 근거와 법 조항, 10% 특례 요건 세 가지의 해당 여부, 투자 감경과 ISMS-P 감경 한도가 들어갑니다. 4.4에는 우선순위 점수와 공식, 4.5에는 가정과 제외 항목, 제외 이유가 이어집니다.</a:t>
            </a:r>
          </a:p>
          <a:p/>
          <a:p>
            <a:r>
              <a:t>[Q&amp;A 대비] Q7 노출액 제외 — '주석 내 정보 누출(IL-COMMENT-01)'은 ISMS-P 2.10.3 공개서버 보안에만 매핑되고 관련 법 조항이 없어 classify()가 'ISMS-P 심사 리스크로만 다룸'으로 분류했습니다. 양호 12개 항목, 비개인정보 자산, 시행 전 조문, 공공기관 전용 의무도 제외되며 이유는 부록 4.5에 표로 남습니다.</a:t>
            </a:r>
          </a:p>
          <a:p>
            <a:r>
              <a:t>[Q&amp;A 대비] Q6 우선순위 점수 — 심각도 × 개인정보 자산 × (1 + 0.5 × 사례 근거)입니다. 이번 진단은 취약 7건 모두 상·개인정보 자산·동일 결함이라 7건 모두 4.5점(3 × 1.0 × 1.5)으로 같고, 그래서 이번에는 점수로 순위가 갈리지 않습니다. 공식은 표 아래에 그대로 공개합니다.</a:t>
            </a:r>
          </a:p>
          <a:p>
            <a:r>
              <a:t>[Q&amp;A 대비] Q10 검토 전 표시 — module3가 모든 매핑을 reviewed: False로 넘깁니다. 템플릿은 '검토 전' 배지를 붙이고, LLM은 프롬프트 규칙 3번에 따라 '위반 소지'로만 서술하며, 검토 전 건수(24건)를 1.3절과 경영진용 결정 사항 장표에 명시합니다.</a:t>
            </a:r>
          </a:p>
          <a:p>
            <a:r>
              <a:t>[Q&amp;A 대비] 항목 코드 — 이전 실행(001)에서는 스캐너 ID W-01~W-06이 KISA 카탈로그와 연결되지 않아 판단 기준·조치 방법 칸이 비었습니다. 팀이 module3에서 항목 코드를 KISA 코드로 통일해(PR #10) 이번 보고서는 19개 항목 모두 카탈로그 원문으로 채워졌고, 같은 이유로 동일 결함 사례 매칭도 3/7에서 7/7이 되었습니다.</a:t>
            </a:r>
          </a:p>
        </p:txBody>
      </p:sp>
      <p:sp>
        <p:nvSpPr>
          <p:cNvPr id="2531" name="Google Shape;2531;h29ad1a1c935308b6_12_165:notes"/>
          <p:cNvSpPr txBox="1"/>
          <p:nvPr>
            <p:ph idx="12" type="sldNum"/>
          </p:nvPr>
        </p:nvSpPr>
        <p:spPr>
          <a:xfrm>
            <a:off x="2589742" y="4342607"/>
            <a:ext cx="1981200" cy="229393"/>
          </a:xfrm>
          <a:prstGeom prst="rect">
            <a:avLst/>
          </a:prstGeom>
          <a:noFill/>
          <a:ln>
            <a:noFill/>
          </a:ln>
        </p:spPr>
        <p:txBody>
          <a:bodyPr anchorCtr="0" anchor="b" bIns="27925" lIns="55875" spcFirstLastPara="1" rIns="55875" wrap="square" tIns="27925">
            <a:noAutofit/>
          </a:bodyPr>
          <a:lstStyle/>
          <a:p>
            <a:pPr indent="0" lvl="0" marL="0" rtl="0" algn="r">
              <a:spcBef>
                <a:spcPts val="0"/>
              </a:spcBef>
              <a:spcAft>
                <a:spcPts val="0"/>
              </a:spcAft>
              <a:buNone/>
            </a:pPr>
            <a:fld id="{00000000-1234-1234-1234-123412341234}" type="slidenum">
              <a:rPr lang="en-US" sz="900"/>
              <a:t>‹#›</a:t>
            </a:fld>
            <a:endParaRPr sz="900"/>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0" name="Shape 2560"/>
        <p:cNvGrpSpPr/>
        <p:nvPr/>
      </p:nvGrpSpPr>
      <p:grpSpPr>
        <a:xfrm>
          <a:off x="0" y="0"/>
          <a:ext cx="0" cy="0"/>
          <a:chOff x="0" y="0"/>
          <a:chExt cx="0" cy="0"/>
        </a:xfrm>
      </p:grpSpPr>
      <p:sp>
        <p:nvSpPr>
          <p:cNvPr id="2561" name="Google Shape;2561;h29ad1a1c935308b6_12_196:notes"/>
          <p:cNvSpPr/>
          <p:nvPr>
            <p:ph idx="2" type="sldImg"/>
          </p:nvPr>
        </p:nvSpPr>
        <p:spPr>
          <a:xfrm>
            <a:off x="457200" y="571500"/>
            <a:ext cx="3657600" cy="15430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62" name="Google Shape;2562;h29ad1a1c935308b6_12_196:notes"/>
          <p:cNvSpPr txBox="1"/>
          <p:nvPr>
            <p:ph idx="1" type="body"/>
          </p:nvPr>
        </p:nvSpPr>
        <p:spPr>
          <a:xfrm>
            <a:off x="457200" y="2200275"/>
            <a:ext cx="3657600" cy="1800225"/>
          </a:xfrm>
          <a:prstGeom prst="rect">
            <a:avLst/>
          </a:prstGeom>
          <a:noFill/>
          <a:ln>
            <a:noFill/>
          </a:ln>
        </p:spPr>
        <p:txBody>
          <a:bodyPr anchorCtr="0" anchor="t" bIns="27925" lIns="55875" spcFirstLastPara="1" rIns="55875" wrap="square" tIns="27925">
            <a:noAutofit/>
          </a:bodyPr>
          <a:lstStyle/>
          <a:p>
            <a:pPr indent="0" lvl="0" marL="0" rtl="0" algn="l">
              <a:spcBef>
                <a:spcPts val="0"/>
              </a:spcBef>
              <a:spcAft>
                <a:spcPts val="0"/>
              </a:spcAft>
              <a:buNone/>
            </a:pPr>
            <a:r>
              <a:rPr lang="en-US" sz="900"/>
              <a:t>[비교 실험] 두 조건 모두 GPT-4o, temperature 0.2, 같은 JSON 출력 형식으로 진단 3건을 조건마다 5번씩, 총 30번 생성했습니다. LLM 단독은 15건 모두에 오류가 하나 이상 있었습니다. 가장 많은 오류는 '양호'로 판정된 항목을 취약점처럼 쓴 경우 22건, 관련성 낮은 사례 인용 11건입니다. '원본 과징금 10배 오기' 1건은 지어낸 숫자가 아니라, 사례 카드에 있는 쿠팡 처분 4,235억 7,500만 원을 '423억 원'으로 10배 틀리게 옮긴 것입니다.</a:t>
            </a:r>
            <a:br>
              <a:rPr lang="en-US" sz="900"/>
            </a:br>
            <a:r>
              <a:rPr lang="en-US" sz="900"/>
              <a:t>특히 경영진 요약에 '유사 사례에서 과징금이 최대 213억 원에 달한 바 있다'는 문장이 들어간 경우는 같은 진단 5회 중 3회였습니다. 루이비통코리아 처분액이고, 이 고객사의 법정 상한은 1억 5,000만 원입니다. 다른 대기업의 과징금을 이 회사의 위험처럼 읽히게 만드는 문장이라, 보고서 엔진이 LLM에 금액을 아예 넘기지 않는 이유가 바로 이것입니다.</a:t>
            </a:r>
            <a:br>
              <a:rPr lang="en-US" sz="900"/>
            </a:br>
            <a:r>
              <a:rPr lang="en-US" sz="900"/>
              <a:t>보고서 엔진은 검증 단계를 거치기 전의 LLM 출력에서도 모든 유형이 0건이었습니다. 규칙과 정리된 입력만으로 오류가 막혔고, 검증 단계는 그래도 새어 나오는 경우를 잡는 안전장치입니다.</a:t>
            </a:r>
            <a:br>
              <a:rPr lang="en-US" sz="900"/>
            </a:br>
            <a:br>
              <a:rPr lang="en-US" sz="900"/>
            </a:br>
            <a:r>
              <a:rPr lang="en-US" sz="900"/>
              <a:t>[정량 결과] ① 엔진 보고서 15건 오류 0건 (실제 GPT-4o 호출로 만든 보고서 3건도 검증 경고 0건). ② 없는 취약점 ID, 없는 조문, 후보 밖 사례, 근거 없는 위험, 문장 속 금액, 로드맵 누락, 설명 누락, 없는 로드맵 단계 8종 주입 시험에서 모두 제거되거나 경고로 잡혔습니다(문장 속 금액은 경고만). ③ 보고서 1건 평균 10.5초(최소 7.0, 최대 16.0) — 파이프라인 전체를 한 번에 측정한 값. ④ LLM 입력 평균 4,923토큰으로 LLM 단독 8,580토큰보다 43% 적습니다.</a:t>
            </a:r>
            <a:br>
              <a:rPr lang="en-US" sz="900"/>
            </a:br>
            <a:r>
              <a:rPr lang="en-US" sz="900"/>
              <a:t>한계: 실험은 진단 3건, 조건당 15회 규모이고 고객사 정보는 가상의 교육 플랫폼 기준입니다. LLM 단독 조건에는 사례 등급 정보를 주지 않았습니다. 2026-10-07 재실측(GPT-4o 호출 33번, 69초).</a:t>
            </a:r>
            <a:endParaRPr sz="900"/>
          </a:p>
        </p:txBody>
      </p:sp>
      <p:sp>
        <p:nvSpPr>
          <p:cNvPr id="2563" name="Google Shape;2563;h29ad1a1c935308b6_12_196:notes"/>
          <p:cNvSpPr txBox="1"/>
          <p:nvPr>
            <p:ph idx="12" type="sldNum"/>
          </p:nvPr>
        </p:nvSpPr>
        <p:spPr>
          <a:xfrm>
            <a:off x="2589742" y="4342607"/>
            <a:ext cx="1981200" cy="229393"/>
          </a:xfrm>
          <a:prstGeom prst="rect">
            <a:avLst/>
          </a:prstGeom>
          <a:noFill/>
          <a:ln>
            <a:noFill/>
          </a:ln>
        </p:spPr>
        <p:txBody>
          <a:bodyPr anchorCtr="0" anchor="b" bIns="27925" lIns="55875" spcFirstLastPara="1" rIns="55875" wrap="square" tIns="27925">
            <a:noAutofit/>
          </a:bodyPr>
          <a:lstStyle/>
          <a:p>
            <a:pPr indent="0" lvl="0" marL="0" rtl="0" algn="r">
              <a:spcBef>
                <a:spcPts val="0"/>
              </a:spcBef>
              <a:spcAft>
                <a:spcPts val="0"/>
              </a:spcAft>
              <a:buNone/>
            </a:pPr>
            <a:fld id="{00000000-1234-1234-1234-123412341234}" type="slidenum">
              <a:rPr lang="en-US" sz="900"/>
              <a:t>‹#›</a:t>
            </a:fld>
            <a:endParaRPr sz="900"/>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9" name="Shape 2619"/>
        <p:cNvGrpSpPr/>
        <p:nvPr/>
      </p:nvGrpSpPr>
      <p:grpSpPr>
        <a:xfrm>
          <a:off x="0" y="0"/>
          <a:ext cx="0" cy="0"/>
          <a:chOff x="0" y="0"/>
          <a:chExt cx="0" cy="0"/>
        </a:xfrm>
      </p:grpSpPr>
      <p:sp>
        <p:nvSpPr>
          <p:cNvPr id="2620" name="Google Shape;2620;h32a9095667746e33_6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21" name="Google Shape;2621;h32a9095667746e33_6_13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6" name="Shape 2646"/>
        <p:cNvGrpSpPr/>
        <p:nvPr/>
      </p:nvGrpSpPr>
      <p:grpSpPr>
        <a:xfrm>
          <a:off x="0" y="0"/>
          <a:ext cx="0" cy="0"/>
          <a:chOff x="0" y="0"/>
          <a:chExt cx="0" cy="0"/>
        </a:xfrm>
      </p:grpSpPr>
      <p:sp>
        <p:nvSpPr>
          <p:cNvPr id="2647" name="Google Shape;2647;h29ad1a1c935308b6_7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48" name="Google Shape;2648;h29ad1a1c935308b6_7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7" name="Shape 2697"/>
        <p:cNvGrpSpPr/>
        <p:nvPr/>
      </p:nvGrpSpPr>
      <p:grpSpPr>
        <a:xfrm>
          <a:off x="0" y="0"/>
          <a:ext cx="0" cy="0"/>
          <a:chOff x="0" y="0"/>
          <a:chExt cx="0" cy="0"/>
        </a:xfrm>
      </p:grpSpPr>
      <p:sp>
        <p:nvSpPr>
          <p:cNvPr id="2698" name="Google Shape;2698;h29ad1a1c935308b6_7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99" name="Google Shape;2699;h29ad1a1c935308b6_7_8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9" name="Shape 2759"/>
        <p:cNvGrpSpPr/>
        <p:nvPr/>
      </p:nvGrpSpPr>
      <p:grpSpPr>
        <a:xfrm>
          <a:off x="0" y="0"/>
          <a:ext cx="0" cy="0"/>
          <a:chOff x="0" y="0"/>
          <a:chExt cx="0" cy="0"/>
        </a:xfrm>
      </p:grpSpPr>
      <p:sp>
        <p:nvSpPr>
          <p:cNvPr id="2760" name="Google Shape;2760;h32a9095667746e33_6_6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61" name="Google Shape;2761;h32a9095667746e33_6_63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2"/>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2"/>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2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2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4"/>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24"/>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25"/>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25"/>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26"/>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26"/>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26"/>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26"/>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28"/>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28"/>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28"/>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29"/>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29"/>
          <p:cNvSpPr/>
          <p:nvPr>
            <p:ph idx="2" type="pic"/>
          </p:nvPr>
        </p:nvSpPr>
        <p:spPr>
          <a:xfrm>
            <a:off x="1792288" y="612775"/>
            <a:ext cx="5486400" cy="4114800"/>
          </a:xfrm>
          <a:prstGeom prst="rect">
            <a:avLst/>
          </a:prstGeom>
          <a:noFill/>
          <a:ln>
            <a:noFill/>
          </a:ln>
        </p:spPr>
      </p:sp>
      <p:sp>
        <p:nvSpPr>
          <p:cNvPr id="64" name="Google Shape;64;p29"/>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2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3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30"/>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3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3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3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31"/>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31"/>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3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3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3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6" name="Shape 86"/>
        <p:cNvGrpSpPr/>
        <p:nvPr/>
      </p:nvGrpSpPr>
      <p:grpSpPr>
        <a:xfrm>
          <a:off x="0" y="0"/>
          <a:ext cx="0" cy="0"/>
          <a:chOff x="0" y="0"/>
          <a:chExt cx="0" cy="0"/>
        </a:xfrm>
      </p:grpSpPr>
      <p:sp>
        <p:nvSpPr>
          <p:cNvPr id="87" name="Google Shape;87;h26f5b0a23d79581a_2_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 name="Google Shape;88;h26f5b0a23d79581a_2_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9" name="Google Shape;89;h26f5b0a23d79581a_2_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0" name="Shape 90"/>
        <p:cNvGrpSpPr/>
        <p:nvPr/>
      </p:nvGrpSpPr>
      <p:grpSpPr>
        <a:xfrm>
          <a:off x="0" y="0"/>
          <a:ext cx="0" cy="0"/>
          <a:chOff x="0" y="0"/>
          <a:chExt cx="0" cy="0"/>
        </a:xfrm>
      </p:grpSpPr>
      <p:sp>
        <p:nvSpPr>
          <p:cNvPr id="91" name="Google Shape;91;h26f5b0a23d79581a_2_10"/>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2" name="Google Shape;92;h26f5b0a23d79581a_2_10"/>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93" name="Google Shape;93;h26f5b0a23d79581a_2_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4" name="Google Shape;94;h26f5b0a23d79581a_2_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5" name="Google Shape;95;h26f5b0a23d79581a_2_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96" name="Shape 96"/>
        <p:cNvGrpSpPr/>
        <p:nvPr/>
      </p:nvGrpSpPr>
      <p:grpSpPr>
        <a:xfrm>
          <a:off x="0" y="0"/>
          <a:ext cx="0" cy="0"/>
          <a:chOff x="0" y="0"/>
          <a:chExt cx="0" cy="0"/>
        </a:xfrm>
      </p:grpSpPr>
      <p:sp>
        <p:nvSpPr>
          <p:cNvPr id="97" name="Google Shape;97;h26f5b0a23d79581a_2_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8" name="Google Shape;98;h26f5b0a23d79581a_2_1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99" name="Google Shape;99;h26f5b0a23d79581a_2_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0" name="Google Shape;100;h26f5b0a23d79581a_2_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1" name="Google Shape;101;h26f5b0a23d79581a_2_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02" name="Shape 102"/>
        <p:cNvGrpSpPr/>
        <p:nvPr/>
      </p:nvGrpSpPr>
      <p:grpSpPr>
        <a:xfrm>
          <a:off x="0" y="0"/>
          <a:ext cx="0" cy="0"/>
          <a:chOff x="0" y="0"/>
          <a:chExt cx="0" cy="0"/>
        </a:xfrm>
      </p:grpSpPr>
      <p:sp>
        <p:nvSpPr>
          <p:cNvPr id="103" name="Google Shape;103;h26f5b0a23d79581a_2_22"/>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Arial"/>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4" name="Google Shape;104;h26f5b0a23d79581a_2_22"/>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105" name="Google Shape;105;h26f5b0a23d79581a_2_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6" name="Google Shape;106;h26f5b0a23d79581a_2_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7" name="Google Shape;107;h26f5b0a23d79581a_2_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08" name="Shape 108"/>
        <p:cNvGrpSpPr/>
        <p:nvPr/>
      </p:nvGrpSpPr>
      <p:grpSpPr>
        <a:xfrm>
          <a:off x="0" y="0"/>
          <a:ext cx="0" cy="0"/>
          <a:chOff x="0" y="0"/>
          <a:chExt cx="0" cy="0"/>
        </a:xfrm>
      </p:grpSpPr>
      <p:sp>
        <p:nvSpPr>
          <p:cNvPr id="109" name="Google Shape;109;h26f5b0a23d79581a_2_2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0" name="Google Shape;110;h26f5b0a23d79581a_2_28"/>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111" name="Google Shape;111;h26f5b0a23d79581a_2_28"/>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112" name="Google Shape;112;h26f5b0a23d79581a_2_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3" name="Google Shape;113;h26f5b0a23d79581a_2_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4" name="Google Shape;114;h26f5b0a23d79581a_2_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15" name="Shape 115"/>
        <p:cNvGrpSpPr/>
        <p:nvPr/>
      </p:nvGrpSpPr>
      <p:grpSpPr>
        <a:xfrm>
          <a:off x="0" y="0"/>
          <a:ext cx="0" cy="0"/>
          <a:chOff x="0" y="0"/>
          <a:chExt cx="0" cy="0"/>
        </a:xfrm>
      </p:grpSpPr>
      <p:sp>
        <p:nvSpPr>
          <p:cNvPr id="116" name="Google Shape;116;h26f5b0a23d79581a_2_3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Aria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7" name="Google Shape;117;h26f5b0a23d79581a_2_35"/>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118" name="Google Shape;118;h26f5b0a23d79581a_2_35"/>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119" name="Google Shape;119;h26f5b0a23d79581a_2_35"/>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120" name="Google Shape;120;h26f5b0a23d79581a_2_35"/>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121" name="Google Shape;121;h26f5b0a23d79581a_2_3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2" name="Google Shape;122;h26f5b0a23d79581a_2_3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3" name="Google Shape;123;h26f5b0a23d79581a_2_3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24" name="Shape 124"/>
        <p:cNvGrpSpPr/>
        <p:nvPr/>
      </p:nvGrpSpPr>
      <p:grpSpPr>
        <a:xfrm>
          <a:off x="0" y="0"/>
          <a:ext cx="0" cy="0"/>
          <a:chOff x="0" y="0"/>
          <a:chExt cx="0" cy="0"/>
        </a:xfrm>
      </p:grpSpPr>
      <p:sp>
        <p:nvSpPr>
          <p:cNvPr id="125" name="Google Shape;125;h26f5b0a23d79581a_2_4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6" name="Google Shape;126;h26f5b0a23d79581a_2_4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7" name="Google Shape;127;h26f5b0a23d79581a_2_4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8" name="Google Shape;128;h26f5b0a23d79581a_2_4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29" name="Shape 129"/>
        <p:cNvGrpSpPr/>
        <p:nvPr/>
      </p:nvGrpSpPr>
      <p:grpSpPr>
        <a:xfrm>
          <a:off x="0" y="0"/>
          <a:ext cx="0" cy="0"/>
          <a:chOff x="0" y="0"/>
          <a:chExt cx="0" cy="0"/>
        </a:xfrm>
      </p:grpSpPr>
      <p:sp>
        <p:nvSpPr>
          <p:cNvPr id="130" name="Google Shape;130;h26f5b0a23d79581a_2_4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1" name="Google Shape;131;h26f5b0a23d79581a_2_4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132" name="Google Shape;132;h26f5b0a23d79581a_2_4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133" name="Google Shape;133;h26f5b0a23d79581a_2_4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4" name="Google Shape;134;h26f5b0a23d79581a_2_4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5" name="Google Shape;135;h26f5b0a23d79581a_2_4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36" name="Shape 136"/>
        <p:cNvGrpSpPr/>
        <p:nvPr/>
      </p:nvGrpSpPr>
      <p:grpSpPr>
        <a:xfrm>
          <a:off x="0" y="0"/>
          <a:ext cx="0" cy="0"/>
          <a:chOff x="0" y="0"/>
          <a:chExt cx="0" cy="0"/>
        </a:xfrm>
      </p:grpSpPr>
      <p:sp>
        <p:nvSpPr>
          <p:cNvPr id="137" name="Google Shape;137;h26f5b0a23d79581a_2_56"/>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8" name="Google Shape;138;h26f5b0a23d79581a_2_56"/>
          <p:cNvSpPr/>
          <p:nvPr>
            <p:ph idx="2" type="pic"/>
          </p:nvPr>
        </p:nvSpPr>
        <p:spPr>
          <a:xfrm>
            <a:off x="1792288" y="612775"/>
            <a:ext cx="5486400" cy="4114800"/>
          </a:xfrm>
          <a:prstGeom prst="rect">
            <a:avLst/>
          </a:prstGeom>
          <a:noFill/>
          <a:ln>
            <a:noFill/>
          </a:ln>
        </p:spPr>
      </p:sp>
      <p:sp>
        <p:nvSpPr>
          <p:cNvPr id="139" name="Google Shape;139;h26f5b0a23d79581a_2_56"/>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140" name="Google Shape;140;h26f5b0a23d79581a_2_5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1" name="Google Shape;141;h26f5b0a23d79581a_2_5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2" name="Google Shape;142;h26f5b0a23d79581a_2_5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43" name="Shape 143"/>
        <p:cNvGrpSpPr/>
        <p:nvPr/>
      </p:nvGrpSpPr>
      <p:grpSpPr>
        <a:xfrm>
          <a:off x="0" y="0"/>
          <a:ext cx="0" cy="0"/>
          <a:chOff x="0" y="0"/>
          <a:chExt cx="0" cy="0"/>
        </a:xfrm>
      </p:grpSpPr>
      <p:sp>
        <p:nvSpPr>
          <p:cNvPr id="144" name="Google Shape;144;h26f5b0a23d79581a_2_6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5" name="Google Shape;145;h26f5b0a23d79581a_2_63"/>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46" name="Google Shape;146;h26f5b0a23d79581a_2_6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7" name="Google Shape;147;h26f5b0a23d79581a_2_6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8" name="Google Shape;148;h26f5b0a23d79581a_2_6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49" name="Shape 149"/>
        <p:cNvGrpSpPr/>
        <p:nvPr/>
      </p:nvGrpSpPr>
      <p:grpSpPr>
        <a:xfrm>
          <a:off x="0" y="0"/>
          <a:ext cx="0" cy="0"/>
          <a:chOff x="0" y="0"/>
          <a:chExt cx="0" cy="0"/>
        </a:xfrm>
      </p:grpSpPr>
      <p:sp>
        <p:nvSpPr>
          <p:cNvPr id="150" name="Google Shape;150;h26f5b0a23d79581a_2_69"/>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1" name="Google Shape;151;h26f5b0a23d79581a_2_69"/>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52" name="Google Shape;152;h26f5b0a23d79581a_2_6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3" name="Google Shape;153;h26f5b0a23d79581a_2_6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4" name="Google Shape;154;h26f5b0a23d79581a_2_6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61" name="Shape 161"/>
        <p:cNvGrpSpPr/>
        <p:nvPr/>
      </p:nvGrpSpPr>
      <p:grpSpPr>
        <a:xfrm>
          <a:off x="0" y="0"/>
          <a:ext cx="0" cy="0"/>
          <a:chOff x="0" y="0"/>
          <a:chExt cx="0" cy="0"/>
        </a:xfrm>
      </p:grpSpPr>
      <p:sp>
        <p:nvSpPr>
          <p:cNvPr id="162" name="Google Shape;162;h26f5b0a23d79581a_12_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3" name="Google Shape;163;h26f5b0a23d79581a_12_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4" name="Google Shape;164;h26f5b0a23d79581a_12_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65" name="Shape 165"/>
        <p:cNvGrpSpPr/>
        <p:nvPr/>
      </p:nvGrpSpPr>
      <p:grpSpPr>
        <a:xfrm>
          <a:off x="0" y="0"/>
          <a:ext cx="0" cy="0"/>
          <a:chOff x="0" y="0"/>
          <a:chExt cx="0" cy="0"/>
        </a:xfrm>
      </p:grpSpPr>
      <p:sp>
        <p:nvSpPr>
          <p:cNvPr id="166" name="Google Shape;166;h26f5b0a23d79581a_12_10"/>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7" name="Google Shape;167;h26f5b0a23d79581a_12_10"/>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68" name="Google Shape;168;h26f5b0a23d79581a_12_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9" name="Google Shape;169;h26f5b0a23d79581a_12_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0" name="Google Shape;170;h26f5b0a23d79581a_12_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1" name="Shape 171"/>
        <p:cNvGrpSpPr/>
        <p:nvPr/>
      </p:nvGrpSpPr>
      <p:grpSpPr>
        <a:xfrm>
          <a:off x="0" y="0"/>
          <a:ext cx="0" cy="0"/>
          <a:chOff x="0" y="0"/>
          <a:chExt cx="0" cy="0"/>
        </a:xfrm>
      </p:grpSpPr>
      <p:sp>
        <p:nvSpPr>
          <p:cNvPr id="172" name="Google Shape;172;h26f5b0a23d79581a_12_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3" name="Google Shape;173;h26f5b0a23d79581a_12_1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74" name="Google Shape;174;h26f5b0a23d79581a_12_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5" name="Google Shape;175;h26f5b0a23d79581a_12_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6" name="Google Shape;176;h26f5b0a23d79581a_12_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7" name="Shape 177"/>
        <p:cNvGrpSpPr/>
        <p:nvPr/>
      </p:nvGrpSpPr>
      <p:grpSpPr>
        <a:xfrm>
          <a:off x="0" y="0"/>
          <a:ext cx="0" cy="0"/>
          <a:chOff x="0" y="0"/>
          <a:chExt cx="0" cy="0"/>
        </a:xfrm>
      </p:grpSpPr>
      <p:sp>
        <p:nvSpPr>
          <p:cNvPr id="178" name="Google Shape;178;h26f5b0a23d79581a_12_22"/>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9" name="Google Shape;179;h26f5b0a23d79581a_12_22"/>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180" name="Google Shape;180;h26f5b0a23d79581a_12_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1" name="Google Shape;181;h26f5b0a23d79581a_12_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2" name="Google Shape;182;h26f5b0a23d79581a_12_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83" name="Shape 183"/>
        <p:cNvGrpSpPr/>
        <p:nvPr/>
      </p:nvGrpSpPr>
      <p:grpSpPr>
        <a:xfrm>
          <a:off x="0" y="0"/>
          <a:ext cx="0" cy="0"/>
          <a:chOff x="0" y="0"/>
          <a:chExt cx="0" cy="0"/>
        </a:xfrm>
      </p:grpSpPr>
      <p:sp>
        <p:nvSpPr>
          <p:cNvPr id="184" name="Google Shape;184;h26f5b0a23d79581a_12_2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5" name="Google Shape;185;h26f5b0a23d79581a_12_28"/>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186" name="Google Shape;186;h26f5b0a23d79581a_12_28"/>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187" name="Google Shape;187;h26f5b0a23d79581a_12_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8" name="Google Shape;188;h26f5b0a23d79581a_12_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9" name="Google Shape;189;h26f5b0a23d79581a_12_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90" name="Shape 190"/>
        <p:cNvGrpSpPr/>
        <p:nvPr/>
      </p:nvGrpSpPr>
      <p:grpSpPr>
        <a:xfrm>
          <a:off x="0" y="0"/>
          <a:ext cx="0" cy="0"/>
          <a:chOff x="0" y="0"/>
          <a:chExt cx="0" cy="0"/>
        </a:xfrm>
      </p:grpSpPr>
      <p:sp>
        <p:nvSpPr>
          <p:cNvPr id="191" name="Google Shape;191;h26f5b0a23d79581a_12_3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2" name="Google Shape;192;h26f5b0a23d79581a_12_35"/>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193" name="Google Shape;193;h26f5b0a23d79581a_12_35"/>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194" name="Google Shape;194;h26f5b0a23d79581a_12_35"/>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195" name="Google Shape;195;h26f5b0a23d79581a_12_35"/>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196" name="Google Shape;196;h26f5b0a23d79581a_12_3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7" name="Google Shape;197;h26f5b0a23d79581a_12_3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8" name="Google Shape;198;h26f5b0a23d79581a_12_3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99" name="Shape 199"/>
        <p:cNvGrpSpPr/>
        <p:nvPr/>
      </p:nvGrpSpPr>
      <p:grpSpPr>
        <a:xfrm>
          <a:off x="0" y="0"/>
          <a:ext cx="0" cy="0"/>
          <a:chOff x="0" y="0"/>
          <a:chExt cx="0" cy="0"/>
        </a:xfrm>
      </p:grpSpPr>
      <p:sp>
        <p:nvSpPr>
          <p:cNvPr id="200" name="Google Shape;200;h26f5b0a23d79581a_12_4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1" name="Google Shape;201;h26f5b0a23d79581a_12_4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2" name="Google Shape;202;h26f5b0a23d79581a_12_4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3" name="Google Shape;203;h26f5b0a23d79581a_12_4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204" name="Shape 204"/>
        <p:cNvGrpSpPr/>
        <p:nvPr/>
      </p:nvGrpSpPr>
      <p:grpSpPr>
        <a:xfrm>
          <a:off x="0" y="0"/>
          <a:ext cx="0" cy="0"/>
          <a:chOff x="0" y="0"/>
          <a:chExt cx="0" cy="0"/>
        </a:xfrm>
      </p:grpSpPr>
      <p:sp>
        <p:nvSpPr>
          <p:cNvPr id="205" name="Google Shape;205;h26f5b0a23d79581a_12_4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6" name="Google Shape;206;h26f5b0a23d79581a_12_4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207" name="Google Shape;207;h26f5b0a23d79581a_12_4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208" name="Google Shape;208;h26f5b0a23d79581a_12_4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9" name="Google Shape;209;h26f5b0a23d79581a_12_4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0" name="Google Shape;210;h26f5b0a23d79581a_12_4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211" name="Shape 211"/>
        <p:cNvGrpSpPr/>
        <p:nvPr/>
      </p:nvGrpSpPr>
      <p:grpSpPr>
        <a:xfrm>
          <a:off x="0" y="0"/>
          <a:ext cx="0" cy="0"/>
          <a:chOff x="0" y="0"/>
          <a:chExt cx="0" cy="0"/>
        </a:xfrm>
      </p:grpSpPr>
      <p:sp>
        <p:nvSpPr>
          <p:cNvPr id="212" name="Google Shape;212;h26f5b0a23d79581a_12_56"/>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3" name="Google Shape;213;h26f5b0a23d79581a_12_56"/>
          <p:cNvSpPr/>
          <p:nvPr>
            <p:ph idx="2" type="pic"/>
          </p:nvPr>
        </p:nvSpPr>
        <p:spPr>
          <a:xfrm>
            <a:off x="1792288" y="612775"/>
            <a:ext cx="5486400" cy="4114800"/>
          </a:xfrm>
          <a:prstGeom prst="rect">
            <a:avLst/>
          </a:prstGeom>
          <a:noFill/>
          <a:ln>
            <a:noFill/>
          </a:ln>
        </p:spPr>
      </p:sp>
      <p:sp>
        <p:nvSpPr>
          <p:cNvPr id="214" name="Google Shape;214;h26f5b0a23d79581a_12_56"/>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215" name="Google Shape;215;h26f5b0a23d79581a_12_5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6" name="Google Shape;216;h26f5b0a23d79581a_12_5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7" name="Google Shape;217;h26f5b0a23d79581a_12_5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18" name="Shape 218"/>
        <p:cNvGrpSpPr/>
        <p:nvPr/>
      </p:nvGrpSpPr>
      <p:grpSpPr>
        <a:xfrm>
          <a:off x="0" y="0"/>
          <a:ext cx="0" cy="0"/>
          <a:chOff x="0" y="0"/>
          <a:chExt cx="0" cy="0"/>
        </a:xfrm>
      </p:grpSpPr>
      <p:sp>
        <p:nvSpPr>
          <p:cNvPr id="219" name="Google Shape;219;h26f5b0a23d79581a_12_6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0" name="Google Shape;220;h26f5b0a23d79581a_12_63"/>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21" name="Google Shape;221;h26f5b0a23d79581a_12_6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2" name="Google Shape;222;h26f5b0a23d79581a_12_6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3" name="Google Shape;223;h26f5b0a23d79581a_12_6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24" name="Shape 224"/>
        <p:cNvGrpSpPr/>
        <p:nvPr/>
      </p:nvGrpSpPr>
      <p:grpSpPr>
        <a:xfrm>
          <a:off x="0" y="0"/>
          <a:ext cx="0" cy="0"/>
          <a:chOff x="0" y="0"/>
          <a:chExt cx="0" cy="0"/>
        </a:xfrm>
      </p:grpSpPr>
      <p:sp>
        <p:nvSpPr>
          <p:cNvPr id="225" name="Google Shape;225;h26f5b0a23d79581a_12_69"/>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6" name="Google Shape;226;h26f5b0a23d79581a_12_69"/>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27" name="Google Shape;227;h26f5b0a23d79581a_12_6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8" name="Google Shape;228;h26f5b0a23d79581a_12_6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9" name="Google Shape;229;h26f5b0a23d79581a_12_6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36" name="Shape 236"/>
        <p:cNvGrpSpPr/>
        <p:nvPr/>
      </p:nvGrpSpPr>
      <p:grpSpPr>
        <a:xfrm>
          <a:off x="0" y="0"/>
          <a:ext cx="0" cy="0"/>
          <a:chOff x="0" y="0"/>
          <a:chExt cx="0" cy="0"/>
        </a:xfrm>
      </p:grpSpPr>
      <p:sp>
        <p:nvSpPr>
          <p:cNvPr id="237" name="Google Shape;237;h29ad1a1c935308b6_1_28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8" name="Google Shape;238;h29ad1a1c935308b6_1_28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9" name="Google Shape;239;h29ad1a1c935308b6_1_28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40" name="Shape 240"/>
        <p:cNvGrpSpPr/>
        <p:nvPr/>
      </p:nvGrpSpPr>
      <p:grpSpPr>
        <a:xfrm>
          <a:off x="0" y="0"/>
          <a:ext cx="0" cy="0"/>
          <a:chOff x="0" y="0"/>
          <a:chExt cx="0" cy="0"/>
        </a:xfrm>
      </p:grpSpPr>
      <p:sp>
        <p:nvSpPr>
          <p:cNvPr id="241" name="Google Shape;241;h29ad1a1c935308b6_1_288"/>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2" name="Google Shape;242;h29ad1a1c935308b6_1_288"/>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243" name="Google Shape;243;h29ad1a1c935308b6_1_28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4" name="Google Shape;244;h29ad1a1c935308b6_1_28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5" name="Google Shape;245;h29ad1a1c935308b6_1_28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46" name="Shape 246"/>
        <p:cNvGrpSpPr/>
        <p:nvPr/>
      </p:nvGrpSpPr>
      <p:grpSpPr>
        <a:xfrm>
          <a:off x="0" y="0"/>
          <a:ext cx="0" cy="0"/>
          <a:chOff x="0" y="0"/>
          <a:chExt cx="0" cy="0"/>
        </a:xfrm>
      </p:grpSpPr>
      <p:sp>
        <p:nvSpPr>
          <p:cNvPr id="247" name="Google Shape;247;h29ad1a1c935308b6_1_29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8" name="Google Shape;248;h29ad1a1c935308b6_1_29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49" name="Google Shape;249;h29ad1a1c935308b6_1_29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0" name="Google Shape;250;h29ad1a1c935308b6_1_29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1" name="Google Shape;251;h29ad1a1c935308b6_1_29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52" name="Shape 252"/>
        <p:cNvGrpSpPr/>
        <p:nvPr/>
      </p:nvGrpSpPr>
      <p:grpSpPr>
        <a:xfrm>
          <a:off x="0" y="0"/>
          <a:ext cx="0" cy="0"/>
          <a:chOff x="0" y="0"/>
          <a:chExt cx="0" cy="0"/>
        </a:xfrm>
      </p:grpSpPr>
      <p:sp>
        <p:nvSpPr>
          <p:cNvPr id="253" name="Google Shape;253;h29ad1a1c935308b6_1_300"/>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4" name="Google Shape;254;h29ad1a1c935308b6_1_300"/>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255" name="Google Shape;255;h29ad1a1c935308b6_1_30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6" name="Google Shape;256;h29ad1a1c935308b6_1_30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7" name="Google Shape;257;h29ad1a1c935308b6_1_30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58" name="Shape 258"/>
        <p:cNvGrpSpPr/>
        <p:nvPr/>
      </p:nvGrpSpPr>
      <p:grpSpPr>
        <a:xfrm>
          <a:off x="0" y="0"/>
          <a:ext cx="0" cy="0"/>
          <a:chOff x="0" y="0"/>
          <a:chExt cx="0" cy="0"/>
        </a:xfrm>
      </p:grpSpPr>
      <p:sp>
        <p:nvSpPr>
          <p:cNvPr id="259" name="Google Shape;259;h29ad1a1c935308b6_1_30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0" name="Google Shape;260;h29ad1a1c935308b6_1_30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261" name="Google Shape;261;h29ad1a1c935308b6_1_30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262" name="Google Shape;262;h29ad1a1c935308b6_1_30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3" name="Google Shape;263;h29ad1a1c935308b6_1_30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4" name="Google Shape;264;h29ad1a1c935308b6_1_30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265" name="Shape 265"/>
        <p:cNvGrpSpPr/>
        <p:nvPr/>
      </p:nvGrpSpPr>
      <p:grpSpPr>
        <a:xfrm>
          <a:off x="0" y="0"/>
          <a:ext cx="0" cy="0"/>
          <a:chOff x="0" y="0"/>
          <a:chExt cx="0" cy="0"/>
        </a:xfrm>
      </p:grpSpPr>
      <p:sp>
        <p:nvSpPr>
          <p:cNvPr id="266" name="Google Shape;266;h29ad1a1c935308b6_1_31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7" name="Google Shape;267;h29ad1a1c935308b6_1_313"/>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268" name="Google Shape;268;h29ad1a1c935308b6_1_313"/>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269" name="Google Shape;269;h29ad1a1c935308b6_1_313"/>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270" name="Google Shape;270;h29ad1a1c935308b6_1_313"/>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271" name="Google Shape;271;h29ad1a1c935308b6_1_31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2" name="Google Shape;272;h29ad1a1c935308b6_1_3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3" name="Google Shape;273;h29ad1a1c935308b6_1_3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74" name="Shape 274"/>
        <p:cNvGrpSpPr/>
        <p:nvPr/>
      </p:nvGrpSpPr>
      <p:grpSpPr>
        <a:xfrm>
          <a:off x="0" y="0"/>
          <a:ext cx="0" cy="0"/>
          <a:chOff x="0" y="0"/>
          <a:chExt cx="0" cy="0"/>
        </a:xfrm>
      </p:grpSpPr>
      <p:sp>
        <p:nvSpPr>
          <p:cNvPr id="275" name="Google Shape;275;h29ad1a1c935308b6_1_32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6" name="Google Shape;276;h29ad1a1c935308b6_1_3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7" name="Google Shape;277;h29ad1a1c935308b6_1_3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8" name="Google Shape;278;h29ad1a1c935308b6_1_3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279" name="Shape 279"/>
        <p:cNvGrpSpPr/>
        <p:nvPr/>
      </p:nvGrpSpPr>
      <p:grpSpPr>
        <a:xfrm>
          <a:off x="0" y="0"/>
          <a:ext cx="0" cy="0"/>
          <a:chOff x="0" y="0"/>
          <a:chExt cx="0" cy="0"/>
        </a:xfrm>
      </p:grpSpPr>
      <p:sp>
        <p:nvSpPr>
          <p:cNvPr id="280" name="Google Shape;280;h29ad1a1c935308b6_1_327"/>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1" name="Google Shape;281;h29ad1a1c935308b6_1_327"/>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282" name="Google Shape;282;h29ad1a1c935308b6_1_327"/>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283" name="Google Shape;283;h29ad1a1c935308b6_1_3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4" name="Google Shape;284;h29ad1a1c935308b6_1_3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5" name="Google Shape;285;h29ad1a1c935308b6_1_3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286" name="Shape 286"/>
        <p:cNvGrpSpPr/>
        <p:nvPr/>
      </p:nvGrpSpPr>
      <p:grpSpPr>
        <a:xfrm>
          <a:off x="0" y="0"/>
          <a:ext cx="0" cy="0"/>
          <a:chOff x="0" y="0"/>
          <a:chExt cx="0" cy="0"/>
        </a:xfrm>
      </p:grpSpPr>
      <p:sp>
        <p:nvSpPr>
          <p:cNvPr id="287" name="Google Shape;287;h29ad1a1c935308b6_1_334"/>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8" name="Google Shape;288;h29ad1a1c935308b6_1_334"/>
          <p:cNvSpPr/>
          <p:nvPr>
            <p:ph idx="2" type="pic"/>
          </p:nvPr>
        </p:nvSpPr>
        <p:spPr>
          <a:xfrm>
            <a:off x="1792288" y="612775"/>
            <a:ext cx="5486400" cy="4114800"/>
          </a:xfrm>
          <a:prstGeom prst="rect">
            <a:avLst/>
          </a:prstGeom>
          <a:noFill/>
          <a:ln>
            <a:noFill/>
          </a:ln>
        </p:spPr>
      </p:sp>
      <p:sp>
        <p:nvSpPr>
          <p:cNvPr id="289" name="Google Shape;289;h29ad1a1c935308b6_1_334"/>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290" name="Google Shape;290;h29ad1a1c935308b6_1_33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1" name="Google Shape;291;h29ad1a1c935308b6_1_33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2" name="Google Shape;292;h29ad1a1c935308b6_1_33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93" name="Shape 293"/>
        <p:cNvGrpSpPr/>
        <p:nvPr/>
      </p:nvGrpSpPr>
      <p:grpSpPr>
        <a:xfrm>
          <a:off x="0" y="0"/>
          <a:ext cx="0" cy="0"/>
          <a:chOff x="0" y="0"/>
          <a:chExt cx="0" cy="0"/>
        </a:xfrm>
      </p:grpSpPr>
      <p:sp>
        <p:nvSpPr>
          <p:cNvPr id="294" name="Google Shape;294;h29ad1a1c935308b6_1_34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5" name="Google Shape;295;h29ad1a1c935308b6_1_34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96" name="Google Shape;296;h29ad1a1c935308b6_1_34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7" name="Google Shape;297;h29ad1a1c935308b6_1_34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8" name="Google Shape;298;h29ad1a1c935308b6_1_34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99" name="Shape 299"/>
        <p:cNvGrpSpPr/>
        <p:nvPr/>
      </p:nvGrpSpPr>
      <p:grpSpPr>
        <a:xfrm>
          <a:off x="0" y="0"/>
          <a:ext cx="0" cy="0"/>
          <a:chOff x="0" y="0"/>
          <a:chExt cx="0" cy="0"/>
        </a:xfrm>
      </p:grpSpPr>
      <p:sp>
        <p:nvSpPr>
          <p:cNvPr id="300" name="Google Shape;300;h29ad1a1c935308b6_1_347"/>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1" name="Google Shape;301;h29ad1a1c935308b6_1_347"/>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302" name="Google Shape;302;h29ad1a1c935308b6_1_34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3" name="Google Shape;303;h29ad1a1c935308b6_1_34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4" name="Google Shape;304;h29ad1a1c935308b6_1_34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RAME">
  <p:cSld name="FRAME">
    <p:bg>
      <p:bgPr>
        <a:solidFill>
          <a:srgbClr val="FFFFFF"/>
        </a:solidFill>
      </p:bgPr>
    </p:bg>
    <p:spTree>
      <p:nvGrpSpPr>
        <p:cNvPr id="306" name="Shape 306"/>
        <p:cNvGrpSpPr/>
        <p:nvPr/>
      </p:nvGrpSpPr>
      <p:grpSpPr>
        <a:xfrm>
          <a:off x="0" y="0"/>
          <a:ext cx="0" cy="0"/>
          <a:chOff x="0" y="0"/>
          <a:chExt cx="0" cy="0"/>
        </a:xfrm>
      </p:grpSpPr>
      <p:sp>
        <p:nvSpPr>
          <p:cNvPr id="307" name="Google Shape;307;h29ad1a1c935308b6_12_1"/>
          <p:cNvSpPr/>
          <p:nvPr/>
        </p:nvSpPr>
        <p:spPr>
          <a:xfrm>
            <a:off x="0" y="3282696"/>
            <a:ext cx="18288000" cy="3575304"/>
          </a:xfrm>
          <a:prstGeom prst="rect">
            <a:avLst/>
          </a:prstGeom>
          <a:solidFill>
            <a:srgbClr val="CBDD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h29ad1a1c935308b6_12_1"/>
          <p:cNvSpPr/>
          <p:nvPr/>
        </p:nvSpPr>
        <p:spPr>
          <a:xfrm>
            <a:off x="0" y="6858000"/>
            <a:ext cx="18288000" cy="3429000"/>
          </a:xfrm>
          <a:prstGeom prst="rect">
            <a:avLst/>
          </a:prstGeom>
          <a:solidFill>
            <a:srgbClr val="94B6D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h29ad1a1c935308b6_12_1"/>
          <p:cNvSpPr/>
          <p:nvPr/>
        </p:nvSpPr>
        <p:spPr>
          <a:xfrm>
            <a:off x="731520" y="621792"/>
            <a:ext cx="16824960" cy="9052560"/>
          </a:xfrm>
          <a:prstGeom prst="rect">
            <a:avLst/>
          </a:prstGeom>
          <a:solidFill>
            <a:srgbClr val="FFFFFF"/>
          </a:solidFill>
          <a:ln cap="flat" cmpd="sng" w="38100">
            <a:solidFill>
              <a:srgbClr val="20538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h29ad1a1c935308b6_12_1"/>
          <p:cNvSpPr/>
          <p:nvPr/>
        </p:nvSpPr>
        <p:spPr>
          <a:xfrm>
            <a:off x="758952" y="9573768"/>
            <a:ext cx="16870680" cy="118872"/>
          </a:xfrm>
          <a:prstGeom prst="rect">
            <a:avLst/>
          </a:prstGeom>
          <a:solidFill>
            <a:srgbClr val="2053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h29ad1a1c935308b6_12_1"/>
          <p:cNvSpPr/>
          <p:nvPr/>
        </p:nvSpPr>
        <p:spPr>
          <a:xfrm>
            <a:off x="768096" y="658368"/>
            <a:ext cx="16760952" cy="1563624"/>
          </a:xfrm>
          <a:prstGeom prst="rect">
            <a:avLst/>
          </a:prstGeom>
          <a:solidFill>
            <a:srgbClr val="EEF6FF"/>
          </a:solidFill>
          <a:ln cap="flat" cmpd="sng" w="10150">
            <a:solidFill>
              <a:srgbClr val="20538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tmp/p/build/clip.png" id="312" name="Google Shape;312;h29ad1a1c935308b6_12_1"/>
          <p:cNvPicPr preferRelativeResize="0"/>
          <p:nvPr/>
        </p:nvPicPr>
        <p:blipFill rotWithShape="1">
          <a:blip r:embed="rId2">
            <a:alphaModFix/>
          </a:blip>
          <a:srcRect b="0" l="0" r="0" t="0"/>
          <a:stretch/>
        </p:blipFill>
        <p:spPr>
          <a:xfrm>
            <a:off x="15535656" y="164592"/>
            <a:ext cx="996696" cy="1024128"/>
          </a:xfrm>
          <a:prstGeom prst="rect">
            <a:avLst/>
          </a:prstGeom>
          <a:noFill/>
          <a:ln>
            <a:noFill/>
          </a:ln>
        </p:spPr>
      </p:pic>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313" name="Shape 313"/>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5.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theme" Target="../theme/theme3.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slideLayout" Target="../slideLayouts/slideLayout26.xml"/><Relationship Id="rId5" Type="http://schemas.openxmlformats.org/officeDocument/2006/relationships/slideLayout" Target="../slideLayouts/slideLayout27.xml"/><Relationship Id="rId6" Type="http://schemas.openxmlformats.org/officeDocument/2006/relationships/slideLayout" Target="../slideLayouts/slideLayout28.xml"/><Relationship Id="rId7" Type="http://schemas.openxmlformats.org/officeDocument/2006/relationships/slideLayout" Target="../slideLayouts/slideLayout29.xml"/><Relationship Id="rId8" Type="http://schemas.openxmlformats.org/officeDocument/2006/relationships/slideLayout" Target="../slideLayouts/slideLayout30.xml"/><Relationship Id="rId9" Type="http://schemas.openxmlformats.org/officeDocument/2006/relationships/slideLayout" Target="../slideLayouts/slideLayout31.xml"/><Relationship Id="rId10" Type="http://schemas.openxmlformats.org/officeDocument/2006/relationships/slideLayout" Target="../slideLayouts/slideLayout32.xml"/><Relationship Id="rId11" Type="http://schemas.openxmlformats.org/officeDocument/2006/relationships/slideLayout" Target="../slideLayouts/slideLayout33.xml"/><Relationship Id="rId12" Type="http://schemas.openxmlformats.org/officeDocument/2006/relationships/theme" Target="../theme/theme2.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slideLayout" Target="../slideLayouts/slideLayout35.xml"/><Relationship Id="rId3" Type="http://schemas.openxmlformats.org/officeDocument/2006/relationships/slideLayout" Target="../slideLayouts/slideLayout36.xml"/><Relationship Id="rId4" Type="http://schemas.openxmlformats.org/officeDocument/2006/relationships/slideLayout" Target="../slideLayouts/slideLayout37.xml"/><Relationship Id="rId5" Type="http://schemas.openxmlformats.org/officeDocument/2006/relationships/slideLayout" Target="../slideLayouts/slideLayout38.xml"/><Relationship Id="rId6" Type="http://schemas.openxmlformats.org/officeDocument/2006/relationships/slideLayout" Target="../slideLayouts/slideLayout39.xml"/><Relationship Id="rId7" Type="http://schemas.openxmlformats.org/officeDocument/2006/relationships/slideLayout" Target="../slideLayouts/slideLayout40.xml"/><Relationship Id="rId8" Type="http://schemas.openxmlformats.org/officeDocument/2006/relationships/slideLayout" Target="../slideLayouts/slideLayout41.xml"/><Relationship Id="rId9" Type="http://schemas.openxmlformats.org/officeDocument/2006/relationships/slideLayout" Target="../slideLayouts/slideLayout42.xml"/><Relationship Id="rId10" Type="http://schemas.openxmlformats.org/officeDocument/2006/relationships/slideLayout" Target="../slideLayouts/slideLayout43.xml"/><Relationship Id="rId11" Type="http://schemas.openxmlformats.org/officeDocument/2006/relationships/slideLayout" Target="../slideLayouts/slideLayout44.xml"/><Relationship Id="rId12" Type="http://schemas.openxmlformats.org/officeDocument/2006/relationships/theme" Target="../theme/theme1.xml"/></Relationships>
</file>

<file path=ppt/slideMasters/_rels/slideMaster5.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slideLayout" Target="../slideLayouts/slideLayout46.xml"/><Relationship Id="rId3" Type="http://schemas.openxmlformats.org/officeDocument/2006/relationships/theme" Target="../theme/theme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2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0" name="Shape 80"/>
        <p:cNvGrpSpPr/>
        <p:nvPr/>
      </p:nvGrpSpPr>
      <p:grpSpPr>
        <a:xfrm>
          <a:off x="0" y="0"/>
          <a:ext cx="0" cy="0"/>
          <a:chOff x="0" y="0"/>
          <a:chExt cx="0" cy="0"/>
        </a:xfrm>
      </p:grpSpPr>
      <p:sp>
        <p:nvSpPr>
          <p:cNvPr id="81" name="Google Shape;81;h26f5b0a23d79581a_2_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Arial"/>
              <a:buNone/>
              <a:defRPr b="0" i="0" spc="0" sz="44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9pPr>
          </a:lstStyle>
          <a:p/>
        </p:txBody>
      </p:sp>
      <p:sp>
        <p:nvSpPr>
          <p:cNvPr id="82" name="Google Shape;82;h26f5b0a23d79581a_2_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pc="0" sz="3200" u="none" cap="none" strike="noStrike">
                <a:solidFill>
                  <a:schemeClr val="dk1"/>
                </a:solidFill>
                <a:latin typeface="Arial"/>
                <a:ea typeface="Arial"/>
                <a:cs typeface="Arial"/>
                <a:sym typeface="Arial"/>
              </a:defRPr>
            </a:lvl1pPr>
            <a:lvl2pPr indent="-406400" lvl="1" marL="914400" marR="0" rtl="0" algn="l">
              <a:lnSpc>
                <a:spcPct val="100000"/>
              </a:lnSpc>
              <a:spcBef>
                <a:spcPts val="560"/>
              </a:spcBef>
              <a:spcAft>
                <a:spcPts val="0"/>
              </a:spcAft>
              <a:buClr>
                <a:schemeClr val="dk1"/>
              </a:buClr>
              <a:buSzPts val="2800"/>
              <a:buFont typeface="Arial"/>
              <a:buChar char="–"/>
              <a:defRPr b="0" i="0" spc="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pc="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pc="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pc="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pc="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pc="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pc="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pc="0" sz="2000" u="none" cap="none" strike="noStrike">
                <a:solidFill>
                  <a:schemeClr val="dk1"/>
                </a:solidFill>
                <a:latin typeface="Arial"/>
                <a:ea typeface="Arial"/>
                <a:cs typeface="Arial"/>
                <a:sym typeface="Arial"/>
              </a:defRPr>
            </a:lvl9pPr>
          </a:lstStyle>
          <a:p/>
        </p:txBody>
      </p:sp>
      <p:sp>
        <p:nvSpPr>
          <p:cNvPr id="83" name="Google Shape;83;h26f5b0a23d79581a_2_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pc="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Arial"/>
                <a:ea typeface="Arial"/>
                <a:cs typeface="Arial"/>
                <a:sym typeface="Arial"/>
              </a:defRPr>
            </a:lvl9pPr>
          </a:lstStyle>
          <a:p/>
        </p:txBody>
      </p:sp>
      <p:sp>
        <p:nvSpPr>
          <p:cNvPr id="84" name="Google Shape;84;h26f5b0a23d79581a_2_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pc="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Arial"/>
                <a:ea typeface="Arial"/>
                <a:cs typeface="Arial"/>
                <a:sym typeface="Arial"/>
              </a:defRPr>
            </a:lvl9pPr>
          </a:lstStyle>
          <a:p/>
        </p:txBody>
      </p:sp>
      <p:sp>
        <p:nvSpPr>
          <p:cNvPr id="85" name="Google Shape;85;h26f5b0a23d79581a_2_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5" name="Shape 155"/>
        <p:cNvGrpSpPr/>
        <p:nvPr/>
      </p:nvGrpSpPr>
      <p:grpSpPr>
        <a:xfrm>
          <a:off x="0" y="0"/>
          <a:ext cx="0" cy="0"/>
          <a:chOff x="0" y="0"/>
          <a:chExt cx="0" cy="0"/>
        </a:xfrm>
      </p:grpSpPr>
      <p:sp>
        <p:nvSpPr>
          <p:cNvPr id="156" name="Google Shape;156;h26f5b0a23d79581a_12_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pc="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9pPr>
          </a:lstStyle>
          <a:p/>
        </p:txBody>
      </p:sp>
      <p:sp>
        <p:nvSpPr>
          <p:cNvPr id="157" name="Google Shape;157;h26f5b0a23d79581a_12_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pc="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pc="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pc="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pc="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pc="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pc="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pc="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pc="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pc="0" sz="2000" u="none" cap="none" strike="noStrike">
                <a:solidFill>
                  <a:schemeClr val="dk1"/>
                </a:solidFill>
                <a:latin typeface="Calibri"/>
                <a:ea typeface="Calibri"/>
                <a:cs typeface="Calibri"/>
                <a:sym typeface="Calibri"/>
              </a:defRPr>
            </a:lvl9pPr>
          </a:lstStyle>
          <a:p/>
        </p:txBody>
      </p:sp>
      <p:sp>
        <p:nvSpPr>
          <p:cNvPr id="158" name="Google Shape;158;h26f5b0a23d79581a_12_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pc="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9pPr>
          </a:lstStyle>
          <a:p/>
        </p:txBody>
      </p:sp>
      <p:sp>
        <p:nvSpPr>
          <p:cNvPr id="159" name="Google Shape;159;h26f5b0a23d79581a_12_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pc="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9pPr>
          </a:lstStyle>
          <a:p/>
        </p:txBody>
      </p:sp>
      <p:sp>
        <p:nvSpPr>
          <p:cNvPr id="160" name="Google Shape;160;h26f5b0a23d79581a_12_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pc="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30" name="Shape 230"/>
        <p:cNvGrpSpPr/>
        <p:nvPr/>
      </p:nvGrpSpPr>
      <p:grpSpPr>
        <a:xfrm>
          <a:off x="0" y="0"/>
          <a:ext cx="0" cy="0"/>
          <a:chOff x="0" y="0"/>
          <a:chExt cx="0" cy="0"/>
        </a:xfrm>
      </p:grpSpPr>
      <p:sp>
        <p:nvSpPr>
          <p:cNvPr id="231" name="Google Shape;231;h29ad1a1c935308b6_1_27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32" name="Google Shape;232;h29ad1a1c935308b6_1_27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233" name="Google Shape;233;h29ad1a1c935308b6_1_27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34" name="Google Shape;234;h29ad1a1c935308b6_1_27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35" name="Google Shape;235;h29ad1a1c935308b6_1_27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97" r:id="rId1"/>
    <p:sldLayoutId id="2147483698"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4.png"/><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4.png"/><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4.png"/><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1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1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7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1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1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png"/><Relationship Id="rId4"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png"/><Relationship Id="rId4" Type="http://schemas.openxmlformats.org/officeDocument/2006/relationships/image" Target="../media/image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2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19.png"/><Relationship Id="rId6" Type="http://schemas.openxmlformats.org/officeDocument/2006/relationships/image" Target="../media/image2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png"/><Relationship Id="rId4" Type="http://schemas.openxmlformats.org/officeDocument/2006/relationships/image" Target="../media/image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png"/><Relationship Id="rId4" Type="http://schemas.openxmlformats.org/officeDocument/2006/relationships/image" Target="../media/image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1.png"/><Relationship Id="rId4" Type="http://schemas.openxmlformats.org/officeDocument/2006/relationships/image" Target="../media/image1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1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2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20.png"/><Relationship Id="rId6" Type="http://schemas.openxmlformats.org/officeDocument/2006/relationships/image" Target="../media/image2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16.png"/><Relationship Id="rId6" Type="http://schemas.openxmlformats.org/officeDocument/2006/relationships/image" Target="../media/image18.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1.png"/><Relationship Id="rId4" Type="http://schemas.openxmlformats.org/officeDocument/2006/relationships/image" Target="../media/image2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2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0.png"/><Relationship Id="rId6" Type="http://schemas.openxmlformats.org/officeDocument/2006/relationships/image" Target="../media/image28.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27.png"/><Relationship Id="rId6" Type="http://schemas.openxmlformats.org/officeDocument/2006/relationships/image" Target="../media/image31.png"/><Relationship Id="rId7" Type="http://schemas.openxmlformats.org/officeDocument/2006/relationships/image" Target="../media/image29.png"/><Relationship Id="rId8" Type="http://schemas.openxmlformats.org/officeDocument/2006/relationships/image" Target="../media/image3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5.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3.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4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4.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6.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7.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9.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8.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40.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54.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45.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42.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46.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46.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44.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43.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 Id="rId3" Type="http://schemas.openxmlformats.org/officeDocument/2006/relationships/image" Target="../media/image1.png"/><Relationship Id="rId4" Type="http://schemas.openxmlformats.org/officeDocument/2006/relationships/image" Target="../media/image2.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47.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50.png"/><Relationship Id="rId6" Type="http://schemas.openxmlformats.org/officeDocument/2006/relationships/image" Target="../media/image48.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53.png"/><Relationship Id="rId6" Type="http://schemas.openxmlformats.org/officeDocument/2006/relationships/image" Target="../media/image51.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49.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8.xml"/><Relationship Id="rId3" Type="http://schemas.openxmlformats.org/officeDocument/2006/relationships/image" Target="../media/image1.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9.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58.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0.xml"/><Relationship Id="rId3" Type="http://schemas.openxmlformats.org/officeDocument/2006/relationships/image" Target="../media/image1.png"/><Relationship Id="rId4" Type="http://schemas.openxmlformats.org/officeDocument/2006/relationships/image" Target="../media/image59.png"/><Relationship Id="rId5" Type="http://schemas.openxmlformats.org/officeDocument/2006/relationships/image" Target="../media/image57.png"/><Relationship Id="rId6" Type="http://schemas.openxmlformats.org/officeDocument/2006/relationships/image" Target="../media/image61.png"/><Relationship Id="rId7" Type="http://schemas.openxmlformats.org/officeDocument/2006/relationships/image" Target="../media/image56.png"/><Relationship Id="rId8" Type="http://schemas.openxmlformats.org/officeDocument/2006/relationships/image" Target="../media/image64.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67.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64.xml"/><Relationship Id="rId3" Type="http://schemas.openxmlformats.org/officeDocument/2006/relationships/image" Target="../media/image65.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65.xml"/><Relationship Id="rId3" Type="http://schemas.openxmlformats.org/officeDocument/2006/relationships/image" Target="../media/image5.jpg"/><Relationship Id="rId4" Type="http://schemas.openxmlformats.org/officeDocument/2006/relationships/image" Target="../media/image7.jpg"/><Relationship Id="rId5" Type="http://schemas.openxmlformats.org/officeDocument/2006/relationships/image" Target="../media/image8.jpg"/><Relationship Id="rId6" Type="http://schemas.openxmlformats.org/officeDocument/2006/relationships/image" Target="../media/image52.jpg"/><Relationship Id="rId7" Type="http://schemas.openxmlformats.org/officeDocument/2006/relationships/image" Target="../media/image55.jpg"/><Relationship Id="rId9" Type="http://schemas.openxmlformats.org/officeDocument/2006/relationships/image" Target="../media/image3.jp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66.xml"/><Relationship Id="rId3" Type="http://schemas.openxmlformats.org/officeDocument/2006/relationships/image" Target="../media/image62.jpg"/><Relationship Id="rId4" Type="http://schemas.openxmlformats.org/officeDocument/2006/relationships/image" Target="../media/image63.jpg"/><Relationship Id="rId5" Type="http://schemas.openxmlformats.org/officeDocument/2006/relationships/image" Target="../media/image66.jpg"/><Relationship Id="rId7" Type="http://schemas.openxmlformats.org/officeDocument/2006/relationships/image" Target="../media/image60.jp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67.xml"/><Relationship Id="rId3" Type="http://schemas.openxmlformats.org/officeDocument/2006/relationships/image" Target="../media/image70.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 Id="rId3" Type="http://schemas.openxmlformats.org/officeDocument/2006/relationships/image" Target="../media/image4.png"/><Relationship Id="rId4" Type="http://schemas.openxmlformats.org/officeDocument/2006/relationships/image" Target="../media/image1.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 Id="rId3" Type="http://schemas.openxmlformats.org/officeDocument/2006/relationships/image" Target="../media/image1.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 Id="rId3" Type="http://schemas.openxmlformats.org/officeDocument/2006/relationships/image" Target="../media/image1.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grpSp>
        <p:nvGrpSpPr>
          <p:cNvPr id="318" name="Google Shape;318;p1"/>
          <p:cNvGrpSpPr/>
          <p:nvPr/>
        </p:nvGrpSpPr>
        <p:grpSpPr>
          <a:xfrm>
            <a:off x="-1081198" y="3274348"/>
            <a:ext cx="20615256" cy="7012652"/>
            <a:chOff x="-99237" y="-1"/>
            <a:chExt cx="27487007" cy="9350203"/>
          </a:xfrm>
        </p:grpSpPr>
        <p:grpSp>
          <p:nvGrpSpPr>
            <p:cNvPr id="319" name="Google Shape;319;p1"/>
            <p:cNvGrpSpPr/>
            <p:nvPr/>
          </p:nvGrpSpPr>
          <p:grpSpPr>
            <a:xfrm rot="-5400000">
              <a:off x="11107419" y="-11206657"/>
              <a:ext cx="4770675" cy="27183987"/>
              <a:chOff x="0" y="-38100"/>
              <a:chExt cx="1831597" cy="10436700"/>
            </a:xfrm>
          </p:grpSpPr>
          <p:sp>
            <p:nvSpPr>
              <p:cNvPr id="320" name="Google Shape;320;p1"/>
              <p:cNvSpPr/>
              <p:nvPr/>
            </p:nvSpPr>
            <p:spPr>
              <a:xfrm>
                <a:off x="0" y="0"/>
                <a:ext cx="1831597" cy="10398600"/>
              </a:xfrm>
              <a:custGeom>
                <a:rect b="b" l="l" r="r" t="t"/>
                <a:pathLst>
                  <a:path extrusionOk="0" h="10398600" w="1831597">
                    <a:moveTo>
                      <a:pt x="0" y="0"/>
                    </a:moveTo>
                    <a:lnTo>
                      <a:pt x="1831597" y="0"/>
                    </a:lnTo>
                    <a:lnTo>
                      <a:pt x="1831597" y="10398600"/>
                    </a:lnTo>
                    <a:lnTo>
                      <a:pt x="0" y="10398600"/>
                    </a:lnTo>
                    <a:close/>
                  </a:path>
                </a:pathLst>
              </a:custGeom>
              <a:solidFill>
                <a:srgbClr val="CBDDEF"/>
              </a:solidFill>
              <a:ln>
                <a:noFill/>
              </a:ln>
            </p:spPr>
          </p:sp>
          <p:sp>
            <p:nvSpPr>
              <p:cNvPr id="321" name="Google Shape;321;p1"/>
              <p:cNvSpPr txBox="1"/>
              <p:nvPr/>
            </p:nvSpPr>
            <p:spPr>
              <a:xfrm>
                <a:off x="0" y="-38100"/>
                <a:ext cx="1831597" cy="10436700"/>
              </a:xfrm>
              <a:prstGeom prst="rect">
                <a:avLst/>
              </a:prstGeom>
              <a:noFill/>
              <a:ln>
                <a:noFill/>
              </a:ln>
            </p:spPr>
            <p:txBody>
              <a:bodyPr anchorCtr="0" anchor="ctr" bIns="27000" lIns="27000" spcFirstLastPara="1" rIns="27000" wrap="square" tIns="27000">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22" name="Google Shape;322;p1"/>
            <p:cNvGrpSpPr/>
            <p:nvPr/>
          </p:nvGrpSpPr>
          <p:grpSpPr>
            <a:xfrm rot="-5400000">
              <a:off x="11636974" y="-6400594"/>
              <a:ext cx="4579528" cy="26922063"/>
              <a:chOff x="0" y="-38100"/>
              <a:chExt cx="1758210" cy="10336140"/>
            </a:xfrm>
          </p:grpSpPr>
          <p:sp>
            <p:nvSpPr>
              <p:cNvPr id="323" name="Google Shape;323;p1"/>
              <p:cNvSpPr/>
              <p:nvPr/>
            </p:nvSpPr>
            <p:spPr>
              <a:xfrm>
                <a:off x="0" y="0"/>
                <a:ext cx="1758210" cy="10298040"/>
              </a:xfrm>
              <a:custGeom>
                <a:rect b="b" l="l" r="r" t="t"/>
                <a:pathLst>
                  <a:path extrusionOk="0" h="10298040" w="1758210">
                    <a:moveTo>
                      <a:pt x="0" y="0"/>
                    </a:moveTo>
                    <a:lnTo>
                      <a:pt x="1758210" y="0"/>
                    </a:lnTo>
                    <a:lnTo>
                      <a:pt x="1758210" y="10298040"/>
                    </a:lnTo>
                    <a:lnTo>
                      <a:pt x="0" y="10298040"/>
                    </a:lnTo>
                    <a:close/>
                  </a:path>
                </a:pathLst>
              </a:custGeom>
              <a:solidFill>
                <a:srgbClr val="94B6DA"/>
              </a:solidFill>
              <a:ln>
                <a:noFill/>
              </a:ln>
            </p:spPr>
          </p:sp>
          <p:sp>
            <p:nvSpPr>
              <p:cNvPr id="324" name="Google Shape;324;p1"/>
              <p:cNvSpPr txBox="1"/>
              <p:nvPr/>
            </p:nvSpPr>
            <p:spPr>
              <a:xfrm>
                <a:off x="0" y="-38100"/>
                <a:ext cx="1758210" cy="10336140"/>
              </a:xfrm>
              <a:prstGeom prst="rect">
                <a:avLst/>
              </a:prstGeom>
              <a:noFill/>
              <a:ln>
                <a:noFill/>
              </a:ln>
            </p:spPr>
            <p:txBody>
              <a:bodyPr anchorCtr="0" anchor="ctr" bIns="27000" lIns="27000" spcFirstLastPara="1" rIns="27000" wrap="square" tIns="27000">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grpSp>
        <p:nvGrpSpPr>
          <p:cNvPr id="325" name="Google Shape;325;p1"/>
          <p:cNvGrpSpPr/>
          <p:nvPr/>
        </p:nvGrpSpPr>
        <p:grpSpPr>
          <a:xfrm>
            <a:off x="731085" y="622849"/>
            <a:ext cx="16825832" cy="9050183"/>
            <a:chOff x="0" y="-108814"/>
            <a:chExt cx="22434442" cy="12066910"/>
          </a:xfrm>
        </p:grpSpPr>
        <p:grpSp>
          <p:nvGrpSpPr>
            <p:cNvPr id="326" name="Google Shape;326;p1"/>
            <p:cNvGrpSpPr/>
            <p:nvPr/>
          </p:nvGrpSpPr>
          <p:grpSpPr>
            <a:xfrm>
              <a:off x="26537" y="10214890"/>
              <a:ext cx="22386981" cy="1743206"/>
              <a:chOff x="0" y="-47625"/>
              <a:chExt cx="9809754" cy="763855"/>
            </a:xfrm>
          </p:grpSpPr>
          <p:sp>
            <p:nvSpPr>
              <p:cNvPr id="327" name="Google Shape;327;p1"/>
              <p:cNvSpPr/>
              <p:nvPr/>
            </p:nvSpPr>
            <p:spPr>
              <a:xfrm>
                <a:off x="0" y="0"/>
                <a:ext cx="9809754" cy="716230"/>
              </a:xfrm>
              <a:custGeom>
                <a:rect b="b" l="l" r="r" t="t"/>
                <a:pathLst>
                  <a:path extrusionOk="0" h="716230" w="9809754">
                    <a:moveTo>
                      <a:pt x="0" y="0"/>
                    </a:moveTo>
                    <a:lnTo>
                      <a:pt x="9809754" y="0"/>
                    </a:lnTo>
                    <a:lnTo>
                      <a:pt x="9809754" y="716230"/>
                    </a:lnTo>
                    <a:lnTo>
                      <a:pt x="0" y="716230"/>
                    </a:lnTo>
                    <a:close/>
                  </a:path>
                </a:pathLst>
              </a:custGeom>
              <a:solidFill>
                <a:srgbClr val="20538B"/>
              </a:solidFill>
              <a:ln cap="sq" cmpd="sng" w="38100">
                <a:solidFill>
                  <a:srgbClr val="20538B"/>
                </a:solidFill>
                <a:prstDash val="solid"/>
                <a:miter lim="8000"/>
                <a:headEnd len="sm" w="sm" type="none"/>
                <a:tailEnd len="sm" w="sm" type="none"/>
              </a:ln>
            </p:spPr>
          </p:sp>
          <p:sp>
            <p:nvSpPr>
              <p:cNvPr id="328" name="Google Shape;328;p1"/>
              <p:cNvSpPr txBox="1"/>
              <p:nvPr/>
            </p:nvSpPr>
            <p:spPr>
              <a:xfrm>
                <a:off x="0" y="-47625"/>
                <a:ext cx="9809754" cy="763855"/>
              </a:xfrm>
              <a:prstGeom prst="rect">
                <a:avLst/>
              </a:prstGeom>
              <a:noFill/>
              <a:ln>
                <a:noFill/>
              </a:ln>
            </p:spPr>
            <p:txBody>
              <a:bodyPr anchorCtr="0" anchor="ctr" bIns="50800" lIns="50800" spcFirstLastPara="1" rIns="50800" wrap="square" tIns="50800">
                <a:noAutofit/>
              </a:bodyPr>
              <a:lstStyle/>
              <a:p>
                <a:pPr indent="0" lvl="0" marL="0" marR="0" rtl="0" algn="ctr">
                  <a:lnSpc>
                    <a:spcPct val="175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29" name="Google Shape;329;p1"/>
            <p:cNvGrpSpPr/>
            <p:nvPr/>
          </p:nvGrpSpPr>
          <p:grpSpPr>
            <a:xfrm>
              <a:off x="0" y="-108814"/>
              <a:ext cx="22434442" cy="11946255"/>
              <a:chOff x="0" y="-47625"/>
              <a:chExt cx="9818922" cy="5228539"/>
            </a:xfrm>
          </p:grpSpPr>
          <p:sp>
            <p:nvSpPr>
              <p:cNvPr id="330" name="Google Shape;330;p1"/>
              <p:cNvSpPr/>
              <p:nvPr/>
            </p:nvSpPr>
            <p:spPr>
              <a:xfrm>
                <a:off x="0" y="0"/>
                <a:ext cx="9818922" cy="5180914"/>
              </a:xfrm>
              <a:custGeom>
                <a:rect b="b" l="l" r="r" t="t"/>
                <a:pathLst>
                  <a:path extrusionOk="0" h="5180914" w="9818922">
                    <a:moveTo>
                      <a:pt x="0" y="0"/>
                    </a:moveTo>
                    <a:lnTo>
                      <a:pt x="9818922" y="0"/>
                    </a:lnTo>
                    <a:lnTo>
                      <a:pt x="9818922" y="5180914"/>
                    </a:lnTo>
                    <a:lnTo>
                      <a:pt x="0" y="5180914"/>
                    </a:lnTo>
                    <a:close/>
                  </a:path>
                </a:pathLst>
              </a:custGeom>
              <a:solidFill>
                <a:srgbClr val="FFFFFF"/>
              </a:solidFill>
              <a:ln cap="sq" cmpd="sng" w="38100">
                <a:solidFill>
                  <a:srgbClr val="20538B"/>
                </a:solidFill>
                <a:prstDash val="solid"/>
                <a:miter lim="8000"/>
                <a:headEnd len="sm" w="sm" type="none"/>
                <a:tailEnd len="sm" w="sm" type="none"/>
              </a:ln>
            </p:spPr>
          </p:sp>
          <p:sp>
            <p:nvSpPr>
              <p:cNvPr id="331" name="Google Shape;331;p1"/>
              <p:cNvSpPr txBox="1"/>
              <p:nvPr/>
            </p:nvSpPr>
            <p:spPr>
              <a:xfrm>
                <a:off x="0" y="-47625"/>
                <a:ext cx="9818921" cy="5228539"/>
              </a:xfrm>
              <a:prstGeom prst="rect">
                <a:avLst/>
              </a:prstGeom>
              <a:noFill/>
              <a:ln>
                <a:noFill/>
              </a:ln>
            </p:spPr>
            <p:txBody>
              <a:bodyPr anchorCtr="0" anchor="ctr" bIns="50800" lIns="50800" spcFirstLastPara="1" rIns="50800" wrap="square" tIns="50800">
                <a:noAutofit/>
              </a:bodyPr>
              <a:lstStyle/>
              <a:p>
                <a:pPr indent="0" lvl="0" marL="0" marR="0" rtl="0" algn="ctr">
                  <a:lnSpc>
                    <a:spcPct val="175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sp>
        <p:nvSpPr>
          <p:cNvPr id="332" name="Google Shape;332;p1"/>
          <p:cNvSpPr/>
          <p:nvPr/>
        </p:nvSpPr>
        <p:spPr>
          <a:xfrm>
            <a:off x="15531691" y="160918"/>
            <a:ext cx="996214" cy="1021758"/>
          </a:xfrm>
          <a:custGeom>
            <a:rect b="b" l="l" r="r" t="t"/>
            <a:pathLst>
              <a:path extrusionOk="0" h="1021758" w="996214">
                <a:moveTo>
                  <a:pt x="0" y="0"/>
                </a:moveTo>
                <a:lnTo>
                  <a:pt x="996214" y="0"/>
                </a:lnTo>
                <a:lnTo>
                  <a:pt x="996214" y="1021758"/>
                </a:lnTo>
                <a:lnTo>
                  <a:pt x="0" y="1021758"/>
                </a:lnTo>
                <a:lnTo>
                  <a:pt x="0" y="0"/>
                </a:lnTo>
                <a:close/>
              </a:path>
            </a:pathLst>
          </a:custGeom>
          <a:blipFill rotWithShape="1">
            <a:blip r:embed="rId3">
              <a:alphaModFix/>
            </a:blip>
            <a:stretch>
              <a:fillRect b="0" l="0" r="0" t="0"/>
            </a:stretch>
          </a:blipFill>
          <a:ln>
            <a:noFill/>
          </a:ln>
        </p:spPr>
      </p:sp>
      <p:cxnSp>
        <p:nvCxnSpPr>
          <p:cNvPr id="333" name="Google Shape;333;p1"/>
          <p:cNvCxnSpPr/>
          <p:nvPr/>
        </p:nvCxnSpPr>
        <p:spPr>
          <a:xfrm>
            <a:off x="13581110" y="7472315"/>
            <a:ext cx="3028500" cy="0"/>
          </a:xfrm>
          <a:prstGeom prst="straightConnector1">
            <a:avLst/>
          </a:prstGeom>
          <a:noFill/>
          <a:ln cap="flat" cmpd="sng" w="19050">
            <a:solidFill>
              <a:srgbClr val="94B6DA"/>
            </a:solidFill>
            <a:prstDash val="solid"/>
            <a:round/>
            <a:headEnd len="sm" w="sm" type="none"/>
            <a:tailEnd len="sm" w="sm" type="none"/>
          </a:ln>
        </p:spPr>
      </p:cxnSp>
      <p:cxnSp>
        <p:nvCxnSpPr>
          <p:cNvPr id="334" name="Google Shape;334;p1"/>
          <p:cNvCxnSpPr/>
          <p:nvPr/>
        </p:nvCxnSpPr>
        <p:spPr>
          <a:xfrm>
            <a:off x="13581160" y="9122392"/>
            <a:ext cx="3028389" cy="0"/>
          </a:xfrm>
          <a:prstGeom prst="straightConnector1">
            <a:avLst/>
          </a:prstGeom>
          <a:noFill/>
          <a:ln cap="flat" cmpd="sng" w="19050">
            <a:solidFill>
              <a:srgbClr val="94B6DA"/>
            </a:solidFill>
            <a:prstDash val="solid"/>
            <a:round/>
            <a:headEnd len="sm" w="sm" type="none"/>
            <a:tailEnd len="sm" w="sm" type="none"/>
          </a:ln>
        </p:spPr>
      </p:cxnSp>
      <p:sp>
        <p:nvSpPr>
          <p:cNvPr id="335" name="Google Shape;335;p1"/>
          <p:cNvSpPr txBox="1"/>
          <p:nvPr/>
        </p:nvSpPr>
        <p:spPr>
          <a:xfrm>
            <a:off x="5031533" y="4194175"/>
            <a:ext cx="8224934" cy="1708151"/>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None/>
            </a:pPr>
            <a:r>
              <a:rPr b="1" i="0" lang="en-US" sz="9999" u="none" cap="none" strike="noStrike">
                <a:solidFill>
                  <a:srgbClr val="20538B"/>
                </a:solidFill>
                <a:latin typeface="Arial"/>
                <a:ea typeface="Arial"/>
                <a:cs typeface="Arial"/>
                <a:sym typeface="Arial"/>
              </a:rPr>
              <a:t>에듀 체크</a:t>
            </a:r>
            <a:endParaRPr/>
          </a:p>
        </p:txBody>
      </p:sp>
      <p:sp>
        <p:nvSpPr>
          <p:cNvPr id="336" name="Google Shape;336;p1"/>
          <p:cNvSpPr txBox="1"/>
          <p:nvPr/>
        </p:nvSpPr>
        <p:spPr>
          <a:xfrm>
            <a:off x="5405924" y="6209075"/>
            <a:ext cx="7641000" cy="2772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1800" u="none" cap="none" strike="noStrike">
                <a:solidFill>
                  <a:srgbClr val="20538B"/>
                </a:solidFill>
                <a:latin typeface="Arial"/>
                <a:ea typeface="Arial"/>
                <a:cs typeface="Arial"/>
                <a:sym typeface="Arial"/>
              </a:rPr>
              <a:t>생성형 AI를 활용한 개인정보 유출 취약점 자동 진단 및 ISMS-P 인증기준 확인</a:t>
            </a:r>
            <a:endParaRPr/>
          </a:p>
        </p:txBody>
      </p:sp>
      <p:sp>
        <p:nvSpPr>
          <p:cNvPr id="337" name="Google Shape;337;p1"/>
          <p:cNvSpPr txBox="1"/>
          <p:nvPr/>
        </p:nvSpPr>
        <p:spPr>
          <a:xfrm>
            <a:off x="13256476" y="7603650"/>
            <a:ext cx="4073400" cy="1521900"/>
          </a:xfrm>
          <a:prstGeom prst="rect">
            <a:avLst/>
          </a:prstGeom>
          <a:noFill/>
          <a:ln>
            <a:noFill/>
          </a:ln>
        </p:spPr>
        <p:txBody>
          <a:bodyPr anchorCtr="0" anchor="t" bIns="0" lIns="0" spcFirstLastPara="1" rIns="0" wrap="square" tIns="0">
            <a:spAutoFit/>
          </a:bodyPr>
          <a:lstStyle/>
          <a:p>
            <a:pPr indent="0" lvl="0" marL="0" marR="0" rtl="0" algn="l">
              <a:lnSpc>
                <a:spcPct val="191972"/>
              </a:lnSpc>
              <a:spcBef>
                <a:spcPts val="0"/>
              </a:spcBef>
              <a:spcAft>
                <a:spcPts val="0"/>
              </a:spcAft>
              <a:buNone/>
            </a:pPr>
            <a:r>
              <a:rPr b="0" i="0" lang="en-US" sz="2043" u="none" cap="none" strike="noStrike">
                <a:solidFill>
                  <a:srgbClr val="20538B"/>
                </a:solidFill>
                <a:latin typeface="Arial"/>
                <a:ea typeface="Arial"/>
                <a:cs typeface="Arial"/>
                <a:sym typeface="Arial"/>
              </a:rPr>
              <a:t>팀원 : 박경민(팀장), 송예린, 어승효, 윤경은, 장은빈, 홍용민, 최재용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grpSp>
        <p:nvGrpSpPr>
          <p:cNvPr id="342" name="Google Shape;342;p2"/>
          <p:cNvGrpSpPr/>
          <p:nvPr/>
        </p:nvGrpSpPr>
        <p:grpSpPr>
          <a:xfrm>
            <a:off x="-1081198" y="3274348"/>
            <a:ext cx="20615256" cy="7012652"/>
            <a:chOff x="-99237" y="-1"/>
            <a:chExt cx="27487007" cy="9350203"/>
          </a:xfrm>
        </p:grpSpPr>
        <p:grpSp>
          <p:nvGrpSpPr>
            <p:cNvPr id="343" name="Google Shape;343;p2"/>
            <p:cNvGrpSpPr/>
            <p:nvPr/>
          </p:nvGrpSpPr>
          <p:grpSpPr>
            <a:xfrm rot="-5400000">
              <a:off x="11107419" y="-11206657"/>
              <a:ext cx="4770675" cy="27183987"/>
              <a:chOff x="0" y="-38100"/>
              <a:chExt cx="1831597" cy="10436700"/>
            </a:xfrm>
          </p:grpSpPr>
          <p:sp>
            <p:nvSpPr>
              <p:cNvPr id="344" name="Google Shape;344;p2"/>
              <p:cNvSpPr/>
              <p:nvPr/>
            </p:nvSpPr>
            <p:spPr>
              <a:xfrm>
                <a:off x="0" y="0"/>
                <a:ext cx="1831597" cy="10398600"/>
              </a:xfrm>
              <a:custGeom>
                <a:rect b="b" l="l" r="r" t="t"/>
                <a:pathLst>
                  <a:path extrusionOk="0" h="10398600" w="1831597">
                    <a:moveTo>
                      <a:pt x="0" y="0"/>
                    </a:moveTo>
                    <a:lnTo>
                      <a:pt x="1831597" y="0"/>
                    </a:lnTo>
                    <a:lnTo>
                      <a:pt x="1831597" y="10398600"/>
                    </a:lnTo>
                    <a:lnTo>
                      <a:pt x="0" y="10398600"/>
                    </a:lnTo>
                    <a:close/>
                  </a:path>
                </a:pathLst>
              </a:custGeom>
              <a:solidFill>
                <a:srgbClr val="CBDDEF"/>
              </a:solidFill>
              <a:ln>
                <a:noFill/>
              </a:ln>
            </p:spPr>
          </p:sp>
          <p:sp>
            <p:nvSpPr>
              <p:cNvPr id="345" name="Google Shape;345;p2"/>
              <p:cNvSpPr txBox="1"/>
              <p:nvPr/>
            </p:nvSpPr>
            <p:spPr>
              <a:xfrm>
                <a:off x="0" y="-38100"/>
                <a:ext cx="1831597" cy="10436700"/>
              </a:xfrm>
              <a:prstGeom prst="rect">
                <a:avLst/>
              </a:prstGeom>
              <a:noFill/>
              <a:ln>
                <a:noFill/>
              </a:ln>
            </p:spPr>
            <p:txBody>
              <a:bodyPr anchorCtr="0" anchor="ctr" bIns="27000" lIns="27000" spcFirstLastPara="1" rIns="27000" wrap="square" tIns="27000">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46" name="Google Shape;346;p2"/>
            <p:cNvGrpSpPr/>
            <p:nvPr/>
          </p:nvGrpSpPr>
          <p:grpSpPr>
            <a:xfrm rot="-5400000">
              <a:off x="11636974" y="-6400594"/>
              <a:ext cx="4579528" cy="26922063"/>
              <a:chOff x="0" y="-38100"/>
              <a:chExt cx="1758210" cy="10336140"/>
            </a:xfrm>
          </p:grpSpPr>
          <p:sp>
            <p:nvSpPr>
              <p:cNvPr id="347" name="Google Shape;347;p2"/>
              <p:cNvSpPr/>
              <p:nvPr/>
            </p:nvSpPr>
            <p:spPr>
              <a:xfrm>
                <a:off x="0" y="0"/>
                <a:ext cx="1758210" cy="10298040"/>
              </a:xfrm>
              <a:custGeom>
                <a:rect b="b" l="l" r="r" t="t"/>
                <a:pathLst>
                  <a:path extrusionOk="0" h="10298040" w="1758210">
                    <a:moveTo>
                      <a:pt x="0" y="0"/>
                    </a:moveTo>
                    <a:lnTo>
                      <a:pt x="1758210" y="0"/>
                    </a:lnTo>
                    <a:lnTo>
                      <a:pt x="1758210" y="10298040"/>
                    </a:lnTo>
                    <a:lnTo>
                      <a:pt x="0" y="10298040"/>
                    </a:lnTo>
                    <a:close/>
                  </a:path>
                </a:pathLst>
              </a:custGeom>
              <a:solidFill>
                <a:srgbClr val="94B6DA"/>
              </a:solidFill>
              <a:ln>
                <a:noFill/>
              </a:ln>
            </p:spPr>
          </p:sp>
          <p:sp>
            <p:nvSpPr>
              <p:cNvPr id="348" name="Google Shape;348;p2"/>
              <p:cNvSpPr txBox="1"/>
              <p:nvPr/>
            </p:nvSpPr>
            <p:spPr>
              <a:xfrm>
                <a:off x="0" y="-38100"/>
                <a:ext cx="1758210" cy="10336140"/>
              </a:xfrm>
              <a:prstGeom prst="rect">
                <a:avLst/>
              </a:prstGeom>
              <a:noFill/>
              <a:ln>
                <a:noFill/>
              </a:ln>
            </p:spPr>
            <p:txBody>
              <a:bodyPr anchorCtr="0" anchor="ctr" bIns="27000" lIns="27000" spcFirstLastPara="1" rIns="27000" wrap="square" tIns="27000">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grpSp>
        <p:nvGrpSpPr>
          <p:cNvPr id="349" name="Google Shape;349;p2"/>
          <p:cNvGrpSpPr/>
          <p:nvPr/>
        </p:nvGrpSpPr>
        <p:grpSpPr>
          <a:xfrm>
            <a:off x="870632" y="8320382"/>
            <a:ext cx="16790236" cy="1307404"/>
            <a:chOff x="0" y="-47625"/>
            <a:chExt cx="9809754" cy="763855"/>
          </a:xfrm>
        </p:grpSpPr>
        <p:sp>
          <p:nvSpPr>
            <p:cNvPr id="350" name="Google Shape;350;p2"/>
            <p:cNvSpPr/>
            <p:nvPr/>
          </p:nvSpPr>
          <p:spPr>
            <a:xfrm>
              <a:off x="0" y="0"/>
              <a:ext cx="9809754" cy="716230"/>
            </a:xfrm>
            <a:custGeom>
              <a:rect b="b" l="l" r="r" t="t"/>
              <a:pathLst>
                <a:path extrusionOk="0" h="716230" w="9809754">
                  <a:moveTo>
                    <a:pt x="0" y="0"/>
                  </a:moveTo>
                  <a:lnTo>
                    <a:pt x="9809754" y="0"/>
                  </a:lnTo>
                  <a:lnTo>
                    <a:pt x="9809754" y="716230"/>
                  </a:lnTo>
                  <a:lnTo>
                    <a:pt x="0" y="716230"/>
                  </a:lnTo>
                  <a:close/>
                </a:path>
              </a:pathLst>
            </a:custGeom>
            <a:solidFill>
              <a:srgbClr val="20538B"/>
            </a:solidFill>
            <a:ln cap="sq" cmpd="sng" w="38100">
              <a:solidFill>
                <a:srgbClr val="20538B"/>
              </a:solidFill>
              <a:prstDash val="solid"/>
              <a:miter lim="8000"/>
              <a:headEnd len="sm" w="sm" type="none"/>
              <a:tailEnd len="sm" w="sm" type="none"/>
            </a:ln>
          </p:spPr>
        </p:sp>
        <p:sp>
          <p:nvSpPr>
            <p:cNvPr id="351" name="Google Shape;351;p2"/>
            <p:cNvSpPr txBox="1"/>
            <p:nvPr/>
          </p:nvSpPr>
          <p:spPr>
            <a:xfrm>
              <a:off x="0" y="-47625"/>
              <a:ext cx="9809754" cy="763855"/>
            </a:xfrm>
            <a:prstGeom prst="rect">
              <a:avLst/>
            </a:prstGeom>
            <a:noFill/>
            <a:ln>
              <a:noFill/>
            </a:ln>
          </p:spPr>
          <p:txBody>
            <a:bodyPr anchorCtr="0" anchor="ctr" bIns="50800" lIns="50800" spcFirstLastPara="1" rIns="50800" wrap="square" tIns="50800">
              <a:noAutofit/>
            </a:bodyPr>
            <a:lstStyle/>
            <a:p>
              <a:pPr indent="0" lvl="0" marL="0" marR="0" rtl="0" algn="ctr">
                <a:lnSpc>
                  <a:spcPct val="175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52" name="Google Shape;352;p2"/>
          <p:cNvGrpSpPr/>
          <p:nvPr/>
        </p:nvGrpSpPr>
        <p:grpSpPr>
          <a:xfrm>
            <a:off x="813579" y="585504"/>
            <a:ext cx="16825838" cy="8959624"/>
            <a:chOff x="0" y="-47625"/>
            <a:chExt cx="9819000" cy="5228539"/>
          </a:xfrm>
        </p:grpSpPr>
        <p:sp>
          <p:nvSpPr>
            <p:cNvPr id="353" name="Google Shape;353;p2"/>
            <p:cNvSpPr/>
            <p:nvPr/>
          </p:nvSpPr>
          <p:spPr>
            <a:xfrm>
              <a:off x="0" y="0"/>
              <a:ext cx="9818922" cy="5180914"/>
            </a:xfrm>
            <a:custGeom>
              <a:rect b="b" l="l" r="r" t="t"/>
              <a:pathLst>
                <a:path extrusionOk="0" h="5180914" w="9818922">
                  <a:moveTo>
                    <a:pt x="0" y="0"/>
                  </a:moveTo>
                  <a:lnTo>
                    <a:pt x="9818922" y="0"/>
                  </a:lnTo>
                  <a:lnTo>
                    <a:pt x="9818922" y="5180914"/>
                  </a:lnTo>
                  <a:lnTo>
                    <a:pt x="0" y="5180914"/>
                  </a:lnTo>
                  <a:close/>
                </a:path>
              </a:pathLst>
            </a:custGeom>
            <a:solidFill>
              <a:srgbClr val="FFFFFF"/>
            </a:solidFill>
            <a:ln cap="sq" cmpd="sng" w="38100">
              <a:solidFill>
                <a:srgbClr val="20538B"/>
              </a:solidFill>
              <a:prstDash val="solid"/>
              <a:miter lim="8000"/>
              <a:headEnd len="sm" w="sm" type="none"/>
              <a:tailEnd len="sm" w="sm" type="none"/>
            </a:ln>
          </p:spPr>
        </p:sp>
        <p:sp>
          <p:nvSpPr>
            <p:cNvPr id="354" name="Google Shape;354;p2"/>
            <p:cNvSpPr txBox="1"/>
            <p:nvPr/>
          </p:nvSpPr>
          <p:spPr>
            <a:xfrm>
              <a:off x="0" y="-47625"/>
              <a:ext cx="9819000" cy="5228400"/>
            </a:xfrm>
            <a:prstGeom prst="rect">
              <a:avLst/>
            </a:prstGeom>
            <a:noFill/>
            <a:ln>
              <a:noFill/>
            </a:ln>
          </p:spPr>
          <p:txBody>
            <a:bodyPr anchorCtr="0" anchor="ctr" bIns="50800" lIns="50800" spcFirstLastPara="1" rIns="50800" wrap="square" tIns="50800">
              <a:noAutofit/>
            </a:bodyPr>
            <a:lstStyle/>
            <a:p>
              <a:pPr indent="0" lvl="0" marL="0" marR="0" rtl="0" algn="ctr">
                <a:lnSpc>
                  <a:spcPct val="175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55" name="Google Shape;355;p2"/>
          <p:cNvGrpSpPr/>
          <p:nvPr/>
        </p:nvGrpSpPr>
        <p:grpSpPr>
          <a:xfrm>
            <a:off x="865520" y="599591"/>
            <a:ext cx="3241443" cy="8931435"/>
            <a:chOff x="0" y="-38100"/>
            <a:chExt cx="1659615" cy="4572886"/>
          </a:xfrm>
        </p:grpSpPr>
        <p:sp>
          <p:nvSpPr>
            <p:cNvPr id="356" name="Google Shape;356;p2"/>
            <p:cNvSpPr/>
            <p:nvPr/>
          </p:nvSpPr>
          <p:spPr>
            <a:xfrm>
              <a:off x="0" y="0"/>
              <a:ext cx="1659615" cy="4534786"/>
            </a:xfrm>
            <a:custGeom>
              <a:rect b="b" l="l" r="r" t="t"/>
              <a:pathLst>
                <a:path extrusionOk="0" h="4534786" w="1659615">
                  <a:moveTo>
                    <a:pt x="0" y="0"/>
                  </a:moveTo>
                  <a:lnTo>
                    <a:pt x="1659615" y="0"/>
                  </a:lnTo>
                  <a:lnTo>
                    <a:pt x="1659615" y="4534786"/>
                  </a:lnTo>
                  <a:lnTo>
                    <a:pt x="0" y="4534786"/>
                  </a:lnTo>
                  <a:close/>
                </a:path>
              </a:pathLst>
            </a:custGeom>
            <a:solidFill>
              <a:srgbClr val="EEF6FF"/>
            </a:solidFill>
            <a:ln cap="sq" cmpd="sng" w="19050">
              <a:solidFill>
                <a:srgbClr val="20538B"/>
              </a:solidFill>
              <a:prstDash val="solid"/>
              <a:miter lim="8000"/>
              <a:headEnd len="sm" w="sm" type="none"/>
              <a:tailEnd len="sm" w="sm" type="none"/>
            </a:ln>
          </p:spPr>
        </p:sp>
        <p:sp>
          <p:nvSpPr>
            <p:cNvPr id="357" name="Google Shape;357;p2"/>
            <p:cNvSpPr txBox="1"/>
            <p:nvPr/>
          </p:nvSpPr>
          <p:spPr>
            <a:xfrm>
              <a:off x="0" y="-38100"/>
              <a:ext cx="1659615" cy="4572886"/>
            </a:xfrm>
            <a:prstGeom prst="rect">
              <a:avLst/>
            </a:prstGeom>
            <a:noFill/>
            <a:ln>
              <a:noFill/>
            </a:ln>
          </p:spPr>
          <p:txBody>
            <a:bodyPr anchorCtr="0" anchor="ctr" bIns="39175" lIns="39175" spcFirstLastPara="1" rIns="39175" wrap="square" tIns="39175">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58" name="Google Shape;358;p2"/>
          <p:cNvGrpSpPr/>
          <p:nvPr/>
        </p:nvGrpSpPr>
        <p:grpSpPr>
          <a:xfrm>
            <a:off x="11582939" y="1882601"/>
            <a:ext cx="4274638" cy="865422"/>
            <a:chOff x="0" y="-285750"/>
            <a:chExt cx="5699516" cy="1153895"/>
          </a:xfrm>
        </p:grpSpPr>
        <p:sp>
          <p:nvSpPr>
            <p:cNvPr id="359" name="Google Shape;359;p2"/>
            <p:cNvSpPr txBox="1"/>
            <p:nvPr/>
          </p:nvSpPr>
          <p:spPr>
            <a:xfrm>
              <a:off x="0" y="-285750"/>
              <a:ext cx="872513" cy="1141195"/>
            </a:xfrm>
            <a:prstGeom prst="rect">
              <a:avLst/>
            </a:prstGeom>
            <a:noFill/>
            <a:ln>
              <a:noFill/>
            </a:ln>
          </p:spPr>
          <p:txBody>
            <a:bodyPr anchorCtr="0" anchor="t" bIns="0" lIns="0" spcFirstLastPara="1" rIns="0" wrap="square" tIns="0">
              <a:spAutoFit/>
            </a:bodyPr>
            <a:lstStyle/>
            <a:p>
              <a:pPr indent="0" lvl="0" marL="0" marR="0" rtl="0" algn="l">
                <a:lnSpc>
                  <a:spcPct val="192017"/>
                </a:lnSpc>
                <a:spcBef>
                  <a:spcPts val="0"/>
                </a:spcBef>
                <a:spcAft>
                  <a:spcPts val="0"/>
                </a:spcAft>
                <a:buNone/>
              </a:pPr>
              <a:r>
                <a:rPr b="1" i="0" lang="en-US" sz="4209" u="none" cap="none" strike="noStrike">
                  <a:solidFill>
                    <a:srgbClr val="CBDDEF"/>
                  </a:solidFill>
                  <a:latin typeface="Arial"/>
                  <a:ea typeface="Arial"/>
                  <a:cs typeface="Arial"/>
                  <a:sym typeface="Arial"/>
                </a:rPr>
                <a:t>2.</a:t>
              </a:r>
              <a:endParaRPr/>
            </a:p>
          </p:txBody>
        </p:sp>
        <p:cxnSp>
          <p:nvCxnSpPr>
            <p:cNvPr id="360" name="Google Shape;360;p2"/>
            <p:cNvCxnSpPr/>
            <p:nvPr/>
          </p:nvCxnSpPr>
          <p:spPr>
            <a:xfrm flipH="1" rot="10800000">
              <a:off x="49209" y="855445"/>
              <a:ext cx="5036680" cy="12700"/>
            </a:xfrm>
            <a:prstGeom prst="straightConnector1">
              <a:avLst/>
            </a:prstGeom>
            <a:noFill/>
            <a:ln cap="flat" cmpd="sng" w="25400">
              <a:solidFill>
                <a:srgbClr val="CBDDEF"/>
              </a:solidFill>
              <a:prstDash val="solid"/>
              <a:round/>
              <a:headEnd len="sm" w="sm" type="none"/>
              <a:tailEnd len="sm" w="sm" type="none"/>
            </a:ln>
          </p:spPr>
        </p:cxnSp>
        <p:sp>
          <p:nvSpPr>
            <p:cNvPr id="361" name="Google Shape;361;p2"/>
            <p:cNvSpPr txBox="1"/>
            <p:nvPr/>
          </p:nvSpPr>
          <p:spPr>
            <a:xfrm>
              <a:off x="872516" y="-81635"/>
              <a:ext cx="4827000" cy="514200"/>
            </a:xfrm>
            <a:prstGeom prst="rect">
              <a:avLst/>
            </a:prstGeom>
            <a:noFill/>
            <a:ln>
              <a:noFill/>
            </a:ln>
          </p:spPr>
          <p:txBody>
            <a:bodyPr anchorCtr="0" anchor="t" bIns="0" lIns="0" spcFirstLastPara="1" rIns="0" wrap="square" tIns="0">
              <a:spAutoFit/>
            </a:bodyPr>
            <a:lstStyle/>
            <a:p>
              <a:pPr indent="0" lvl="0" marL="0" marR="0" rtl="0" algn="l">
                <a:lnSpc>
                  <a:spcPct val="192015"/>
                </a:lnSpc>
                <a:spcBef>
                  <a:spcPts val="0"/>
                </a:spcBef>
                <a:spcAft>
                  <a:spcPts val="0"/>
                </a:spcAft>
                <a:buNone/>
              </a:pPr>
              <a:r>
                <a:rPr lang="en-US" sz="2505">
                  <a:solidFill>
                    <a:srgbClr val="20538B"/>
                  </a:solidFill>
                </a:rPr>
                <a:t>프로젝트 팀 구성 및 역할</a:t>
              </a:r>
              <a:endParaRPr/>
            </a:p>
          </p:txBody>
        </p:sp>
      </p:grpSp>
      <p:sp>
        <p:nvSpPr>
          <p:cNvPr id="362" name="Google Shape;362;p2"/>
          <p:cNvSpPr/>
          <p:nvPr/>
        </p:nvSpPr>
        <p:spPr>
          <a:xfrm>
            <a:off x="15531691" y="160918"/>
            <a:ext cx="996214" cy="1021758"/>
          </a:xfrm>
          <a:custGeom>
            <a:rect b="b" l="l" r="r" t="t"/>
            <a:pathLst>
              <a:path extrusionOk="0" h="1021758" w="996214">
                <a:moveTo>
                  <a:pt x="0" y="0"/>
                </a:moveTo>
                <a:lnTo>
                  <a:pt x="996214" y="0"/>
                </a:lnTo>
                <a:lnTo>
                  <a:pt x="996214" y="1021758"/>
                </a:lnTo>
                <a:lnTo>
                  <a:pt x="0" y="1021758"/>
                </a:lnTo>
                <a:lnTo>
                  <a:pt x="0" y="0"/>
                </a:lnTo>
                <a:close/>
              </a:path>
            </a:pathLst>
          </a:custGeom>
          <a:blipFill rotWithShape="1">
            <a:blip r:embed="rId3">
              <a:alphaModFix/>
            </a:blip>
            <a:stretch>
              <a:fillRect b="0" l="0" r="0" t="0"/>
            </a:stretch>
          </a:blipFill>
          <a:ln>
            <a:noFill/>
          </a:ln>
        </p:spPr>
      </p:sp>
      <p:sp>
        <p:nvSpPr>
          <p:cNvPr id="363" name="Google Shape;363;p2"/>
          <p:cNvSpPr txBox="1"/>
          <p:nvPr/>
        </p:nvSpPr>
        <p:spPr>
          <a:xfrm>
            <a:off x="1039353" y="1982614"/>
            <a:ext cx="2672356" cy="1019175"/>
          </a:xfrm>
          <a:prstGeom prst="rect">
            <a:avLst/>
          </a:prstGeom>
          <a:noFill/>
          <a:ln>
            <a:noFill/>
          </a:ln>
        </p:spPr>
        <p:txBody>
          <a:bodyPr anchorCtr="0" anchor="t" bIns="0" lIns="0" spcFirstLastPara="1" rIns="0" wrap="square" tIns="0">
            <a:spAutoFit/>
          </a:bodyPr>
          <a:lstStyle/>
          <a:p>
            <a:pPr indent="0" lvl="0" marL="0" marR="0" rtl="0" algn="ctr">
              <a:lnSpc>
                <a:spcPct val="140006"/>
              </a:lnSpc>
              <a:spcBef>
                <a:spcPts val="0"/>
              </a:spcBef>
              <a:spcAft>
                <a:spcPts val="0"/>
              </a:spcAft>
              <a:buNone/>
            </a:pPr>
            <a:r>
              <a:rPr b="1" i="0" lang="en-US" sz="5999" u="none" cap="none" strike="noStrike">
                <a:solidFill>
                  <a:srgbClr val="20538B"/>
                </a:solidFill>
                <a:latin typeface="Arial"/>
                <a:ea typeface="Arial"/>
                <a:cs typeface="Arial"/>
                <a:sym typeface="Arial"/>
              </a:rPr>
              <a:t>목차</a:t>
            </a:r>
            <a:endParaRPr/>
          </a:p>
        </p:txBody>
      </p:sp>
      <p:grpSp>
        <p:nvGrpSpPr>
          <p:cNvPr id="364" name="Google Shape;364;p2"/>
          <p:cNvGrpSpPr/>
          <p:nvPr/>
        </p:nvGrpSpPr>
        <p:grpSpPr>
          <a:xfrm>
            <a:off x="5232150" y="3514625"/>
            <a:ext cx="4163629" cy="855897"/>
            <a:chOff x="0" y="-285751"/>
            <a:chExt cx="5634902" cy="1141196"/>
          </a:xfrm>
        </p:grpSpPr>
        <p:cxnSp>
          <p:nvCxnSpPr>
            <p:cNvPr id="365" name="Google Shape;365;p2"/>
            <p:cNvCxnSpPr/>
            <p:nvPr/>
          </p:nvCxnSpPr>
          <p:spPr>
            <a:xfrm flipH="1" rot="10800000">
              <a:off x="49174" y="844945"/>
              <a:ext cx="5310000" cy="10500"/>
            </a:xfrm>
            <a:prstGeom prst="straightConnector1">
              <a:avLst/>
            </a:prstGeom>
            <a:noFill/>
            <a:ln cap="flat" cmpd="sng" w="25400">
              <a:solidFill>
                <a:srgbClr val="CBDDEF"/>
              </a:solidFill>
              <a:prstDash val="solid"/>
              <a:round/>
              <a:headEnd len="sm" w="sm" type="none"/>
              <a:tailEnd len="sm" w="sm" type="none"/>
            </a:ln>
          </p:spPr>
        </p:cxnSp>
        <p:sp>
          <p:nvSpPr>
            <p:cNvPr id="366" name="Google Shape;366;p2"/>
            <p:cNvSpPr txBox="1"/>
            <p:nvPr/>
          </p:nvSpPr>
          <p:spPr>
            <a:xfrm>
              <a:off x="747902" y="63749"/>
              <a:ext cx="4887000" cy="493500"/>
            </a:xfrm>
            <a:prstGeom prst="rect">
              <a:avLst/>
            </a:prstGeom>
            <a:noFill/>
            <a:ln>
              <a:noFill/>
            </a:ln>
          </p:spPr>
          <p:txBody>
            <a:bodyPr anchorCtr="0" anchor="t" bIns="0" lIns="0" spcFirstLastPara="1" rIns="0" wrap="square" tIns="0">
              <a:spAutoFit/>
            </a:bodyPr>
            <a:lstStyle/>
            <a:p>
              <a:pPr indent="0" lvl="0" marL="0" marR="0" rtl="0" algn="l">
                <a:lnSpc>
                  <a:spcPct val="192015"/>
                </a:lnSpc>
                <a:spcBef>
                  <a:spcPts val="0"/>
                </a:spcBef>
                <a:spcAft>
                  <a:spcPts val="0"/>
                </a:spcAft>
                <a:buNone/>
              </a:pPr>
              <a:r>
                <a:rPr lang="en-US" sz="2405">
                  <a:solidFill>
                    <a:srgbClr val="20538B"/>
                  </a:solidFill>
                </a:rPr>
                <a:t>프로젝트 수행 절차 및 방법</a:t>
              </a:r>
              <a:endParaRPr sz="1300"/>
            </a:p>
          </p:txBody>
        </p:sp>
        <p:sp>
          <p:nvSpPr>
            <p:cNvPr id="367" name="Google Shape;367;p2"/>
            <p:cNvSpPr txBox="1"/>
            <p:nvPr/>
          </p:nvSpPr>
          <p:spPr>
            <a:xfrm>
              <a:off x="0" y="-285751"/>
              <a:ext cx="747900" cy="863700"/>
            </a:xfrm>
            <a:prstGeom prst="rect">
              <a:avLst/>
            </a:prstGeom>
            <a:noFill/>
            <a:ln>
              <a:noFill/>
            </a:ln>
          </p:spPr>
          <p:txBody>
            <a:bodyPr anchorCtr="0" anchor="t" bIns="0" lIns="0" spcFirstLastPara="1" rIns="0" wrap="square" tIns="0">
              <a:spAutoFit/>
            </a:bodyPr>
            <a:lstStyle/>
            <a:p>
              <a:pPr indent="0" lvl="0" marL="0" marR="0" rtl="0" algn="l">
                <a:lnSpc>
                  <a:spcPct val="192017"/>
                </a:lnSpc>
                <a:spcBef>
                  <a:spcPts val="0"/>
                </a:spcBef>
                <a:spcAft>
                  <a:spcPts val="0"/>
                </a:spcAft>
                <a:buNone/>
              </a:pPr>
              <a:r>
                <a:rPr b="1" i="0" lang="en-US" sz="4209" u="none" cap="none" strike="noStrike">
                  <a:solidFill>
                    <a:srgbClr val="CBDDEF"/>
                  </a:solidFill>
                  <a:latin typeface="Arial"/>
                  <a:ea typeface="Arial"/>
                  <a:cs typeface="Arial"/>
                  <a:sym typeface="Arial"/>
                </a:rPr>
                <a:t>3.</a:t>
              </a:r>
              <a:endParaRPr/>
            </a:p>
          </p:txBody>
        </p:sp>
      </p:grpSp>
      <p:grpSp>
        <p:nvGrpSpPr>
          <p:cNvPr id="368" name="Google Shape;368;p2"/>
          <p:cNvGrpSpPr/>
          <p:nvPr/>
        </p:nvGrpSpPr>
        <p:grpSpPr>
          <a:xfrm>
            <a:off x="11582950" y="3514626"/>
            <a:ext cx="3948684" cy="855896"/>
            <a:chOff x="0" y="-285750"/>
            <a:chExt cx="5085889" cy="1141195"/>
          </a:xfrm>
        </p:grpSpPr>
        <p:cxnSp>
          <p:nvCxnSpPr>
            <p:cNvPr id="369" name="Google Shape;369;p2"/>
            <p:cNvCxnSpPr/>
            <p:nvPr/>
          </p:nvCxnSpPr>
          <p:spPr>
            <a:xfrm>
              <a:off x="49174" y="855445"/>
              <a:ext cx="5036715" cy="0"/>
            </a:xfrm>
            <a:prstGeom prst="straightConnector1">
              <a:avLst/>
            </a:prstGeom>
            <a:noFill/>
            <a:ln cap="flat" cmpd="sng" w="25400">
              <a:solidFill>
                <a:srgbClr val="CBDDEF"/>
              </a:solidFill>
              <a:prstDash val="solid"/>
              <a:round/>
              <a:headEnd len="sm" w="sm" type="none"/>
              <a:tailEnd len="sm" w="sm" type="none"/>
            </a:ln>
          </p:spPr>
        </p:cxnSp>
        <p:sp>
          <p:nvSpPr>
            <p:cNvPr id="370" name="Google Shape;370;p2"/>
            <p:cNvSpPr txBox="1"/>
            <p:nvPr/>
          </p:nvSpPr>
          <p:spPr>
            <a:xfrm>
              <a:off x="746671" y="27752"/>
              <a:ext cx="3641700" cy="514200"/>
            </a:xfrm>
            <a:prstGeom prst="rect">
              <a:avLst/>
            </a:prstGeom>
            <a:noFill/>
            <a:ln>
              <a:noFill/>
            </a:ln>
          </p:spPr>
          <p:txBody>
            <a:bodyPr anchorCtr="0" anchor="t" bIns="0" lIns="0" spcFirstLastPara="1" rIns="0" wrap="square" tIns="0">
              <a:spAutoFit/>
            </a:bodyPr>
            <a:lstStyle/>
            <a:p>
              <a:pPr indent="0" lvl="0" marL="0" marR="0" rtl="0" algn="l">
                <a:lnSpc>
                  <a:spcPct val="192016"/>
                </a:lnSpc>
                <a:spcBef>
                  <a:spcPts val="0"/>
                </a:spcBef>
                <a:spcAft>
                  <a:spcPts val="0"/>
                </a:spcAft>
                <a:buClr>
                  <a:srgbClr val="000000"/>
                </a:buClr>
                <a:buFont typeface="Arial"/>
                <a:buNone/>
              </a:pPr>
              <a:r>
                <a:rPr lang="en-US" sz="2505">
                  <a:solidFill>
                    <a:srgbClr val="20538B"/>
                  </a:solidFill>
                </a:rPr>
                <a:t>프로젝트 수행 경과</a:t>
              </a:r>
              <a:endParaRPr/>
            </a:p>
          </p:txBody>
        </p:sp>
        <p:sp>
          <p:nvSpPr>
            <p:cNvPr id="371" name="Google Shape;371;p2"/>
            <p:cNvSpPr txBox="1"/>
            <p:nvPr/>
          </p:nvSpPr>
          <p:spPr>
            <a:xfrm>
              <a:off x="0" y="-285750"/>
              <a:ext cx="747900" cy="863700"/>
            </a:xfrm>
            <a:prstGeom prst="rect">
              <a:avLst/>
            </a:prstGeom>
            <a:noFill/>
            <a:ln>
              <a:noFill/>
            </a:ln>
          </p:spPr>
          <p:txBody>
            <a:bodyPr anchorCtr="0" anchor="t" bIns="0" lIns="0" spcFirstLastPara="1" rIns="0" wrap="square" tIns="0">
              <a:spAutoFit/>
            </a:bodyPr>
            <a:lstStyle/>
            <a:p>
              <a:pPr indent="0" lvl="0" marL="0" marR="0" rtl="0" algn="l">
                <a:lnSpc>
                  <a:spcPct val="192017"/>
                </a:lnSpc>
                <a:spcBef>
                  <a:spcPts val="0"/>
                </a:spcBef>
                <a:spcAft>
                  <a:spcPts val="0"/>
                </a:spcAft>
                <a:buNone/>
              </a:pPr>
              <a:r>
                <a:rPr b="1" i="0" lang="en-US" sz="4209" u="none" cap="none" strike="noStrike">
                  <a:solidFill>
                    <a:srgbClr val="CBDDEF"/>
                  </a:solidFill>
                  <a:latin typeface="Arial"/>
                  <a:ea typeface="Arial"/>
                  <a:cs typeface="Arial"/>
                  <a:sym typeface="Arial"/>
                </a:rPr>
                <a:t>4.</a:t>
              </a:r>
              <a:endParaRPr/>
            </a:p>
          </p:txBody>
        </p:sp>
      </p:grpSp>
      <p:grpSp>
        <p:nvGrpSpPr>
          <p:cNvPr id="372" name="Google Shape;372;p2"/>
          <p:cNvGrpSpPr/>
          <p:nvPr/>
        </p:nvGrpSpPr>
        <p:grpSpPr>
          <a:xfrm>
            <a:off x="5195252" y="5356376"/>
            <a:ext cx="3959854" cy="855896"/>
            <a:chOff x="-252393" y="-285750"/>
            <a:chExt cx="5036700" cy="1141195"/>
          </a:xfrm>
        </p:grpSpPr>
        <p:cxnSp>
          <p:nvCxnSpPr>
            <p:cNvPr id="373" name="Google Shape;373;p2"/>
            <p:cNvCxnSpPr/>
            <p:nvPr/>
          </p:nvCxnSpPr>
          <p:spPr>
            <a:xfrm>
              <a:off x="-252393" y="855445"/>
              <a:ext cx="5036700" cy="0"/>
            </a:xfrm>
            <a:prstGeom prst="straightConnector1">
              <a:avLst/>
            </a:prstGeom>
            <a:noFill/>
            <a:ln cap="flat" cmpd="sng" w="25400">
              <a:solidFill>
                <a:srgbClr val="CBDDEF"/>
              </a:solidFill>
              <a:prstDash val="solid"/>
              <a:round/>
              <a:headEnd len="sm" w="sm" type="none"/>
              <a:tailEnd len="sm" w="sm" type="none"/>
            </a:ln>
          </p:spPr>
        </p:cxnSp>
        <p:sp>
          <p:nvSpPr>
            <p:cNvPr id="374" name="Google Shape;374;p2"/>
            <p:cNvSpPr txBox="1"/>
            <p:nvPr/>
          </p:nvSpPr>
          <p:spPr>
            <a:xfrm>
              <a:off x="515667" y="63735"/>
              <a:ext cx="3641700" cy="514200"/>
            </a:xfrm>
            <a:prstGeom prst="rect">
              <a:avLst/>
            </a:prstGeom>
            <a:noFill/>
            <a:ln>
              <a:noFill/>
            </a:ln>
          </p:spPr>
          <p:txBody>
            <a:bodyPr anchorCtr="0" anchor="t" bIns="0" lIns="0" spcFirstLastPara="1" rIns="0" wrap="square" tIns="0">
              <a:spAutoFit/>
            </a:bodyPr>
            <a:lstStyle/>
            <a:p>
              <a:pPr indent="0" lvl="0" marL="0" marR="0" rtl="0" algn="l">
                <a:lnSpc>
                  <a:spcPct val="192016"/>
                </a:lnSpc>
                <a:spcBef>
                  <a:spcPts val="0"/>
                </a:spcBef>
                <a:spcAft>
                  <a:spcPts val="0"/>
                </a:spcAft>
                <a:buNone/>
              </a:pPr>
              <a:r>
                <a:rPr lang="en-US" sz="2505">
                  <a:solidFill>
                    <a:srgbClr val="20538B"/>
                  </a:solidFill>
                </a:rPr>
                <a:t>자체 평가</a:t>
              </a:r>
              <a:endParaRPr sz="2505">
                <a:solidFill>
                  <a:srgbClr val="20538B"/>
                </a:solidFill>
              </a:endParaRPr>
            </a:p>
          </p:txBody>
        </p:sp>
        <p:sp>
          <p:nvSpPr>
            <p:cNvPr id="375" name="Google Shape;375;p2"/>
            <p:cNvSpPr txBox="1"/>
            <p:nvPr/>
          </p:nvSpPr>
          <p:spPr>
            <a:xfrm>
              <a:off x="-252385" y="-285750"/>
              <a:ext cx="747900" cy="863700"/>
            </a:xfrm>
            <a:prstGeom prst="rect">
              <a:avLst/>
            </a:prstGeom>
            <a:noFill/>
            <a:ln>
              <a:noFill/>
            </a:ln>
          </p:spPr>
          <p:txBody>
            <a:bodyPr anchorCtr="0" anchor="t" bIns="0" lIns="0" spcFirstLastPara="1" rIns="0" wrap="square" tIns="0">
              <a:spAutoFit/>
            </a:bodyPr>
            <a:lstStyle/>
            <a:p>
              <a:pPr indent="0" lvl="0" marL="0" marR="0" rtl="0" algn="l">
                <a:lnSpc>
                  <a:spcPct val="192017"/>
                </a:lnSpc>
                <a:spcBef>
                  <a:spcPts val="0"/>
                </a:spcBef>
                <a:spcAft>
                  <a:spcPts val="0"/>
                </a:spcAft>
                <a:buNone/>
              </a:pPr>
              <a:r>
                <a:rPr b="1" i="0" lang="en-US" sz="4209" u="none" cap="none" strike="noStrike">
                  <a:solidFill>
                    <a:srgbClr val="CBDDEF"/>
                  </a:solidFill>
                  <a:latin typeface="Arial"/>
                  <a:ea typeface="Arial"/>
                  <a:cs typeface="Arial"/>
                  <a:sym typeface="Arial"/>
                </a:rPr>
                <a:t>5.</a:t>
              </a:r>
              <a:endParaRPr/>
            </a:p>
          </p:txBody>
        </p:sp>
      </p:grpSp>
      <p:grpSp>
        <p:nvGrpSpPr>
          <p:cNvPr id="376" name="Google Shape;376;p2"/>
          <p:cNvGrpSpPr/>
          <p:nvPr/>
        </p:nvGrpSpPr>
        <p:grpSpPr>
          <a:xfrm>
            <a:off x="5232150" y="1887363"/>
            <a:ext cx="3996988" cy="855896"/>
            <a:chOff x="0" y="-285750"/>
            <a:chExt cx="5085874" cy="1141195"/>
          </a:xfrm>
        </p:grpSpPr>
        <p:cxnSp>
          <p:nvCxnSpPr>
            <p:cNvPr id="377" name="Google Shape;377;p2"/>
            <p:cNvCxnSpPr/>
            <p:nvPr/>
          </p:nvCxnSpPr>
          <p:spPr>
            <a:xfrm>
              <a:off x="49174" y="855445"/>
              <a:ext cx="5036700" cy="0"/>
            </a:xfrm>
            <a:prstGeom prst="straightConnector1">
              <a:avLst/>
            </a:prstGeom>
            <a:noFill/>
            <a:ln cap="flat" cmpd="sng" w="25400">
              <a:solidFill>
                <a:srgbClr val="CBDDEF"/>
              </a:solidFill>
              <a:prstDash val="solid"/>
              <a:round/>
              <a:headEnd len="sm" w="sm" type="none"/>
              <a:tailEnd len="sm" w="sm" type="none"/>
            </a:ln>
          </p:spPr>
        </p:cxnSp>
        <p:sp>
          <p:nvSpPr>
            <p:cNvPr id="378" name="Google Shape;378;p2"/>
            <p:cNvSpPr txBox="1"/>
            <p:nvPr/>
          </p:nvSpPr>
          <p:spPr>
            <a:xfrm>
              <a:off x="746679" y="55268"/>
              <a:ext cx="3641700" cy="514200"/>
            </a:xfrm>
            <a:prstGeom prst="rect">
              <a:avLst/>
            </a:prstGeom>
            <a:noFill/>
            <a:ln>
              <a:noFill/>
            </a:ln>
          </p:spPr>
          <p:txBody>
            <a:bodyPr anchorCtr="0" anchor="t" bIns="0" lIns="0" spcFirstLastPara="1" rIns="0" wrap="square" tIns="0">
              <a:spAutoFit/>
            </a:bodyPr>
            <a:lstStyle/>
            <a:p>
              <a:pPr indent="0" lvl="0" marL="0" marR="0" rtl="0" algn="l">
                <a:lnSpc>
                  <a:spcPct val="192016"/>
                </a:lnSpc>
                <a:spcBef>
                  <a:spcPts val="0"/>
                </a:spcBef>
                <a:spcAft>
                  <a:spcPts val="0"/>
                </a:spcAft>
                <a:buNone/>
              </a:pPr>
              <a:r>
                <a:rPr lang="en-US" sz="2505">
                  <a:solidFill>
                    <a:srgbClr val="20538B"/>
                  </a:solidFill>
                </a:rPr>
                <a:t>프로젝트 개요</a:t>
              </a:r>
              <a:endParaRPr/>
            </a:p>
          </p:txBody>
        </p:sp>
        <p:sp>
          <p:nvSpPr>
            <p:cNvPr id="379" name="Google Shape;379;p2"/>
            <p:cNvSpPr txBox="1"/>
            <p:nvPr/>
          </p:nvSpPr>
          <p:spPr>
            <a:xfrm>
              <a:off x="0" y="-285750"/>
              <a:ext cx="747900" cy="863700"/>
            </a:xfrm>
            <a:prstGeom prst="rect">
              <a:avLst/>
            </a:prstGeom>
            <a:noFill/>
            <a:ln>
              <a:noFill/>
            </a:ln>
          </p:spPr>
          <p:txBody>
            <a:bodyPr anchorCtr="0" anchor="t" bIns="0" lIns="0" spcFirstLastPara="1" rIns="0" wrap="square" tIns="0">
              <a:spAutoFit/>
            </a:bodyPr>
            <a:lstStyle/>
            <a:p>
              <a:pPr indent="0" lvl="0" marL="0" marR="0" rtl="0" algn="l">
                <a:lnSpc>
                  <a:spcPct val="192017"/>
                </a:lnSpc>
                <a:spcBef>
                  <a:spcPts val="0"/>
                </a:spcBef>
                <a:spcAft>
                  <a:spcPts val="0"/>
                </a:spcAft>
                <a:buNone/>
              </a:pPr>
              <a:r>
                <a:rPr b="1" i="0" lang="en-US" sz="4209" u="none" cap="none" strike="noStrike">
                  <a:solidFill>
                    <a:srgbClr val="CBDDEF"/>
                  </a:solidFill>
                  <a:latin typeface="Arial"/>
                  <a:ea typeface="Arial"/>
                  <a:cs typeface="Arial"/>
                  <a:sym typeface="Arial"/>
                </a:rPr>
                <a:t>1.</a:t>
              </a:r>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grpSp>
        <p:nvGrpSpPr>
          <p:cNvPr id="384" name="Google Shape;384;p3"/>
          <p:cNvGrpSpPr/>
          <p:nvPr/>
        </p:nvGrpSpPr>
        <p:grpSpPr>
          <a:xfrm>
            <a:off x="-1081198" y="3274348"/>
            <a:ext cx="20615256" cy="7012652"/>
            <a:chOff x="-99237" y="-1"/>
            <a:chExt cx="27487007" cy="9350203"/>
          </a:xfrm>
        </p:grpSpPr>
        <p:grpSp>
          <p:nvGrpSpPr>
            <p:cNvPr id="385" name="Google Shape;385;p3"/>
            <p:cNvGrpSpPr/>
            <p:nvPr/>
          </p:nvGrpSpPr>
          <p:grpSpPr>
            <a:xfrm rot="-5400000">
              <a:off x="11107419" y="-11206657"/>
              <a:ext cx="4770675" cy="27183987"/>
              <a:chOff x="0" y="-38100"/>
              <a:chExt cx="1831597" cy="10436700"/>
            </a:xfrm>
          </p:grpSpPr>
          <p:sp>
            <p:nvSpPr>
              <p:cNvPr id="386" name="Google Shape;386;p3"/>
              <p:cNvSpPr/>
              <p:nvPr/>
            </p:nvSpPr>
            <p:spPr>
              <a:xfrm>
                <a:off x="0" y="0"/>
                <a:ext cx="1831597" cy="10398600"/>
              </a:xfrm>
              <a:custGeom>
                <a:rect b="b" l="l" r="r" t="t"/>
                <a:pathLst>
                  <a:path extrusionOk="0" h="10398600" w="1831597">
                    <a:moveTo>
                      <a:pt x="0" y="0"/>
                    </a:moveTo>
                    <a:lnTo>
                      <a:pt x="1831597" y="0"/>
                    </a:lnTo>
                    <a:lnTo>
                      <a:pt x="1831597" y="10398600"/>
                    </a:lnTo>
                    <a:lnTo>
                      <a:pt x="0" y="10398600"/>
                    </a:lnTo>
                    <a:close/>
                  </a:path>
                </a:pathLst>
              </a:custGeom>
              <a:solidFill>
                <a:srgbClr val="CBDDEF"/>
              </a:solidFill>
              <a:ln>
                <a:noFill/>
              </a:ln>
            </p:spPr>
          </p:sp>
          <p:sp>
            <p:nvSpPr>
              <p:cNvPr id="387" name="Google Shape;387;p3"/>
              <p:cNvSpPr txBox="1"/>
              <p:nvPr/>
            </p:nvSpPr>
            <p:spPr>
              <a:xfrm>
                <a:off x="0" y="-38100"/>
                <a:ext cx="1831597" cy="10436700"/>
              </a:xfrm>
              <a:prstGeom prst="rect">
                <a:avLst/>
              </a:prstGeom>
              <a:noFill/>
              <a:ln>
                <a:noFill/>
              </a:ln>
            </p:spPr>
            <p:txBody>
              <a:bodyPr anchorCtr="0" anchor="ctr" bIns="27000" lIns="27000" spcFirstLastPara="1" rIns="27000" wrap="square" tIns="27000">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88" name="Google Shape;388;p3"/>
            <p:cNvGrpSpPr/>
            <p:nvPr/>
          </p:nvGrpSpPr>
          <p:grpSpPr>
            <a:xfrm rot="-5400000">
              <a:off x="11636974" y="-6400594"/>
              <a:ext cx="4579528" cy="26922063"/>
              <a:chOff x="0" y="-38100"/>
              <a:chExt cx="1758210" cy="10336140"/>
            </a:xfrm>
          </p:grpSpPr>
          <p:sp>
            <p:nvSpPr>
              <p:cNvPr id="389" name="Google Shape;389;p3"/>
              <p:cNvSpPr/>
              <p:nvPr/>
            </p:nvSpPr>
            <p:spPr>
              <a:xfrm>
                <a:off x="0" y="0"/>
                <a:ext cx="1758210" cy="10298040"/>
              </a:xfrm>
              <a:custGeom>
                <a:rect b="b" l="l" r="r" t="t"/>
                <a:pathLst>
                  <a:path extrusionOk="0" h="10298040" w="1758210">
                    <a:moveTo>
                      <a:pt x="0" y="0"/>
                    </a:moveTo>
                    <a:lnTo>
                      <a:pt x="1758210" y="0"/>
                    </a:lnTo>
                    <a:lnTo>
                      <a:pt x="1758210" y="10298040"/>
                    </a:lnTo>
                    <a:lnTo>
                      <a:pt x="0" y="10298040"/>
                    </a:lnTo>
                    <a:close/>
                  </a:path>
                </a:pathLst>
              </a:custGeom>
              <a:solidFill>
                <a:srgbClr val="94B6DA"/>
              </a:solidFill>
              <a:ln>
                <a:noFill/>
              </a:ln>
            </p:spPr>
          </p:sp>
          <p:sp>
            <p:nvSpPr>
              <p:cNvPr id="390" name="Google Shape;390;p3"/>
              <p:cNvSpPr txBox="1"/>
              <p:nvPr/>
            </p:nvSpPr>
            <p:spPr>
              <a:xfrm>
                <a:off x="0" y="-38100"/>
                <a:ext cx="1758210" cy="10336140"/>
              </a:xfrm>
              <a:prstGeom prst="rect">
                <a:avLst/>
              </a:prstGeom>
              <a:noFill/>
              <a:ln>
                <a:noFill/>
              </a:ln>
            </p:spPr>
            <p:txBody>
              <a:bodyPr anchorCtr="0" anchor="ctr" bIns="27000" lIns="27000" spcFirstLastPara="1" rIns="27000" wrap="square" tIns="27000">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grpSp>
        <p:nvGrpSpPr>
          <p:cNvPr id="391" name="Google Shape;391;p3"/>
          <p:cNvGrpSpPr/>
          <p:nvPr/>
        </p:nvGrpSpPr>
        <p:grpSpPr>
          <a:xfrm>
            <a:off x="731085" y="622849"/>
            <a:ext cx="16825832" cy="9050183"/>
            <a:chOff x="0" y="-108814"/>
            <a:chExt cx="22434442" cy="12066910"/>
          </a:xfrm>
        </p:grpSpPr>
        <p:grpSp>
          <p:nvGrpSpPr>
            <p:cNvPr id="392" name="Google Shape;392;p3"/>
            <p:cNvGrpSpPr/>
            <p:nvPr/>
          </p:nvGrpSpPr>
          <p:grpSpPr>
            <a:xfrm>
              <a:off x="26537" y="10214890"/>
              <a:ext cx="22386981" cy="1743206"/>
              <a:chOff x="0" y="-47625"/>
              <a:chExt cx="9809754" cy="763855"/>
            </a:xfrm>
          </p:grpSpPr>
          <p:sp>
            <p:nvSpPr>
              <p:cNvPr id="393" name="Google Shape;393;p3"/>
              <p:cNvSpPr/>
              <p:nvPr/>
            </p:nvSpPr>
            <p:spPr>
              <a:xfrm>
                <a:off x="0" y="0"/>
                <a:ext cx="9809754" cy="716230"/>
              </a:xfrm>
              <a:custGeom>
                <a:rect b="b" l="l" r="r" t="t"/>
                <a:pathLst>
                  <a:path extrusionOk="0" h="716230" w="9809754">
                    <a:moveTo>
                      <a:pt x="0" y="0"/>
                    </a:moveTo>
                    <a:lnTo>
                      <a:pt x="9809754" y="0"/>
                    </a:lnTo>
                    <a:lnTo>
                      <a:pt x="9809754" y="716230"/>
                    </a:lnTo>
                    <a:lnTo>
                      <a:pt x="0" y="716230"/>
                    </a:lnTo>
                    <a:close/>
                  </a:path>
                </a:pathLst>
              </a:custGeom>
              <a:solidFill>
                <a:srgbClr val="20538B"/>
              </a:solidFill>
              <a:ln cap="sq" cmpd="sng" w="38100">
                <a:solidFill>
                  <a:srgbClr val="20538B"/>
                </a:solidFill>
                <a:prstDash val="solid"/>
                <a:miter lim="8000"/>
                <a:headEnd len="sm" w="sm" type="none"/>
                <a:tailEnd len="sm" w="sm" type="none"/>
              </a:ln>
            </p:spPr>
          </p:sp>
          <p:sp>
            <p:nvSpPr>
              <p:cNvPr id="394" name="Google Shape;394;p3"/>
              <p:cNvSpPr txBox="1"/>
              <p:nvPr/>
            </p:nvSpPr>
            <p:spPr>
              <a:xfrm>
                <a:off x="0" y="-47625"/>
                <a:ext cx="9809754" cy="763855"/>
              </a:xfrm>
              <a:prstGeom prst="rect">
                <a:avLst/>
              </a:prstGeom>
              <a:noFill/>
              <a:ln>
                <a:noFill/>
              </a:ln>
            </p:spPr>
            <p:txBody>
              <a:bodyPr anchorCtr="0" anchor="ctr" bIns="50800" lIns="50800" spcFirstLastPara="1" rIns="50800" wrap="square" tIns="50800">
                <a:noAutofit/>
              </a:bodyPr>
              <a:lstStyle/>
              <a:p>
                <a:pPr indent="0" lvl="0" marL="0" marR="0" rtl="0" algn="ctr">
                  <a:lnSpc>
                    <a:spcPct val="175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95" name="Google Shape;395;p3"/>
            <p:cNvGrpSpPr/>
            <p:nvPr/>
          </p:nvGrpSpPr>
          <p:grpSpPr>
            <a:xfrm>
              <a:off x="0" y="-108814"/>
              <a:ext cx="22434442" cy="11946255"/>
              <a:chOff x="0" y="-47625"/>
              <a:chExt cx="9818922" cy="5228539"/>
            </a:xfrm>
          </p:grpSpPr>
          <p:sp>
            <p:nvSpPr>
              <p:cNvPr id="396" name="Google Shape;396;p3"/>
              <p:cNvSpPr/>
              <p:nvPr/>
            </p:nvSpPr>
            <p:spPr>
              <a:xfrm>
                <a:off x="0" y="0"/>
                <a:ext cx="9818922" cy="5180914"/>
              </a:xfrm>
              <a:custGeom>
                <a:rect b="b" l="l" r="r" t="t"/>
                <a:pathLst>
                  <a:path extrusionOk="0" h="5180914" w="9818922">
                    <a:moveTo>
                      <a:pt x="0" y="0"/>
                    </a:moveTo>
                    <a:lnTo>
                      <a:pt x="9818922" y="0"/>
                    </a:lnTo>
                    <a:lnTo>
                      <a:pt x="9818922" y="5180914"/>
                    </a:lnTo>
                    <a:lnTo>
                      <a:pt x="0" y="5180914"/>
                    </a:lnTo>
                    <a:close/>
                  </a:path>
                </a:pathLst>
              </a:custGeom>
              <a:solidFill>
                <a:srgbClr val="FFFFFF"/>
              </a:solidFill>
              <a:ln cap="sq" cmpd="sng" w="38100">
                <a:solidFill>
                  <a:srgbClr val="20538B"/>
                </a:solidFill>
                <a:prstDash val="solid"/>
                <a:miter lim="8000"/>
                <a:headEnd len="sm" w="sm" type="none"/>
                <a:tailEnd len="sm" w="sm" type="none"/>
              </a:ln>
            </p:spPr>
          </p:sp>
          <p:sp>
            <p:nvSpPr>
              <p:cNvPr id="397" name="Google Shape;397;p3"/>
              <p:cNvSpPr txBox="1"/>
              <p:nvPr/>
            </p:nvSpPr>
            <p:spPr>
              <a:xfrm>
                <a:off x="0" y="-47625"/>
                <a:ext cx="9818921" cy="5228539"/>
              </a:xfrm>
              <a:prstGeom prst="rect">
                <a:avLst/>
              </a:prstGeom>
              <a:noFill/>
              <a:ln>
                <a:noFill/>
              </a:ln>
            </p:spPr>
            <p:txBody>
              <a:bodyPr anchorCtr="0" anchor="ctr" bIns="50800" lIns="50800" spcFirstLastPara="1" rIns="50800" wrap="square" tIns="50800">
                <a:noAutofit/>
              </a:bodyPr>
              <a:lstStyle/>
              <a:p>
                <a:pPr indent="0" lvl="0" marL="0" marR="0" rtl="0" algn="ctr">
                  <a:lnSpc>
                    <a:spcPct val="175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grpSp>
        <p:nvGrpSpPr>
          <p:cNvPr id="398" name="Google Shape;398;p3"/>
          <p:cNvGrpSpPr/>
          <p:nvPr/>
        </p:nvGrpSpPr>
        <p:grpSpPr>
          <a:xfrm>
            <a:off x="763743" y="662703"/>
            <a:ext cx="16760151" cy="1561172"/>
            <a:chOff x="0" y="-38100"/>
            <a:chExt cx="8581180" cy="799319"/>
          </a:xfrm>
        </p:grpSpPr>
        <p:sp>
          <p:nvSpPr>
            <p:cNvPr id="399" name="Google Shape;399;p3"/>
            <p:cNvSpPr/>
            <p:nvPr/>
          </p:nvSpPr>
          <p:spPr>
            <a:xfrm>
              <a:off x="0" y="0"/>
              <a:ext cx="8581180" cy="761219"/>
            </a:xfrm>
            <a:custGeom>
              <a:rect b="b" l="l" r="r" t="t"/>
              <a:pathLst>
                <a:path extrusionOk="0" h="761219" w="8581180">
                  <a:moveTo>
                    <a:pt x="0" y="0"/>
                  </a:moveTo>
                  <a:lnTo>
                    <a:pt x="8581180" y="0"/>
                  </a:lnTo>
                  <a:lnTo>
                    <a:pt x="8581180" y="761219"/>
                  </a:lnTo>
                  <a:lnTo>
                    <a:pt x="0" y="761219"/>
                  </a:lnTo>
                  <a:close/>
                </a:path>
              </a:pathLst>
            </a:custGeom>
            <a:solidFill>
              <a:srgbClr val="EEF6FF"/>
            </a:solidFill>
            <a:ln cap="sq" cmpd="sng" w="9525">
              <a:solidFill>
                <a:srgbClr val="20538B"/>
              </a:solidFill>
              <a:prstDash val="solid"/>
              <a:miter lim="8000"/>
              <a:headEnd len="sm" w="sm" type="none"/>
              <a:tailEnd len="sm" w="sm" type="none"/>
            </a:ln>
          </p:spPr>
        </p:sp>
        <p:sp>
          <p:nvSpPr>
            <p:cNvPr id="400" name="Google Shape;400;p3"/>
            <p:cNvSpPr txBox="1"/>
            <p:nvPr/>
          </p:nvSpPr>
          <p:spPr>
            <a:xfrm>
              <a:off x="0" y="-38100"/>
              <a:ext cx="8581180" cy="799319"/>
            </a:xfrm>
            <a:prstGeom prst="rect">
              <a:avLst/>
            </a:prstGeom>
            <a:noFill/>
            <a:ln>
              <a:noFill/>
            </a:ln>
          </p:spPr>
          <p:txBody>
            <a:bodyPr anchorCtr="0" anchor="ctr" bIns="39175" lIns="39175" spcFirstLastPara="1" rIns="39175" wrap="square" tIns="39175">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401" name="Google Shape;401;p3"/>
          <p:cNvSpPr/>
          <p:nvPr/>
        </p:nvSpPr>
        <p:spPr>
          <a:xfrm>
            <a:off x="8529670" y="4041017"/>
            <a:ext cx="614330" cy="466891"/>
          </a:xfrm>
          <a:custGeom>
            <a:rect b="b" l="l" r="r" t="t"/>
            <a:pathLst>
              <a:path extrusionOk="0" h="466891" w="614330">
                <a:moveTo>
                  <a:pt x="0" y="0"/>
                </a:moveTo>
                <a:lnTo>
                  <a:pt x="614330" y="0"/>
                </a:lnTo>
                <a:lnTo>
                  <a:pt x="614330" y="466891"/>
                </a:lnTo>
                <a:lnTo>
                  <a:pt x="0" y="466891"/>
                </a:lnTo>
                <a:lnTo>
                  <a:pt x="0" y="0"/>
                </a:lnTo>
                <a:close/>
              </a:path>
            </a:pathLst>
          </a:custGeom>
          <a:blipFill rotWithShape="1">
            <a:blip r:embed="rId3">
              <a:alphaModFix/>
            </a:blip>
            <a:stretch>
              <a:fillRect b="0" l="0" r="0" t="0"/>
            </a:stretch>
          </a:blipFill>
          <a:ln>
            <a:noFill/>
          </a:ln>
        </p:spPr>
      </p:sp>
      <p:sp>
        <p:nvSpPr>
          <p:cNvPr id="402" name="Google Shape;402;p3"/>
          <p:cNvSpPr/>
          <p:nvPr/>
        </p:nvSpPr>
        <p:spPr>
          <a:xfrm rot="10800000">
            <a:off x="8529670" y="5869584"/>
            <a:ext cx="614330" cy="466891"/>
          </a:xfrm>
          <a:custGeom>
            <a:rect b="b" l="l" r="r" t="t"/>
            <a:pathLst>
              <a:path extrusionOk="0" h="466891" w="614330">
                <a:moveTo>
                  <a:pt x="614330" y="466890"/>
                </a:moveTo>
                <a:lnTo>
                  <a:pt x="0" y="466890"/>
                </a:lnTo>
                <a:lnTo>
                  <a:pt x="0" y="0"/>
                </a:lnTo>
                <a:lnTo>
                  <a:pt x="614330" y="0"/>
                </a:lnTo>
                <a:lnTo>
                  <a:pt x="614330" y="466890"/>
                </a:lnTo>
                <a:close/>
              </a:path>
            </a:pathLst>
          </a:custGeom>
          <a:blipFill rotWithShape="1">
            <a:blip r:embed="rId3">
              <a:alphaModFix/>
            </a:blip>
            <a:stretch>
              <a:fillRect b="0" l="0" r="0" t="0"/>
            </a:stretch>
          </a:blipFill>
          <a:ln>
            <a:noFill/>
          </a:ln>
        </p:spPr>
      </p:sp>
      <p:sp>
        <p:nvSpPr>
          <p:cNvPr id="403" name="Google Shape;403;p3"/>
          <p:cNvSpPr/>
          <p:nvPr/>
        </p:nvSpPr>
        <p:spPr>
          <a:xfrm>
            <a:off x="15531691" y="160918"/>
            <a:ext cx="996214" cy="1021758"/>
          </a:xfrm>
          <a:custGeom>
            <a:rect b="b" l="l" r="r" t="t"/>
            <a:pathLst>
              <a:path extrusionOk="0" h="1021758" w="996214">
                <a:moveTo>
                  <a:pt x="0" y="0"/>
                </a:moveTo>
                <a:lnTo>
                  <a:pt x="996214" y="0"/>
                </a:lnTo>
                <a:lnTo>
                  <a:pt x="996214" y="1021758"/>
                </a:lnTo>
                <a:lnTo>
                  <a:pt x="0" y="1021758"/>
                </a:lnTo>
                <a:lnTo>
                  <a:pt x="0" y="0"/>
                </a:lnTo>
                <a:close/>
              </a:path>
            </a:pathLst>
          </a:custGeom>
          <a:blipFill rotWithShape="1">
            <a:blip r:embed="rId4">
              <a:alphaModFix/>
            </a:blip>
            <a:stretch>
              <a:fillRect b="0" l="0" r="0" t="0"/>
            </a:stretch>
          </a:blipFill>
          <a:ln>
            <a:noFill/>
          </a:ln>
        </p:spPr>
      </p:sp>
      <p:sp>
        <p:nvSpPr>
          <p:cNvPr id="404" name="Google Shape;404;p3"/>
          <p:cNvSpPr txBox="1"/>
          <p:nvPr/>
        </p:nvSpPr>
        <p:spPr>
          <a:xfrm>
            <a:off x="2381350" y="893150"/>
            <a:ext cx="9984900" cy="10467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None/>
            </a:pPr>
            <a:r>
              <a:rPr b="1" lang="en-US" sz="5000">
                <a:solidFill>
                  <a:srgbClr val="20538B"/>
                </a:solidFill>
              </a:rPr>
              <a:t>에듀체크</a:t>
            </a:r>
            <a:endParaRPr b="1" sz="1800">
              <a:solidFill>
                <a:srgbClr val="20538B"/>
              </a:solidFill>
            </a:endParaRPr>
          </a:p>
          <a:p>
            <a:pPr indent="0" lvl="0" marL="0" rtl="0" algn="l">
              <a:lnSpc>
                <a:spcPct val="140000"/>
              </a:lnSpc>
              <a:spcBef>
                <a:spcPts val="0"/>
              </a:spcBef>
              <a:spcAft>
                <a:spcPts val="0"/>
              </a:spcAft>
              <a:buClr>
                <a:schemeClr val="dk1"/>
              </a:buClr>
              <a:buFont typeface="Arial"/>
              <a:buNone/>
            </a:pPr>
            <a:r>
              <a:rPr lang="en-US" sz="1800">
                <a:solidFill>
                  <a:srgbClr val="20538B"/>
                </a:solidFill>
              </a:rPr>
              <a:t>생성형 AI를 활용한 개인정보 유출 취약점 자동 진단 및 ISMS-P 인증기준 확인</a:t>
            </a:r>
            <a:endParaRPr b="1" sz="1800">
              <a:solidFill>
                <a:srgbClr val="20538B"/>
              </a:solidFill>
            </a:endParaRPr>
          </a:p>
        </p:txBody>
      </p:sp>
      <p:sp>
        <p:nvSpPr>
          <p:cNvPr id="405" name="Google Shape;405;p3"/>
          <p:cNvSpPr txBox="1"/>
          <p:nvPr/>
        </p:nvSpPr>
        <p:spPr>
          <a:xfrm>
            <a:off x="1437501" y="920715"/>
            <a:ext cx="834600" cy="751200"/>
          </a:xfrm>
          <a:prstGeom prst="rect">
            <a:avLst/>
          </a:prstGeom>
          <a:noFill/>
          <a:ln>
            <a:noFill/>
          </a:ln>
        </p:spPr>
        <p:txBody>
          <a:bodyPr anchorCtr="0" anchor="t" bIns="0" lIns="0" spcFirstLastPara="1" rIns="0" wrap="square" tIns="0">
            <a:spAutoFit/>
          </a:bodyPr>
          <a:lstStyle/>
          <a:p>
            <a:pPr indent="0" lvl="0" marL="0" marR="0" rtl="0" algn="l">
              <a:lnSpc>
                <a:spcPct val="192009"/>
              </a:lnSpc>
              <a:spcBef>
                <a:spcPts val="0"/>
              </a:spcBef>
              <a:spcAft>
                <a:spcPts val="0"/>
              </a:spcAft>
              <a:buNone/>
            </a:pPr>
            <a:r>
              <a:rPr b="1" lang="en-US" sz="4881">
                <a:solidFill>
                  <a:srgbClr val="CBDDEF"/>
                </a:solidFill>
              </a:rPr>
              <a:t>01</a:t>
            </a:r>
            <a:endParaRPr/>
          </a:p>
        </p:txBody>
      </p:sp>
      <p:sp>
        <p:nvSpPr>
          <p:cNvPr id="406" name="Google Shape;406;p3"/>
          <p:cNvSpPr txBox="1"/>
          <p:nvPr/>
        </p:nvSpPr>
        <p:spPr>
          <a:xfrm>
            <a:off x="4014349" y="4803993"/>
            <a:ext cx="9645000" cy="769500"/>
          </a:xfrm>
          <a:prstGeom prst="rect">
            <a:avLst/>
          </a:prstGeom>
          <a:noFill/>
          <a:ln>
            <a:noFill/>
          </a:ln>
        </p:spPr>
        <p:txBody>
          <a:bodyPr anchorCtr="0" anchor="t" bIns="0" lIns="0" spcFirstLastPara="1" rIns="0" wrap="square" tIns="0">
            <a:spAutoFit/>
          </a:bodyPr>
          <a:lstStyle/>
          <a:p>
            <a:pPr indent="0" lvl="0" marL="0" marR="0" rtl="0" algn="ctr">
              <a:lnSpc>
                <a:spcPct val="140012"/>
              </a:lnSpc>
              <a:spcBef>
                <a:spcPts val="0"/>
              </a:spcBef>
              <a:spcAft>
                <a:spcPts val="0"/>
              </a:spcAft>
              <a:buNone/>
            </a:pPr>
            <a:r>
              <a:rPr b="1" lang="en-US" sz="5000">
                <a:solidFill>
                  <a:srgbClr val="20538B"/>
                </a:solidFill>
              </a:rPr>
              <a:t>프로젝트 개요</a:t>
            </a:r>
            <a:endParaRPr b="1" sz="5000">
              <a:solidFill>
                <a:srgbClr val="20538B"/>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grpSp>
        <p:nvGrpSpPr>
          <p:cNvPr id="411" name="Google Shape;411;h29ad1a1c935308b6_1_75"/>
          <p:cNvGrpSpPr/>
          <p:nvPr/>
        </p:nvGrpSpPr>
        <p:grpSpPr>
          <a:xfrm>
            <a:off x="-1081199" y="3274284"/>
            <a:ext cx="20615733" cy="7012716"/>
            <a:chOff x="-99238" y="-88"/>
            <a:chExt cx="27487644" cy="9350289"/>
          </a:xfrm>
        </p:grpSpPr>
        <p:grpSp>
          <p:nvGrpSpPr>
            <p:cNvPr id="412" name="Google Shape;412;h29ad1a1c935308b6_1_75"/>
            <p:cNvGrpSpPr/>
            <p:nvPr/>
          </p:nvGrpSpPr>
          <p:grpSpPr>
            <a:xfrm rot="-5400000">
              <a:off x="11107617" y="-11206943"/>
              <a:ext cx="4770761" cy="27184472"/>
              <a:chOff x="0" y="-38100"/>
              <a:chExt cx="1831597" cy="10436700"/>
            </a:xfrm>
          </p:grpSpPr>
          <p:sp>
            <p:nvSpPr>
              <p:cNvPr id="413" name="Google Shape;413;h29ad1a1c935308b6_1_75"/>
              <p:cNvSpPr/>
              <p:nvPr/>
            </p:nvSpPr>
            <p:spPr>
              <a:xfrm>
                <a:off x="0" y="0"/>
                <a:ext cx="1831597" cy="10398600"/>
              </a:xfrm>
              <a:custGeom>
                <a:rect b="b" l="l" r="r" t="t"/>
                <a:pathLst>
                  <a:path extrusionOk="0" h="10398600" w="1831597">
                    <a:moveTo>
                      <a:pt x="0" y="0"/>
                    </a:moveTo>
                    <a:lnTo>
                      <a:pt x="1831597" y="0"/>
                    </a:lnTo>
                    <a:lnTo>
                      <a:pt x="1831597" y="10398600"/>
                    </a:lnTo>
                    <a:lnTo>
                      <a:pt x="0" y="10398600"/>
                    </a:lnTo>
                    <a:close/>
                  </a:path>
                </a:pathLst>
              </a:custGeom>
              <a:solidFill>
                <a:srgbClr val="CBDDE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4" name="Google Shape;414;h29ad1a1c935308b6_1_75"/>
              <p:cNvSpPr txBox="1"/>
              <p:nvPr/>
            </p:nvSpPr>
            <p:spPr>
              <a:xfrm>
                <a:off x="0" y="-38100"/>
                <a:ext cx="1831500" cy="10436700"/>
              </a:xfrm>
              <a:prstGeom prst="rect">
                <a:avLst/>
              </a:prstGeom>
              <a:noFill/>
              <a:ln>
                <a:noFill/>
              </a:ln>
            </p:spPr>
            <p:txBody>
              <a:bodyPr anchorCtr="0" anchor="ctr" bIns="27000" lIns="27000" spcFirstLastPara="1" rIns="27000" wrap="square" tIns="27000">
                <a:noAutofit/>
              </a:bodyPr>
              <a:lstStyle/>
              <a:p>
                <a:pPr indent="0" lvl="0" marL="0" marR="0" rtl="0" algn="ctr">
                  <a:lnSpc>
                    <a:spcPct val="1555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15" name="Google Shape;415;h29ad1a1c935308b6_1_75"/>
            <p:cNvGrpSpPr/>
            <p:nvPr/>
          </p:nvGrpSpPr>
          <p:grpSpPr>
            <a:xfrm rot="-5400000">
              <a:off x="11637133" y="-6401071"/>
              <a:ext cx="4579844" cy="26922700"/>
              <a:chOff x="0" y="-38100"/>
              <a:chExt cx="1758300" cy="10336200"/>
            </a:xfrm>
          </p:grpSpPr>
          <p:sp>
            <p:nvSpPr>
              <p:cNvPr id="416" name="Google Shape;416;h29ad1a1c935308b6_1_75"/>
              <p:cNvSpPr/>
              <p:nvPr/>
            </p:nvSpPr>
            <p:spPr>
              <a:xfrm>
                <a:off x="0" y="0"/>
                <a:ext cx="1758210" cy="10298040"/>
              </a:xfrm>
              <a:custGeom>
                <a:rect b="b" l="l" r="r" t="t"/>
                <a:pathLst>
                  <a:path extrusionOk="0" h="10298040" w="1758210">
                    <a:moveTo>
                      <a:pt x="0" y="0"/>
                    </a:moveTo>
                    <a:lnTo>
                      <a:pt x="1758210" y="0"/>
                    </a:lnTo>
                    <a:lnTo>
                      <a:pt x="1758210" y="10298040"/>
                    </a:lnTo>
                    <a:lnTo>
                      <a:pt x="0" y="10298040"/>
                    </a:lnTo>
                    <a:close/>
                  </a:path>
                </a:pathLst>
              </a:custGeom>
              <a:solidFill>
                <a:srgbClr val="94B6DA"/>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7" name="Google Shape;417;h29ad1a1c935308b6_1_75"/>
              <p:cNvSpPr txBox="1"/>
              <p:nvPr/>
            </p:nvSpPr>
            <p:spPr>
              <a:xfrm>
                <a:off x="0" y="-38100"/>
                <a:ext cx="1758300" cy="10336200"/>
              </a:xfrm>
              <a:prstGeom prst="rect">
                <a:avLst/>
              </a:prstGeom>
              <a:noFill/>
              <a:ln>
                <a:noFill/>
              </a:ln>
            </p:spPr>
            <p:txBody>
              <a:bodyPr anchorCtr="0" anchor="ctr" bIns="27000" lIns="27000" spcFirstLastPara="1" rIns="27000" wrap="square" tIns="27000">
                <a:noAutofit/>
              </a:bodyPr>
              <a:lstStyle/>
              <a:p>
                <a:pPr indent="0" lvl="0" marL="0" marR="0" rtl="0" algn="ctr">
                  <a:lnSpc>
                    <a:spcPct val="1555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grpSp>
        <p:nvGrpSpPr>
          <p:cNvPr id="418" name="Google Shape;418;h29ad1a1c935308b6_1_75"/>
          <p:cNvGrpSpPr/>
          <p:nvPr/>
        </p:nvGrpSpPr>
        <p:grpSpPr>
          <a:xfrm>
            <a:off x="731085" y="628765"/>
            <a:ext cx="16825838" cy="9050173"/>
            <a:chOff x="0" y="-108813"/>
            <a:chExt cx="22434451" cy="12066897"/>
          </a:xfrm>
        </p:grpSpPr>
        <p:grpSp>
          <p:nvGrpSpPr>
            <p:cNvPr id="419" name="Google Shape;419;h29ad1a1c935308b6_1_75"/>
            <p:cNvGrpSpPr/>
            <p:nvPr/>
          </p:nvGrpSpPr>
          <p:grpSpPr>
            <a:xfrm>
              <a:off x="26537" y="10214891"/>
              <a:ext cx="22386840" cy="1743193"/>
              <a:chOff x="0" y="-47625"/>
              <a:chExt cx="9809754" cy="763855"/>
            </a:xfrm>
          </p:grpSpPr>
          <p:sp>
            <p:nvSpPr>
              <p:cNvPr id="420" name="Google Shape;420;h29ad1a1c935308b6_1_75"/>
              <p:cNvSpPr/>
              <p:nvPr/>
            </p:nvSpPr>
            <p:spPr>
              <a:xfrm>
                <a:off x="0" y="0"/>
                <a:ext cx="9809754" cy="716230"/>
              </a:xfrm>
              <a:custGeom>
                <a:rect b="b" l="l" r="r" t="t"/>
                <a:pathLst>
                  <a:path extrusionOk="0" h="716230" w="9809754">
                    <a:moveTo>
                      <a:pt x="0" y="0"/>
                    </a:moveTo>
                    <a:lnTo>
                      <a:pt x="9809754" y="0"/>
                    </a:lnTo>
                    <a:lnTo>
                      <a:pt x="9809754" y="716230"/>
                    </a:lnTo>
                    <a:lnTo>
                      <a:pt x="0" y="716230"/>
                    </a:lnTo>
                    <a:close/>
                  </a:path>
                </a:pathLst>
              </a:custGeom>
              <a:solidFill>
                <a:srgbClr val="20538B"/>
              </a:solidFill>
              <a:ln cap="sq" cmpd="sng" w="38100">
                <a:solidFill>
                  <a:srgbClr val="20538B"/>
                </a:solidFill>
                <a:prstDash val="solid"/>
                <a:miter lim="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1" name="Google Shape;421;h29ad1a1c935308b6_1_75"/>
              <p:cNvSpPr txBox="1"/>
              <p:nvPr/>
            </p:nvSpPr>
            <p:spPr>
              <a:xfrm>
                <a:off x="0" y="-47625"/>
                <a:ext cx="9809700" cy="763800"/>
              </a:xfrm>
              <a:prstGeom prst="rect">
                <a:avLst/>
              </a:prstGeom>
              <a:noFill/>
              <a:ln>
                <a:noFill/>
              </a:ln>
            </p:spPr>
            <p:txBody>
              <a:bodyPr anchorCtr="0" anchor="ctr" bIns="50800" lIns="50800" spcFirstLastPara="1" rIns="50800" wrap="square" tIns="50800">
                <a:noAutofit/>
              </a:bodyPr>
              <a:lstStyle/>
              <a:p>
                <a:pPr indent="0" lvl="0" marL="0" marR="0" rtl="0" algn="ctr">
                  <a:lnSpc>
                    <a:spcPct val="175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22" name="Google Shape;422;h29ad1a1c935308b6_1_75"/>
            <p:cNvGrpSpPr/>
            <p:nvPr/>
          </p:nvGrpSpPr>
          <p:grpSpPr>
            <a:xfrm>
              <a:off x="0" y="-108813"/>
              <a:ext cx="22434451" cy="11946166"/>
              <a:chOff x="0" y="-47625"/>
              <a:chExt cx="9819000" cy="5228539"/>
            </a:xfrm>
          </p:grpSpPr>
          <p:sp>
            <p:nvSpPr>
              <p:cNvPr id="423" name="Google Shape;423;h29ad1a1c935308b6_1_75"/>
              <p:cNvSpPr/>
              <p:nvPr/>
            </p:nvSpPr>
            <p:spPr>
              <a:xfrm>
                <a:off x="0" y="0"/>
                <a:ext cx="9818922" cy="5180914"/>
              </a:xfrm>
              <a:custGeom>
                <a:rect b="b" l="l" r="r" t="t"/>
                <a:pathLst>
                  <a:path extrusionOk="0" h="5180914" w="9818922">
                    <a:moveTo>
                      <a:pt x="0" y="0"/>
                    </a:moveTo>
                    <a:lnTo>
                      <a:pt x="9818922" y="0"/>
                    </a:lnTo>
                    <a:lnTo>
                      <a:pt x="9818922" y="5180914"/>
                    </a:lnTo>
                    <a:lnTo>
                      <a:pt x="0" y="5180914"/>
                    </a:lnTo>
                    <a:close/>
                  </a:path>
                </a:pathLst>
              </a:custGeom>
              <a:solidFill>
                <a:srgbClr val="FFFFFF"/>
              </a:solidFill>
              <a:ln cap="sq" cmpd="sng" w="38100">
                <a:solidFill>
                  <a:srgbClr val="20538B"/>
                </a:solidFill>
                <a:prstDash val="solid"/>
                <a:miter lim="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4" name="Google Shape;424;h29ad1a1c935308b6_1_75"/>
              <p:cNvSpPr txBox="1"/>
              <p:nvPr/>
            </p:nvSpPr>
            <p:spPr>
              <a:xfrm>
                <a:off x="0" y="-47625"/>
                <a:ext cx="9819000" cy="5228400"/>
              </a:xfrm>
              <a:prstGeom prst="rect">
                <a:avLst/>
              </a:prstGeom>
              <a:noFill/>
              <a:ln>
                <a:noFill/>
              </a:ln>
            </p:spPr>
            <p:txBody>
              <a:bodyPr anchorCtr="0" anchor="ctr" bIns="50800" lIns="50800" spcFirstLastPara="1" rIns="50800" wrap="square" tIns="50800">
                <a:noAutofit/>
              </a:bodyPr>
              <a:lstStyle/>
              <a:p>
                <a:pPr indent="0" lvl="0" marL="0" marR="0" rtl="0" algn="ctr">
                  <a:lnSpc>
                    <a:spcPct val="175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grpSp>
        <p:nvGrpSpPr>
          <p:cNvPr id="425" name="Google Shape;425;h29ad1a1c935308b6_1_75"/>
          <p:cNvGrpSpPr/>
          <p:nvPr/>
        </p:nvGrpSpPr>
        <p:grpSpPr>
          <a:xfrm>
            <a:off x="763743" y="662704"/>
            <a:ext cx="16759942" cy="1561150"/>
            <a:chOff x="0" y="-38100"/>
            <a:chExt cx="8581200" cy="799319"/>
          </a:xfrm>
        </p:grpSpPr>
        <p:sp>
          <p:nvSpPr>
            <p:cNvPr id="426" name="Google Shape;426;h29ad1a1c935308b6_1_75"/>
            <p:cNvSpPr/>
            <p:nvPr/>
          </p:nvSpPr>
          <p:spPr>
            <a:xfrm>
              <a:off x="0" y="0"/>
              <a:ext cx="8581180" cy="761219"/>
            </a:xfrm>
            <a:custGeom>
              <a:rect b="b" l="l" r="r" t="t"/>
              <a:pathLst>
                <a:path extrusionOk="0" h="761219" w="8581180">
                  <a:moveTo>
                    <a:pt x="0" y="0"/>
                  </a:moveTo>
                  <a:lnTo>
                    <a:pt x="8581180" y="0"/>
                  </a:lnTo>
                  <a:lnTo>
                    <a:pt x="8581180" y="761219"/>
                  </a:lnTo>
                  <a:lnTo>
                    <a:pt x="0" y="761219"/>
                  </a:lnTo>
                  <a:close/>
                </a:path>
              </a:pathLst>
            </a:custGeom>
            <a:solidFill>
              <a:srgbClr val="EEF6FF"/>
            </a:solidFill>
            <a:ln cap="sq" cmpd="sng" w="9525">
              <a:solidFill>
                <a:srgbClr val="20538B"/>
              </a:solidFill>
              <a:prstDash val="solid"/>
              <a:miter lim="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7" name="Google Shape;427;h29ad1a1c935308b6_1_75"/>
            <p:cNvSpPr txBox="1"/>
            <p:nvPr/>
          </p:nvSpPr>
          <p:spPr>
            <a:xfrm>
              <a:off x="0" y="-38100"/>
              <a:ext cx="8581200" cy="799200"/>
            </a:xfrm>
            <a:prstGeom prst="rect">
              <a:avLst/>
            </a:prstGeom>
            <a:noFill/>
            <a:ln>
              <a:noFill/>
            </a:ln>
          </p:spPr>
          <p:txBody>
            <a:bodyPr anchorCtr="0" anchor="ctr" bIns="39175" lIns="39175" spcFirstLastPara="1" rIns="39175" wrap="square" tIns="39175">
              <a:noAutofit/>
            </a:bodyPr>
            <a:lstStyle/>
            <a:p>
              <a:pPr indent="0" lvl="0" marL="0" marR="0" rtl="0" algn="ctr">
                <a:lnSpc>
                  <a:spcPct val="1555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28" name="Google Shape;428;h29ad1a1c935308b6_1_75"/>
          <p:cNvSpPr/>
          <p:nvPr/>
        </p:nvSpPr>
        <p:spPr>
          <a:xfrm>
            <a:off x="15531691" y="160918"/>
            <a:ext cx="996214" cy="1021758"/>
          </a:xfrm>
          <a:custGeom>
            <a:rect b="b" l="l" r="r" t="t"/>
            <a:pathLst>
              <a:path extrusionOk="0" h="1021758" w="996214">
                <a:moveTo>
                  <a:pt x="0" y="0"/>
                </a:moveTo>
                <a:lnTo>
                  <a:pt x="996214" y="0"/>
                </a:lnTo>
                <a:lnTo>
                  <a:pt x="996214" y="1021758"/>
                </a:lnTo>
                <a:lnTo>
                  <a:pt x="0" y="1021758"/>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9" name="Google Shape;429;h29ad1a1c935308b6_1_75"/>
          <p:cNvSpPr txBox="1"/>
          <p:nvPr/>
        </p:nvSpPr>
        <p:spPr>
          <a:xfrm>
            <a:off x="2059463" y="753018"/>
            <a:ext cx="14918400" cy="1477328"/>
          </a:xfrm>
          <a:prstGeom prst="rect">
            <a:avLst/>
          </a:prstGeom>
          <a:noFill/>
          <a:ln>
            <a:noFill/>
          </a:ln>
        </p:spPr>
        <p:txBody>
          <a:bodyPr anchorCtr="0" anchor="ctr" bIns="0" lIns="0" spcFirstLastPara="1" rIns="0" wrap="square" tIns="0">
            <a:noAutofit/>
          </a:bodyPr>
          <a:lstStyle/>
          <a:p>
            <a:pPr indent="0" lvl="0" marL="0" marR="0" rtl="0" algn="l">
              <a:lnSpc>
                <a:spcPct val="192000"/>
              </a:lnSpc>
              <a:spcBef>
                <a:spcPts val="0"/>
              </a:spcBef>
              <a:spcAft>
                <a:spcPts val="0"/>
              </a:spcAft>
              <a:buClr>
                <a:srgbClr val="000000"/>
              </a:buClr>
              <a:buSzPts val="5000"/>
              <a:buFont typeface="Arial"/>
              <a:buNone/>
            </a:pPr>
            <a:r>
              <a:rPr b="1" i="0" lang="en-US" sz="5000" u="none" cap="none" strike="noStrike">
                <a:solidFill>
                  <a:srgbClr val="20538B"/>
                </a:solidFill>
                <a:latin typeface="Arial"/>
                <a:ea typeface="Arial"/>
                <a:cs typeface="Arial"/>
                <a:sym typeface="Arial"/>
              </a:rPr>
              <a:t>프로젝트 개요 </a:t>
            </a:r>
            <a:r>
              <a:rPr b="1" i="0" lang="en-US" sz="3500" u="none" cap="none" strike="noStrike">
                <a:solidFill>
                  <a:srgbClr val="20538B"/>
                </a:solidFill>
                <a:latin typeface="Arial"/>
                <a:ea typeface="Arial"/>
                <a:cs typeface="Arial"/>
                <a:sym typeface="Arial"/>
              </a:rPr>
              <a:t>– 주제 및 선정 배경, 기획의도</a:t>
            </a:r>
            <a:endParaRPr b="1" i="0" sz="5000" u="none" cap="none" strike="noStrike">
              <a:solidFill>
                <a:srgbClr val="20538B"/>
              </a:solidFill>
              <a:latin typeface="Arial"/>
              <a:ea typeface="Arial"/>
              <a:cs typeface="Arial"/>
              <a:sym typeface="Arial"/>
            </a:endParaRPr>
          </a:p>
        </p:txBody>
      </p:sp>
      <p:sp>
        <p:nvSpPr>
          <p:cNvPr id="430" name="Google Shape;430;h29ad1a1c935308b6_1_75"/>
          <p:cNvSpPr txBox="1"/>
          <p:nvPr/>
        </p:nvSpPr>
        <p:spPr>
          <a:xfrm>
            <a:off x="1437501" y="920715"/>
            <a:ext cx="834600" cy="215400"/>
          </a:xfrm>
          <a:prstGeom prst="rect">
            <a:avLst/>
          </a:prstGeom>
          <a:noFill/>
          <a:ln>
            <a:noFill/>
          </a:ln>
        </p:spPr>
        <p:txBody>
          <a:bodyPr anchorCtr="0" anchor="t" bIns="0" lIns="0" spcFirstLastPara="1" rIns="0" wrap="square" tIns="0">
            <a:spAutoFit/>
          </a:bodyPr>
          <a:lstStyle/>
          <a:p>
            <a:pPr indent="0" lvl="0" marL="0" marR="0" rtl="0" algn="l">
              <a:lnSpc>
                <a:spcPct val="192009"/>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1" name="Google Shape;431;h29ad1a1c935308b6_1_75"/>
          <p:cNvSpPr txBox="1"/>
          <p:nvPr/>
        </p:nvSpPr>
        <p:spPr>
          <a:xfrm>
            <a:off x="1192205" y="770619"/>
            <a:ext cx="834600" cy="1442126"/>
          </a:xfrm>
          <a:prstGeom prst="rect">
            <a:avLst/>
          </a:prstGeom>
          <a:noFill/>
          <a:ln>
            <a:noFill/>
          </a:ln>
        </p:spPr>
        <p:txBody>
          <a:bodyPr anchorCtr="0" anchor="ctr" bIns="0" lIns="0" spcFirstLastPara="1" rIns="0" wrap="square" tIns="0">
            <a:noAutofit/>
          </a:bodyPr>
          <a:lstStyle/>
          <a:p>
            <a:pPr indent="0" lvl="0" marL="0" marR="0" rtl="0" algn="l">
              <a:lnSpc>
                <a:spcPct val="192009"/>
              </a:lnSpc>
              <a:spcBef>
                <a:spcPts val="0"/>
              </a:spcBef>
              <a:spcAft>
                <a:spcPts val="0"/>
              </a:spcAft>
              <a:buClr>
                <a:srgbClr val="000000"/>
              </a:buClr>
              <a:buSzPts val="4881"/>
              <a:buFont typeface="Arial"/>
              <a:buNone/>
            </a:pPr>
            <a:r>
              <a:rPr b="1" i="0" lang="en-US" sz="4881" u="none" cap="none" strike="noStrike">
                <a:solidFill>
                  <a:srgbClr val="CBDDEF"/>
                </a:solidFill>
                <a:latin typeface="Arial"/>
                <a:ea typeface="Arial"/>
                <a:cs typeface="Arial"/>
                <a:sym typeface="Arial"/>
              </a:rPr>
              <a:t>01</a:t>
            </a:r>
            <a:endParaRPr b="0" i="0" sz="1400" u="none" cap="none" strike="noStrike">
              <a:solidFill>
                <a:srgbClr val="000000"/>
              </a:solidFill>
              <a:latin typeface="Arial"/>
              <a:ea typeface="Arial"/>
              <a:cs typeface="Arial"/>
              <a:sym typeface="Arial"/>
            </a:endParaRPr>
          </a:p>
        </p:txBody>
      </p:sp>
      <p:sp>
        <p:nvSpPr>
          <p:cNvPr id="432" name="Google Shape;432;h29ad1a1c935308b6_1_75"/>
          <p:cNvSpPr/>
          <p:nvPr/>
        </p:nvSpPr>
        <p:spPr>
          <a:xfrm>
            <a:off x="1437501" y="2750000"/>
            <a:ext cx="15893500" cy="1350000"/>
          </a:xfrm>
          <a:prstGeom prst="roundRect">
            <a:avLst>
              <a:gd fmla="val 8000" name="adj"/>
            </a:avLst>
          </a:prstGeom>
          <a:solidFill>
            <a:srgbClr val="20538B"/>
          </a:solidFill>
          <a:ln>
            <a:noFill/>
          </a:ln>
        </p:spPr>
        <p:txBody>
          <a:bodyPr anchorCtr="0" anchor="ctr" bIns="180000" lIns="360000" spcFirstLastPara="1" rIns="360000" wrap="square" tIns="180000">
            <a:noAutofit/>
          </a:bodyPr>
          <a:lstStyle/>
          <a:p>
            <a:pPr indent="0" lvl="0" marL="0" marR="0" rtl="0" algn="l">
              <a:lnSpc>
                <a:spcPct val="130000"/>
              </a:lnSpc>
              <a:spcBef>
                <a:spcPts val="0"/>
              </a:spcBef>
              <a:spcAft>
                <a:spcPts val="0"/>
              </a:spcAft>
              <a:buClr>
                <a:srgbClr val="000000"/>
              </a:buClr>
              <a:buSzPts val="2000"/>
              <a:buFont typeface="Arial"/>
              <a:buNone/>
            </a:pPr>
            <a:r>
              <a:rPr b="1" i="0" lang="en-US" sz="2000" u="none" cap="none" strike="noStrike">
                <a:solidFill>
                  <a:srgbClr val="CBDDEF"/>
                </a:solidFill>
                <a:latin typeface="Arial"/>
                <a:ea typeface="Arial"/>
                <a:cs typeface="Arial"/>
                <a:sym typeface="Arial"/>
              </a:rPr>
              <a:t>프로젝트 주제</a:t>
            </a:r>
            <a:endParaRPr/>
          </a:p>
          <a:p>
            <a:pPr indent="0" lvl="0" marL="0" marR="0" rtl="0" algn="l">
              <a:lnSpc>
                <a:spcPct val="130000"/>
              </a:lnSpc>
              <a:spcBef>
                <a:spcPts val="300"/>
              </a:spcBef>
              <a:spcAft>
                <a:spcPts val="0"/>
              </a:spcAft>
              <a:buClr>
                <a:srgbClr val="000000"/>
              </a:buClr>
              <a:buSzPts val="2800"/>
              <a:buFont typeface="Arial"/>
              <a:buNone/>
            </a:pPr>
            <a:r>
              <a:rPr b="1" i="0" lang="en-US" sz="2800" u="none" cap="none" strike="noStrike">
                <a:solidFill>
                  <a:srgbClr val="FFFFFF"/>
                </a:solidFill>
                <a:latin typeface="Arial"/>
                <a:ea typeface="Arial"/>
                <a:cs typeface="Arial"/>
                <a:sym typeface="Arial"/>
              </a:rPr>
              <a:t>생성형 AI를 활용한 개인정보 유출 취약점 자동 진단 및 ISMS-P 인증기준 확인</a:t>
            </a:r>
            <a:endParaRPr/>
          </a:p>
        </p:txBody>
      </p:sp>
      <p:sp>
        <p:nvSpPr>
          <p:cNvPr id="433" name="Google Shape;433;h29ad1a1c935308b6_1_75"/>
          <p:cNvSpPr/>
          <p:nvPr/>
        </p:nvSpPr>
        <p:spPr>
          <a:xfrm>
            <a:off x="1437501" y="4400000"/>
            <a:ext cx="7700000" cy="4700000"/>
          </a:xfrm>
          <a:prstGeom prst="roundRect">
            <a:avLst>
              <a:gd fmla="val 5000" name="adj"/>
            </a:avLst>
          </a:prstGeom>
          <a:solidFill>
            <a:srgbClr val="EEF6FF"/>
          </a:solidFill>
          <a:ln cap="flat" cmpd="sng" w="19050">
            <a:solidFill>
              <a:srgbClr val="CBDDEF"/>
            </a:solidFill>
            <a:prstDash val="solid"/>
            <a:round/>
            <a:headEnd len="sm" w="sm" type="none"/>
            <a:tailEnd len="sm" w="sm" type="none"/>
          </a:ln>
        </p:spPr>
        <p:txBody>
          <a:bodyPr anchorCtr="0" anchor="ctr" bIns="90000" lIns="180000" spcFirstLastPara="1" rIns="180000" wrap="square" tIns="900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434" name="Google Shape;434;h29ad1a1c935308b6_1_75"/>
          <p:cNvPicPr preferRelativeResize="0"/>
          <p:nvPr/>
        </p:nvPicPr>
        <p:blipFill rotWithShape="1">
          <a:blip r:embed="rId4">
            <a:alphaModFix/>
          </a:blip>
          <a:srcRect b="0" l="0" r="0" t="0"/>
          <a:stretch/>
        </p:blipFill>
        <p:spPr>
          <a:xfrm>
            <a:off x="1837501" y="4770000"/>
            <a:ext cx="330000" cy="330000"/>
          </a:xfrm>
          <a:prstGeom prst="rect">
            <a:avLst/>
          </a:prstGeom>
          <a:noFill/>
          <a:ln>
            <a:noFill/>
          </a:ln>
        </p:spPr>
      </p:pic>
      <p:sp>
        <p:nvSpPr>
          <p:cNvPr id="435" name="Google Shape;435;h29ad1a1c935308b6_1_75"/>
          <p:cNvSpPr txBox="1"/>
          <p:nvPr/>
        </p:nvSpPr>
        <p:spPr>
          <a:xfrm>
            <a:off x="2357501" y="4730000"/>
            <a:ext cx="6380000" cy="5200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00000"/>
              </a:buClr>
              <a:buSzPts val="2800"/>
              <a:buFont typeface="Arial"/>
              <a:buNone/>
            </a:pPr>
            <a:r>
              <a:rPr b="1" i="0" lang="en-US" sz="2800" u="none" cap="none" strike="noStrike">
                <a:solidFill>
                  <a:srgbClr val="20538B"/>
                </a:solidFill>
                <a:latin typeface="Arial"/>
                <a:ea typeface="Arial"/>
                <a:cs typeface="Arial"/>
                <a:sym typeface="Arial"/>
              </a:rPr>
              <a:t>선정 배경</a:t>
            </a:r>
            <a:endParaRPr/>
          </a:p>
        </p:txBody>
      </p:sp>
      <p:sp>
        <p:nvSpPr>
          <p:cNvPr id="436" name="Google Shape;436;h29ad1a1c935308b6_1_75"/>
          <p:cNvSpPr txBox="1"/>
          <p:nvPr/>
        </p:nvSpPr>
        <p:spPr>
          <a:xfrm>
            <a:off x="1887501" y="5550000"/>
            <a:ext cx="6800000" cy="3300000"/>
          </a:xfrm>
          <a:prstGeom prst="rect">
            <a:avLst/>
          </a:prstGeom>
          <a:noFill/>
          <a:ln>
            <a:noFill/>
          </a:ln>
        </p:spPr>
        <p:txBody>
          <a:bodyPr anchorCtr="0" anchor="t" bIns="0" lIns="0" spcFirstLastPara="1" rIns="0" wrap="square" tIns="0">
            <a:noAutofit/>
          </a:bodyPr>
          <a:lstStyle/>
          <a:p>
            <a:pPr indent="-349250" lvl="0" marL="457200" marR="0" rtl="0" algn="l">
              <a:lnSpc>
                <a:spcPct val="150000"/>
              </a:lnSpc>
              <a:spcBef>
                <a:spcPts val="0"/>
              </a:spcBef>
              <a:spcAft>
                <a:spcPts val="0"/>
              </a:spcAft>
              <a:buClr>
                <a:srgbClr val="20538B"/>
              </a:buClr>
              <a:buSzPts val="2000"/>
              <a:buFont typeface="Arial"/>
              <a:buChar char="-"/>
            </a:pPr>
            <a:r>
              <a:rPr b="0" i="0" lang="en-US" sz="2000" u="none" cap="none" strike="noStrike">
                <a:solidFill>
                  <a:srgbClr val="20538B"/>
                </a:solidFill>
                <a:latin typeface="Arial"/>
                <a:ea typeface="Arial"/>
                <a:cs typeface="Arial"/>
                <a:sym typeface="Arial"/>
              </a:rPr>
              <a:t>2026년 9월, 온라인 교육 사이트 </a:t>
            </a:r>
            <a:r>
              <a:rPr lang="en-US" sz="2000">
                <a:solidFill>
                  <a:srgbClr val="20538B"/>
                </a:solidFill>
              </a:rPr>
              <a:t>‘맑은 소프트’, ‘라이브 클래스’등</a:t>
            </a:r>
            <a:r>
              <a:rPr b="0" i="0" lang="en-US" sz="2000" u="none" cap="none" strike="noStrike">
                <a:solidFill>
                  <a:srgbClr val="20538B"/>
                </a:solidFill>
                <a:latin typeface="Arial"/>
                <a:ea typeface="Arial"/>
                <a:cs typeface="Arial"/>
                <a:sym typeface="Arial"/>
              </a:rPr>
              <a:t>에서 개인정보 유출이 확인됨</a:t>
            </a:r>
            <a:endParaRPr/>
          </a:p>
          <a:p>
            <a:pPr indent="-349250" lvl="0" marL="457200" marR="0" rtl="0" algn="l">
              <a:lnSpc>
                <a:spcPct val="150000"/>
              </a:lnSpc>
              <a:spcBef>
                <a:spcPts val="900"/>
              </a:spcBef>
              <a:spcAft>
                <a:spcPts val="0"/>
              </a:spcAft>
              <a:buClr>
                <a:srgbClr val="20538B"/>
              </a:buClr>
              <a:buSzPts val="2000"/>
              <a:buFont typeface="Arial"/>
              <a:buChar char="-"/>
            </a:pPr>
            <a:r>
              <a:rPr b="0" i="0" lang="en-US" sz="2000" u="none" cap="none" strike="noStrike">
                <a:solidFill>
                  <a:srgbClr val="20538B"/>
                </a:solidFill>
                <a:latin typeface="Arial"/>
                <a:ea typeface="Arial"/>
                <a:cs typeface="Arial"/>
                <a:sym typeface="Arial"/>
              </a:rPr>
              <a:t>교육업계는 학생·학부모 정보를 함께 보관해, 금융정보·주소 등 민감정보의 추가 피해 우려가 큼</a:t>
            </a:r>
            <a:endParaRPr/>
          </a:p>
          <a:p>
            <a:pPr indent="-349250" lvl="0" marL="457200" marR="0" rtl="0" algn="l">
              <a:lnSpc>
                <a:spcPct val="150000"/>
              </a:lnSpc>
              <a:spcBef>
                <a:spcPts val="900"/>
              </a:spcBef>
              <a:spcAft>
                <a:spcPts val="0"/>
              </a:spcAft>
              <a:buClr>
                <a:srgbClr val="20538B"/>
              </a:buClr>
              <a:buSzPts val="2000"/>
              <a:buFont typeface="Arial"/>
              <a:buChar char="-"/>
            </a:pPr>
            <a:r>
              <a:rPr b="0" i="0" lang="en-US" sz="2000" u="none" cap="none" strike="noStrike">
                <a:solidFill>
                  <a:srgbClr val="20538B"/>
                </a:solidFill>
                <a:latin typeface="Arial"/>
                <a:ea typeface="Arial"/>
                <a:cs typeface="Arial"/>
                <a:sym typeface="Arial"/>
              </a:rPr>
              <a:t>ISMS-P가 취약점 확인·개선을 요구하지만, 필수 인증 대상이 아닌 소규모 사업자는 취약한 경우가 많음</a:t>
            </a:r>
            <a:endParaRPr/>
          </a:p>
        </p:txBody>
      </p:sp>
      <p:sp>
        <p:nvSpPr>
          <p:cNvPr id="437" name="Google Shape;437;h29ad1a1c935308b6_1_75"/>
          <p:cNvSpPr/>
          <p:nvPr/>
        </p:nvSpPr>
        <p:spPr>
          <a:xfrm>
            <a:off x="9631001" y="4400000"/>
            <a:ext cx="7700000" cy="4700000"/>
          </a:xfrm>
          <a:prstGeom prst="roundRect">
            <a:avLst>
              <a:gd fmla="val 5000" name="adj"/>
            </a:avLst>
          </a:prstGeom>
          <a:solidFill>
            <a:srgbClr val="EEF6FF"/>
          </a:solidFill>
          <a:ln cap="flat" cmpd="sng" w="19050">
            <a:solidFill>
              <a:srgbClr val="CBDDEF"/>
            </a:solidFill>
            <a:prstDash val="solid"/>
            <a:round/>
            <a:headEnd len="sm" w="sm" type="none"/>
            <a:tailEnd len="sm" w="sm" type="none"/>
          </a:ln>
        </p:spPr>
        <p:txBody>
          <a:bodyPr anchorCtr="0" anchor="ctr" bIns="90000" lIns="180000" spcFirstLastPara="1" rIns="180000" wrap="square" tIns="900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438" name="Google Shape;438;h29ad1a1c935308b6_1_75"/>
          <p:cNvPicPr preferRelativeResize="0"/>
          <p:nvPr/>
        </p:nvPicPr>
        <p:blipFill rotWithShape="1">
          <a:blip r:embed="rId4">
            <a:alphaModFix/>
          </a:blip>
          <a:srcRect b="0" l="0" r="0" t="0"/>
          <a:stretch/>
        </p:blipFill>
        <p:spPr>
          <a:xfrm>
            <a:off x="10031001" y="4770000"/>
            <a:ext cx="330000" cy="330000"/>
          </a:xfrm>
          <a:prstGeom prst="rect">
            <a:avLst/>
          </a:prstGeom>
          <a:noFill/>
          <a:ln>
            <a:noFill/>
          </a:ln>
        </p:spPr>
      </p:pic>
      <p:sp>
        <p:nvSpPr>
          <p:cNvPr id="439" name="Google Shape;439;h29ad1a1c935308b6_1_75"/>
          <p:cNvSpPr txBox="1"/>
          <p:nvPr/>
        </p:nvSpPr>
        <p:spPr>
          <a:xfrm>
            <a:off x="10551001" y="4730000"/>
            <a:ext cx="6380000" cy="5200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00000"/>
              </a:buClr>
              <a:buSzPts val="2800"/>
              <a:buFont typeface="Arial"/>
              <a:buNone/>
            </a:pPr>
            <a:r>
              <a:rPr b="1" i="0" lang="en-US" sz="2800" u="none" cap="none" strike="noStrike">
                <a:solidFill>
                  <a:srgbClr val="20538B"/>
                </a:solidFill>
                <a:latin typeface="Arial"/>
                <a:ea typeface="Arial"/>
                <a:cs typeface="Arial"/>
                <a:sym typeface="Arial"/>
              </a:rPr>
              <a:t>기획 의도</a:t>
            </a:r>
            <a:endParaRPr/>
          </a:p>
        </p:txBody>
      </p:sp>
      <p:sp>
        <p:nvSpPr>
          <p:cNvPr id="440" name="Google Shape;440;h29ad1a1c935308b6_1_75"/>
          <p:cNvSpPr txBox="1"/>
          <p:nvPr/>
        </p:nvSpPr>
        <p:spPr>
          <a:xfrm>
            <a:off x="10081001" y="5550000"/>
            <a:ext cx="6800000" cy="3300000"/>
          </a:xfrm>
          <a:prstGeom prst="rect">
            <a:avLst/>
          </a:prstGeom>
          <a:noFill/>
          <a:ln>
            <a:noFill/>
          </a:ln>
        </p:spPr>
        <p:txBody>
          <a:bodyPr anchorCtr="0" anchor="t" bIns="0" lIns="0" spcFirstLastPara="1" rIns="0" wrap="square" tIns="0">
            <a:noAutofit/>
          </a:bodyPr>
          <a:lstStyle/>
          <a:p>
            <a:pPr indent="-349250" lvl="0" marL="457200" marR="0" rtl="0" algn="l">
              <a:lnSpc>
                <a:spcPct val="150000"/>
              </a:lnSpc>
              <a:spcBef>
                <a:spcPts val="0"/>
              </a:spcBef>
              <a:spcAft>
                <a:spcPts val="0"/>
              </a:spcAft>
              <a:buClr>
                <a:srgbClr val="20538B"/>
              </a:buClr>
              <a:buSzPts val="2000"/>
              <a:buFont typeface="Arial"/>
              <a:buChar char="-"/>
            </a:pPr>
            <a:r>
              <a:rPr b="0" i="0" lang="en-US" sz="2000" u="none" cap="none" strike="noStrike">
                <a:solidFill>
                  <a:srgbClr val="20538B"/>
                </a:solidFill>
                <a:latin typeface="Arial"/>
                <a:ea typeface="Arial"/>
                <a:cs typeface="Arial"/>
                <a:sym typeface="Arial"/>
              </a:rPr>
              <a:t>개인정보 유출로 이어질 수 있는 웹 취약점을 자동으로 진단해 유출 사고를 줄임</a:t>
            </a:r>
            <a:endParaRPr/>
          </a:p>
          <a:p>
            <a:pPr indent="-349250" lvl="0" marL="457200" marR="0" rtl="0" algn="l">
              <a:lnSpc>
                <a:spcPct val="150000"/>
              </a:lnSpc>
              <a:spcBef>
                <a:spcPts val="900"/>
              </a:spcBef>
              <a:spcAft>
                <a:spcPts val="0"/>
              </a:spcAft>
              <a:buClr>
                <a:srgbClr val="20538B"/>
              </a:buClr>
              <a:buSzPts val="2000"/>
              <a:buFont typeface="Arial"/>
              <a:buChar char="-"/>
            </a:pPr>
            <a:r>
              <a:rPr b="0" i="0" lang="en-US" sz="2000" u="none" cap="none" strike="noStrike">
                <a:solidFill>
                  <a:srgbClr val="20538B"/>
                </a:solidFill>
                <a:latin typeface="Arial"/>
                <a:ea typeface="Arial"/>
                <a:cs typeface="Arial"/>
                <a:sym typeface="Arial"/>
              </a:rPr>
              <a:t>진단 결과를 주요정보통신기반시설·ISMS-P 기준과 개인정보 보호법 조문에 연결</a:t>
            </a:r>
            <a:endParaRPr/>
          </a:p>
          <a:p>
            <a:pPr indent="-349250" lvl="0" marL="457200" marR="0" rtl="0" algn="l">
              <a:lnSpc>
                <a:spcPct val="150000"/>
              </a:lnSpc>
              <a:spcBef>
                <a:spcPts val="900"/>
              </a:spcBef>
              <a:spcAft>
                <a:spcPts val="0"/>
              </a:spcAft>
              <a:buClr>
                <a:srgbClr val="20538B"/>
              </a:buClr>
              <a:buSzPts val="2000"/>
              <a:buFont typeface="Arial"/>
              <a:buChar char="-"/>
            </a:pPr>
            <a:r>
              <a:rPr b="0" i="0" lang="en-US" sz="2000" u="none" cap="none" strike="noStrike">
                <a:solidFill>
                  <a:srgbClr val="20538B"/>
                </a:solidFill>
                <a:latin typeface="Arial"/>
                <a:ea typeface="Arial"/>
                <a:cs typeface="Arial"/>
                <a:sym typeface="Arial"/>
              </a:rPr>
              <a:t>위험성과 개선 방안을 보고서로 제공해, 점검 결과가 바로 조치로 이어지게 함</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4" name="Shape 444"/>
        <p:cNvGrpSpPr/>
        <p:nvPr/>
      </p:nvGrpSpPr>
      <p:grpSpPr>
        <a:xfrm>
          <a:off x="0" y="0"/>
          <a:ext cx="0" cy="0"/>
          <a:chOff x="0" y="0"/>
          <a:chExt cx="0" cy="0"/>
        </a:xfrm>
      </p:grpSpPr>
      <p:grpSp>
        <p:nvGrpSpPr>
          <p:cNvPr id="445" name="Google Shape;445;h29ad1a1c935308b6_1_109"/>
          <p:cNvGrpSpPr/>
          <p:nvPr/>
        </p:nvGrpSpPr>
        <p:grpSpPr>
          <a:xfrm>
            <a:off x="-1081199" y="3274284"/>
            <a:ext cx="20615733" cy="7012716"/>
            <a:chOff x="-99238" y="-88"/>
            <a:chExt cx="27487644" cy="9350289"/>
          </a:xfrm>
        </p:grpSpPr>
        <p:grpSp>
          <p:nvGrpSpPr>
            <p:cNvPr id="446" name="Google Shape;446;h29ad1a1c935308b6_1_109"/>
            <p:cNvGrpSpPr/>
            <p:nvPr/>
          </p:nvGrpSpPr>
          <p:grpSpPr>
            <a:xfrm rot="-5400000">
              <a:off x="11107617" y="-11206943"/>
              <a:ext cx="4770761" cy="27184472"/>
              <a:chOff x="0" y="-38100"/>
              <a:chExt cx="1831597" cy="10436700"/>
            </a:xfrm>
          </p:grpSpPr>
          <p:sp>
            <p:nvSpPr>
              <p:cNvPr id="447" name="Google Shape;447;h29ad1a1c935308b6_1_109"/>
              <p:cNvSpPr/>
              <p:nvPr/>
            </p:nvSpPr>
            <p:spPr>
              <a:xfrm>
                <a:off x="0" y="0"/>
                <a:ext cx="1831597" cy="10398600"/>
              </a:xfrm>
              <a:custGeom>
                <a:rect b="b" l="l" r="r" t="t"/>
                <a:pathLst>
                  <a:path extrusionOk="0" h="10398600" w="1831597">
                    <a:moveTo>
                      <a:pt x="0" y="0"/>
                    </a:moveTo>
                    <a:lnTo>
                      <a:pt x="1831597" y="0"/>
                    </a:lnTo>
                    <a:lnTo>
                      <a:pt x="1831597" y="10398600"/>
                    </a:lnTo>
                    <a:lnTo>
                      <a:pt x="0" y="10398600"/>
                    </a:lnTo>
                    <a:close/>
                  </a:path>
                </a:pathLst>
              </a:custGeom>
              <a:solidFill>
                <a:srgbClr val="CBDDE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8" name="Google Shape;448;h29ad1a1c935308b6_1_109"/>
              <p:cNvSpPr txBox="1"/>
              <p:nvPr/>
            </p:nvSpPr>
            <p:spPr>
              <a:xfrm>
                <a:off x="0" y="-38100"/>
                <a:ext cx="1831500" cy="10436700"/>
              </a:xfrm>
              <a:prstGeom prst="rect">
                <a:avLst/>
              </a:prstGeom>
              <a:noFill/>
              <a:ln>
                <a:noFill/>
              </a:ln>
            </p:spPr>
            <p:txBody>
              <a:bodyPr anchorCtr="0" anchor="ctr" bIns="27000" lIns="27000" spcFirstLastPara="1" rIns="27000" wrap="square" tIns="27000">
                <a:noAutofit/>
              </a:bodyPr>
              <a:lstStyle/>
              <a:p>
                <a:pPr indent="0" lvl="0" marL="0" marR="0" rtl="0" algn="ctr">
                  <a:lnSpc>
                    <a:spcPct val="1555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49" name="Google Shape;449;h29ad1a1c935308b6_1_109"/>
            <p:cNvGrpSpPr/>
            <p:nvPr/>
          </p:nvGrpSpPr>
          <p:grpSpPr>
            <a:xfrm rot="-5400000">
              <a:off x="11637133" y="-6401071"/>
              <a:ext cx="4579844" cy="26922700"/>
              <a:chOff x="0" y="-38100"/>
              <a:chExt cx="1758300" cy="10336200"/>
            </a:xfrm>
          </p:grpSpPr>
          <p:sp>
            <p:nvSpPr>
              <p:cNvPr id="450" name="Google Shape;450;h29ad1a1c935308b6_1_109"/>
              <p:cNvSpPr/>
              <p:nvPr/>
            </p:nvSpPr>
            <p:spPr>
              <a:xfrm>
                <a:off x="0" y="0"/>
                <a:ext cx="1758210" cy="10298040"/>
              </a:xfrm>
              <a:custGeom>
                <a:rect b="b" l="l" r="r" t="t"/>
                <a:pathLst>
                  <a:path extrusionOk="0" h="10298040" w="1758210">
                    <a:moveTo>
                      <a:pt x="0" y="0"/>
                    </a:moveTo>
                    <a:lnTo>
                      <a:pt x="1758210" y="0"/>
                    </a:lnTo>
                    <a:lnTo>
                      <a:pt x="1758210" y="10298040"/>
                    </a:lnTo>
                    <a:lnTo>
                      <a:pt x="0" y="10298040"/>
                    </a:lnTo>
                    <a:close/>
                  </a:path>
                </a:pathLst>
              </a:custGeom>
              <a:solidFill>
                <a:srgbClr val="94B6DA"/>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1" name="Google Shape;451;h29ad1a1c935308b6_1_109"/>
              <p:cNvSpPr txBox="1"/>
              <p:nvPr/>
            </p:nvSpPr>
            <p:spPr>
              <a:xfrm>
                <a:off x="0" y="-38100"/>
                <a:ext cx="1758300" cy="10336200"/>
              </a:xfrm>
              <a:prstGeom prst="rect">
                <a:avLst/>
              </a:prstGeom>
              <a:noFill/>
              <a:ln>
                <a:noFill/>
              </a:ln>
            </p:spPr>
            <p:txBody>
              <a:bodyPr anchorCtr="0" anchor="ctr" bIns="27000" lIns="27000" spcFirstLastPara="1" rIns="27000" wrap="square" tIns="27000">
                <a:noAutofit/>
              </a:bodyPr>
              <a:lstStyle/>
              <a:p>
                <a:pPr indent="0" lvl="0" marL="0" marR="0" rtl="0" algn="ctr">
                  <a:lnSpc>
                    <a:spcPct val="1555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grpSp>
        <p:nvGrpSpPr>
          <p:cNvPr id="452" name="Google Shape;452;h29ad1a1c935308b6_1_109"/>
          <p:cNvGrpSpPr/>
          <p:nvPr/>
        </p:nvGrpSpPr>
        <p:grpSpPr>
          <a:xfrm>
            <a:off x="731085" y="628765"/>
            <a:ext cx="16825838" cy="9050173"/>
            <a:chOff x="0" y="-108813"/>
            <a:chExt cx="22434451" cy="12066897"/>
          </a:xfrm>
        </p:grpSpPr>
        <p:grpSp>
          <p:nvGrpSpPr>
            <p:cNvPr id="453" name="Google Shape;453;h29ad1a1c935308b6_1_109"/>
            <p:cNvGrpSpPr/>
            <p:nvPr/>
          </p:nvGrpSpPr>
          <p:grpSpPr>
            <a:xfrm>
              <a:off x="26537" y="10214891"/>
              <a:ext cx="22386840" cy="1743193"/>
              <a:chOff x="0" y="-47625"/>
              <a:chExt cx="9809754" cy="763855"/>
            </a:xfrm>
          </p:grpSpPr>
          <p:sp>
            <p:nvSpPr>
              <p:cNvPr id="454" name="Google Shape;454;h29ad1a1c935308b6_1_109"/>
              <p:cNvSpPr/>
              <p:nvPr/>
            </p:nvSpPr>
            <p:spPr>
              <a:xfrm>
                <a:off x="0" y="0"/>
                <a:ext cx="9809754" cy="716230"/>
              </a:xfrm>
              <a:custGeom>
                <a:rect b="b" l="l" r="r" t="t"/>
                <a:pathLst>
                  <a:path extrusionOk="0" h="716230" w="9809754">
                    <a:moveTo>
                      <a:pt x="0" y="0"/>
                    </a:moveTo>
                    <a:lnTo>
                      <a:pt x="9809754" y="0"/>
                    </a:lnTo>
                    <a:lnTo>
                      <a:pt x="9809754" y="716230"/>
                    </a:lnTo>
                    <a:lnTo>
                      <a:pt x="0" y="716230"/>
                    </a:lnTo>
                    <a:close/>
                  </a:path>
                </a:pathLst>
              </a:custGeom>
              <a:solidFill>
                <a:srgbClr val="20538B"/>
              </a:solidFill>
              <a:ln cap="sq" cmpd="sng" w="38100">
                <a:solidFill>
                  <a:srgbClr val="20538B"/>
                </a:solidFill>
                <a:prstDash val="solid"/>
                <a:miter lim="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5" name="Google Shape;455;h29ad1a1c935308b6_1_109"/>
              <p:cNvSpPr txBox="1"/>
              <p:nvPr/>
            </p:nvSpPr>
            <p:spPr>
              <a:xfrm>
                <a:off x="0" y="-47625"/>
                <a:ext cx="9809700" cy="763800"/>
              </a:xfrm>
              <a:prstGeom prst="rect">
                <a:avLst/>
              </a:prstGeom>
              <a:noFill/>
              <a:ln>
                <a:noFill/>
              </a:ln>
            </p:spPr>
            <p:txBody>
              <a:bodyPr anchorCtr="0" anchor="ctr" bIns="50800" lIns="50800" spcFirstLastPara="1" rIns="50800" wrap="square" tIns="50800">
                <a:noAutofit/>
              </a:bodyPr>
              <a:lstStyle/>
              <a:p>
                <a:pPr indent="0" lvl="0" marL="0" marR="0" rtl="0" algn="ctr">
                  <a:lnSpc>
                    <a:spcPct val="175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56" name="Google Shape;456;h29ad1a1c935308b6_1_109"/>
            <p:cNvGrpSpPr/>
            <p:nvPr/>
          </p:nvGrpSpPr>
          <p:grpSpPr>
            <a:xfrm>
              <a:off x="0" y="-108813"/>
              <a:ext cx="22434451" cy="11946166"/>
              <a:chOff x="0" y="-47625"/>
              <a:chExt cx="9819000" cy="5228539"/>
            </a:xfrm>
          </p:grpSpPr>
          <p:sp>
            <p:nvSpPr>
              <p:cNvPr id="457" name="Google Shape;457;h29ad1a1c935308b6_1_109"/>
              <p:cNvSpPr/>
              <p:nvPr/>
            </p:nvSpPr>
            <p:spPr>
              <a:xfrm>
                <a:off x="0" y="0"/>
                <a:ext cx="9818922" cy="5180914"/>
              </a:xfrm>
              <a:custGeom>
                <a:rect b="b" l="l" r="r" t="t"/>
                <a:pathLst>
                  <a:path extrusionOk="0" h="5180914" w="9818922">
                    <a:moveTo>
                      <a:pt x="0" y="0"/>
                    </a:moveTo>
                    <a:lnTo>
                      <a:pt x="9818922" y="0"/>
                    </a:lnTo>
                    <a:lnTo>
                      <a:pt x="9818922" y="5180914"/>
                    </a:lnTo>
                    <a:lnTo>
                      <a:pt x="0" y="5180914"/>
                    </a:lnTo>
                    <a:close/>
                  </a:path>
                </a:pathLst>
              </a:custGeom>
              <a:solidFill>
                <a:srgbClr val="FFFFFF"/>
              </a:solidFill>
              <a:ln cap="sq" cmpd="sng" w="38100">
                <a:solidFill>
                  <a:srgbClr val="20538B"/>
                </a:solidFill>
                <a:prstDash val="solid"/>
                <a:miter lim="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8" name="Google Shape;458;h29ad1a1c935308b6_1_109"/>
              <p:cNvSpPr txBox="1"/>
              <p:nvPr/>
            </p:nvSpPr>
            <p:spPr>
              <a:xfrm>
                <a:off x="0" y="-47625"/>
                <a:ext cx="9819000" cy="5228400"/>
              </a:xfrm>
              <a:prstGeom prst="rect">
                <a:avLst/>
              </a:prstGeom>
              <a:noFill/>
              <a:ln>
                <a:noFill/>
              </a:ln>
            </p:spPr>
            <p:txBody>
              <a:bodyPr anchorCtr="0" anchor="ctr" bIns="50800" lIns="50800" spcFirstLastPara="1" rIns="50800" wrap="square" tIns="50800">
                <a:noAutofit/>
              </a:bodyPr>
              <a:lstStyle/>
              <a:p>
                <a:pPr indent="0" lvl="0" marL="0" marR="0" rtl="0" algn="ctr">
                  <a:lnSpc>
                    <a:spcPct val="175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grpSp>
        <p:nvGrpSpPr>
          <p:cNvPr id="459" name="Google Shape;459;h29ad1a1c935308b6_1_109"/>
          <p:cNvGrpSpPr/>
          <p:nvPr/>
        </p:nvGrpSpPr>
        <p:grpSpPr>
          <a:xfrm>
            <a:off x="763743" y="662704"/>
            <a:ext cx="16759942" cy="1561150"/>
            <a:chOff x="0" y="-38100"/>
            <a:chExt cx="8581200" cy="799319"/>
          </a:xfrm>
        </p:grpSpPr>
        <p:sp>
          <p:nvSpPr>
            <p:cNvPr id="460" name="Google Shape;460;h29ad1a1c935308b6_1_109"/>
            <p:cNvSpPr/>
            <p:nvPr/>
          </p:nvSpPr>
          <p:spPr>
            <a:xfrm>
              <a:off x="0" y="0"/>
              <a:ext cx="8581180" cy="761219"/>
            </a:xfrm>
            <a:custGeom>
              <a:rect b="b" l="l" r="r" t="t"/>
              <a:pathLst>
                <a:path extrusionOk="0" h="761219" w="8581180">
                  <a:moveTo>
                    <a:pt x="0" y="0"/>
                  </a:moveTo>
                  <a:lnTo>
                    <a:pt x="8581180" y="0"/>
                  </a:lnTo>
                  <a:lnTo>
                    <a:pt x="8581180" y="761219"/>
                  </a:lnTo>
                  <a:lnTo>
                    <a:pt x="0" y="761219"/>
                  </a:lnTo>
                  <a:close/>
                </a:path>
              </a:pathLst>
            </a:custGeom>
            <a:solidFill>
              <a:srgbClr val="EEF6FF"/>
            </a:solidFill>
            <a:ln cap="sq" cmpd="sng" w="9525">
              <a:solidFill>
                <a:srgbClr val="20538B"/>
              </a:solidFill>
              <a:prstDash val="solid"/>
              <a:miter lim="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1" name="Google Shape;461;h29ad1a1c935308b6_1_109"/>
            <p:cNvSpPr txBox="1"/>
            <p:nvPr/>
          </p:nvSpPr>
          <p:spPr>
            <a:xfrm>
              <a:off x="0" y="-38100"/>
              <a:ext cx="8581200" cy="799200"/>
            </a:xfrm>
            <a:prstGeom prst="rect">
              <a:avLst/>
            </a:prstGeom>
            <a:noFill/>
            <a:ln>
              <a:noFill/>
            </a:ln>
          </p:spPr>
          <p:txBody>
            <a:bodyPr anchorCtr="0" anchor="ctr" bIns="39175" lIns="39175" spcFirstLastPara="1" rIns="39175" wrap="square" tIns="39175">
              <a:noAutofit/>
            </a:bodyPr>
            <a:lstStyle/>
            <a:p>
              <a:pPr indent="0" lvl="0" marL="0" marR="0" rtl="0" algn="ctr">
                <a:lnSpc>
                  <a:spcPct val="1555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62" name="Google Shape;462;h29ad1a1c935308b6_1_109"/>
          <p:cNvSpPr/>
          <p:nvPr/>
        </p:nvSpPr>
        <p:spPr>
          <a:xfrm>
            <a:off x="15531691" y="160918"/>
            <a:ext cx="996214" cy="1021758"/>
          </a:xfrm>
          <a:custGeom>
            <a:rect b="b" l="l" r="r" t="t"/>
            <a:pathLst>
              <a:path extrusionOk="0" h="1021758" w="996214">
                <a:moveTo>
                  <a:pt x="0" y="0"/>
                </a:moveTo>
                <a:lnTo>
                  <a:pt x="996214" y="0"/>
                </a:lnTo>
                <a:lnTo>
                  <a:pt x="996214" y="1021758"/>
                </a:lnTo>
                <a:lnTo>
                  <a:pt x="0" y="1021758"/>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3" name="Google Shape;463;h29ad1a1c935308b6_1_109"/>
          <p:cNvSpPr txBox="1"/>
          <p:nvPr/>
        </p:nvSpPr>
        <p:spPr>
          <a:xfrm>
            <a:off x="1437501" y="920715"/>
            <a:ext cx="834600" cy="215400"/>
          </a:xfrm>
          <a:prstGeom prst="rect">
            <a:avLst/>
          </a:prstGeom>
          <a:noFill/>
          <a:ln>
            <a:noFill/>
          </a:ln>
        </p:spPr>
        <p:txBody>
          <a:bodyPr anchorCtr="0" anchor="t" bIns="0" lIns="0" spcFirstLastPara="1" rIns="0" wrap="square" tIns="0">
            <a:spAutoFit/>
          </a:bodyPr>
          <a:lstStyle/>
          <a:p>
            <a:pPr indent="0" lvl="0" marL="0" marR="0" rtl="0" algn="l">
              <a:lnSpc>
                <a:spcPct val="192009"/>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64" name="Google Shape;464;h29ad1a1c935308b6_1_109"/>
          <p:cNvPicPr preferRelativeResize="0"/>
          <p:nvPr/>
        </p:nvPicPr>
        <p:blipFill rotWithShape="1">
          <a:blip r:embed="rId4">
            <a:alphaModFix/>
          </a:blip>
          <a:srcRect b="0" l="0" r="0" t="0"/>
          <a:stretch/>
        </p:blipFill>
        <p:spPr>
          <a:xfrm>
            <a:off x="1437501" y="2790000"/>
            <a:ext cx="330000" cy="330000"/>
          </a:xfrm>
          <a:prstGeom prst="rect">
            <a:avLst/>
          </a:prstGeom>
          <a:noFill/>
          <a:ln>
            <a:noFill/>
          </a:ln>
        </p:spPr>
      </p:pic>
      <p:sp>
        <p:nvSpPr>
          <p:cNvPr id="465" name="Google Shape;465;h29ad1a1c935308b6_1_109"/>
          <p:cNvSpPr txBox="1"/>
          <p:nvPr/>
        </p:nvSpPr>
        <p:spPr>
          <a:xfrm>
            <a:off x="1957501" y="2750000"/>
            <a:ext cx="15373500" cy="5200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00000"/>
              </a:buClr>
              <a:buSzPts val="2600"/>
              <a:buFont typeface="Arial"/>
              <a:buNone/>
            </a:pPr>
            <a:r>
              <a:rPr b="1" i="0" lang="en-US" sz="2600" u="none" cap="none" strike="noStrike">
                <a:solidFill>
                  <a:srgbClr val="20538B"/>
                </a:solidFill>
                <a:latin typeface="Arial"/>
                <a:ea typeface="Arial"/>
                <a:cs typeface="Arial"/>
                <a:sym typeface="Arial"/>
              </a:rPr>
              <a:t>범용 도구를 대체하는 것이 아니라, 국내 기준에 맞춘 결과물을 한 번에 만드는 데 초점</a:t>
            </a:r>
            <a:endParaRPr/>
          </a:p>
        </p:txBody>
      </p:sp>
      <p:graphicFrame>
        <p:nvGraphicFramePr>
          <p:cNvPr id="466" name="Google Shape;466;h29ad1a1c935308b6_1_109"/>
          <p:cNvGraphicFramePr/>
          <p:nvPr/>
        </p:nvGraphicFramePr>
        <p:xfrm>
          <a:off x="1437501" y="3750000"/>
          <a:ext cx="3000000" cy="3000000"/>
        </p:xfrm>
        <a:graphic>
          <a:graphicData uri="http://schemas.openxmlformats.org/drawingml/2006/table">
            <a:tbl>
              <a:tblPr>
                <a:noFill/>
                <a:tableStyleId>{3B1049F5-3FDA-4912-8F97-833ED93D11AE}</a:tableStyleId>
              </a:tblPr>
              <a:tblGrid>
                <a:gridCol w="2400000"/>
                <a:gridCol w="3900000"/>
                <a:gridCol w="3900000"/>
                <a:gridCol w="5693500"/>
              </a:tblGrid>
              <a:tr h="760000">
                <a:tc>
                  <a:txBody>
                    <a:bodyPr/>
                    <a:lstStyle/>
                    <a:p>
                      <a:pPr indent="0" lvl="0" marL="0" marR="0" rtl="0" algn="l">
                        <a:lnSpc>
                          <a:spcPct val="130000"/>
                        </a:lnSpc>
                        <a:spcBef>
                          <a:spcPts val="0"/>
                        </a:spcBef>
                        <a:spcAft>
                          <a:spcPts val="0"/>
                        </a:spcAft>
                        <a:buClr>
                          <a:srgbClr val="000000"/>
                        </a:buClr>
                        <a:buSzPts val="2000"/>
                        <a:buFont typeface="Arial"/>
                        <a:buNone/>
                      </a:pPr>
                      <a:r>
                        <a:rPr b="1" lang="en-US" sz="2000" u="none" cap="none" strike="noStrike">
                          <a:solidFill>
                            <a:srgbClr val="FFFFFF"/>
                          </a:solidFill>
                        </a:rPr>
                        <a:t>구분</a:t>
                      </a:r>
                      <a:endParaRPr/>
                    </a:p>
                  </a:txBody>
                  <a:tcPr marT="90000" marB="90000" marR="150000" marL="200000" anchor="ctr">
                    <a:lnL cap="flat" cmpd="sng" w="12700">
                      <a:solidFill>
                        <a:srgbClr val="CBDDEF"/>
                      </a:solidFill>
                      <a:prstDash val="solid"/>
                      <a:round/>
                      <a:headEnd len="sm" w="sm" type="none"/>
                      <a:tailEnd len="sm" w="sm" type="none"/>
                    </a:lnL>
                    <a:lnR cap="flat" cmpd="sng" w="12700">
                      <a:solidFill>
                        <a:srgbClr val="CBDDEF"/>
                      </a:solidFill>
                      <a:prstDash val="solid"/>
                      <a:round/>
                      <a:headEnd len="sm" w="sm" type="none"/>
                      <a:tailEnd len="sm" w="sm" type="none"/>
                    </a:lnR>
                    <a:lnT cap="flat" cmpd="sng" w="12700">
                      <a:solidFill>
                        <a:srgbClr val="CBDDEF"/>
                      </a:solidFill>
                      <a:prstDash val="solid"/>
                      <a:round/>
                      <a:headEnd len="sm" w="sm" type="none"/>
                      <a:tailEnd len="sm" w="sm" type="none"/>
                    </a:lnT>
                    <a:lnB cap="flat" cmpd="sng" w="12700">
                      <a:solidFill>
                        <a:srgbClr val="CBDDEF"/>
                      </a:solidFill>
                      <a:prstDash val="solid"/>
                      <a:round/>
                      <a:headEnd len="sm" w="sm" type="none"/>
                      <a:tailEnd len="sm" w="sm" type="none"/>
                    </a:lnB>
                    <a:solidFill>
                      <a:srgbClr val="20538B"/>
                    </a:solidFill>
                  </a:tcPr>
                </a:tc>
                <a:tc>
                  <a:txBody>
                    <a:bodyPr/>
                    <a:lstStyle/>
                    <a:p>
                      <a:pPr indent="0" lvl="0" marL="0" marR="0" rtl="0" algn="l">
                        <a:lnSpc>
                          <a:spcPct val="130000"/>
                        </a:lnSpc>
                        <a:spcBef>
                          <a:spcPts val="0"/>
                        </a:spcBef>
                        <a:spcAft>
                          <a:spcPts val="0"/>
                        </a:spcAft>
                        <a:buClr>
                          <a:srgbClr val="000000"/>
                        </a:buClr>
                        <a:buSzPts val="2000"/>
                        <a:buFont typeface="Arial"/>
                        <a:buNone/>
                      </a:pPr>
                      <a:r>
                        <a:rPr b="1" lang="en-US" sz="2000" u="none" cap="none" strike="noStrike">
                          <a:solidFill>
                            <a:srgbClr val="FFFFFF"/>
                          </a:solidFill>
                        </a:rPr>
                        <a:t>범용 보안 스캐너</a:t>
                      </a:r>
                      <a:endParaRPr/>
                    </a:p>
                  </a:txBody>
                  <a:tcPr marT="90000" marB="90000" marR="150000" marL="200000" anchor="ctr">
                    <a:lnL cap="flat" cmpd="sng" w="12700">
                      <a:solidFill>
                        <a:srgbClr val="CBDDEF"/>
                      </a:solidFill>
                      <a:prstDash val="solid"/>
                      <a:round/>
                      <a:headEnd len="sm" w="sm" type="none"/>
                      <a:tailEnd len="sm" w="sm" type="none"/>
                    </a:lnL>
                    <a:lnR cap="flat" cmpd="sng" w="12700">
                      <a:solidFill>
                        <a:srgbClr val="CBDDEF"/>
                      </a:solidFill>
                      <a:prstDash val="solid"/>
                      <a:round/>
                      <a:headEnd len="sm" w="sm" type="none"/>
                      <a:tailEnd len="sm" w="sm" type="none"/>
                    </a:lnR>
                    <a:lnT cap="flat" cmpd="sng" w="12700">
                      <a:solidFill>
                        <a:srgbClr val="CBDDEF"/>
                      </a:solidFill>
                      <a:prstDash val="solid"/>
                      <a:round/>
                      <a:headEnd len="sm" w="sm" type="none"/>
                      <a:tailEnd len="sm" w="sm" type="none"/>
                    </a:lnT>
                    <a:lnB cap="flat" cmpd="sng" w="12700">
                      <a:solidFill>
                        <a:srgbClr val="CBDDEF"/>
                      </a:solidFill>
                      <a:prstDash val="solid"/>
                      <a:round/>
                      <a:headEnd len="sm" w="sm" type="none"/>
                      <a:tailEnd len="sm" w="sm" type="none"/>
                    </a:lnB>
                    <a:solidFill>
                      <a:srgbClr val="20538B"/>
                    </a:solidFill>
                  </a:tcPr>
                </a:tc>
                <a:tc>
                  <a:txBody>
                    <a:bodyPr/>
                    <a:lstStyle/>
                    <a:p>
                      <a:pPr indent="0" lvl="0" marL="0" marR="0" rtl="0" algn="l">
                        <a:lnSpc>
                          <a:spcPct val="130000"/>
                        </a:lnSpc>
                        <a:spcBef>
                          <a:spcPts val="0"/>
                        </a:spcBef>
                        <a:spcAft>
                          <a:spcPts val="0"/>
                        </a:spcAft>
                        <a:buClr>
                          <a:srgbClr val="000000"/>
                        </a:buClr>
                        <a:buSzPts val="2000"/>
                        <a:buFont typeface="Arial"/>
                        <a:buNone/>
                      </a:pPr>
                      <a:r>
                        <a:rPr b="1" lang="en-US" sz="2000" u="none" cap="none" strike="noStrike">
                          <a:solidFill>
                            <a:srgbClr val="FFFFFF"/>
                          </a:solidFill>
                        </a:rPr>
                        <a:t>AI 자율 모의해킹 도구</a:t>
                      </a:r>
                      <a:endParaRPr/>
                    </a:p>
                  </a:txBody>
                  <a:tcPr marT="90000" marB="90000" marR="150000" marL="200000" anchor="ctr">
                    <a:lnL cap="flat" cmpd="sng" w="12700">
                      <a:solidFill>
                        <a:srgbClr val="CBDDEF"/>
                      </a:solidFill>
                      <a:prstDash val="solid"/>
                      <a:round/>
                      <a:headEnd len="sm" w="sm" type="none"/>
                      <a:tailEnd len="sm" w="sm" type="none"/>
                    </a:lnL>
                    <a:lnR cap="flat" cmpd="sng" w="12700">
                      <a:solidFill>
                        <a:srgbClr val="CBDDEF"/>
                      </a:solidFill>
                      <a:prstDash val="solid"/>
                      <a:round/>
                      <a:headEnd len="sm" w="sm" type="none"/>
                      <a:tailEnd len="sm" w="sm" type="none"/>
                    </a:lnR>
                    <a:lnT cap="flat" cmpd="sng" w="12700">
                      <a:solidFill>
                        <a:srgbClr val="CBDDEF"/>
                      </a:solidFill>
                      <a:prstDash val="solid"/>
                      <a:round/>
                      <a:headEnd len="sm" w="sm" type="none"/>
                      <a:tailEnd len="sm" w="sm" type="none"/>
                    </a:lnT>
                    <a:lnB cap="flat" cmpd="sng" w="12700">
                      <a:solidFill>
                        <a:srgbClr val="CBDDEF"/>
                      </a:solidFill>
                      <a:prstDash val="solid"/>
                      <a:round/>
                      <a:headEnd len="sm" w="sm" type="none"/>
                      <a:tailEnd len="sm" w="sm" type="none"/>
                    </a:lnB>
                    <a:solidFill>
                      <a:srgbClr val="20538B"/>
                    </a:solidFill>
                  </a:tcPr>
                </a:tc>
                <a:tc>
                  <a:txBody>
                    <a:bodyPr/>
                    <a:lstStyle/>
                    <a:p>
                      <a:pPr indent="0" lvl="0" marL="0" marR="0" rtl="0" algn="l">
                        <a:lnSpc>
                          <a:spcPct val="130000"/>
                        </a:lnSpc>
                        <a:spcBef>
                          <a:spcPts val="0"/>
                        </a:spcBef>
                        <a:spcAft>
                          <a:spcPts val="0"/>
                        </a:spcAft>
                        <a:buClr>
                          <a:srgbClr val="000000"/>
                        </a:buClr>
                        <a:buSzPts val="2000"/>
                        <a:buFont typeface="Arial"/>
                        <a:buNone/>
                      </a:pPr>
                      <a:r>
                        <a:rPr b="1" lang="en-US" sz="2000" u="none" cap="none" strike="noStrike">
                          <a:solidFill>
                            <a:srgbClr val="FFFFFF"/>
                          </a:solidFill>
                        </a:rPr>
                        <a:t>에듀 체크</a:t>
                      </a:r>
                      <a:endParaRPr/>
                    </a:p>
                  </a:txBody>
                  <a:tcPr marT="90000" marB="90000" marR="150000" marL="200000" anchor="ctr">
                    <a:lnL cap="flat" cmpd="sng" w="12700">
                      <a:solidFill>
                        <a:srgbClr val="CBDDEF"/>
                      </a:solidFill>
                      <a:prstDash val="solid"/>
                      <a:round/>
                      <a:headEnd len="sm" w="sm" type="none"/>
                      <a:tailEnd len="sm" w="sm" type="none"/>
                    </a:lnL>
                    <a:lnR cap="flat" cmpd="sng" w="12700">
                      <a:solidFill>
                        <a:srgbClr val="CBDDEF"/>
                      </a:solidFill>
                      <a:prstDash val="solid"/>
                      <a:round/>
                      <a:headEnd len="sm" w="sm" type="none"/>
                      <a:tailEnd len="sm" w="sm" type="none"/>
                    </a:lnR>
                    <a:lnT cap="flat" cmpd="sng" w="12700">
                      <a:solidFill>
                        <a:srgbClr val="CBDDEF"/>
                      </a:solidFill>
                      <a:prstDash val="solid"/>
                      <a:round/>
                      <a:headEnd len="sm" w="sm" type="none"/>
                      <a:tailEnd len="sm" w="sm" type="none"/>
                    </a:lnT>
                    <a:lnB cap="flat" cmpd="sng" w="12700">
                      <a:solidFill>
                        <a:srgbClr val="CBDDEF"/>
                      </a:solidFill>
                      <a:prstDash val="solid"/>
                      <a:round/>
                      <a:headEnd len="sm" w="sm" type="none"/>
                      <a:tailEnd len="sm" w="sm" type="none"/>
                    </a:lnB>
                    <a:solidFill>
                      <a:srgbClr val="20538B"/>
                    </a:solidFill>
                  </a:tcPr>
                </a:tc>
              </a:tr>
              <a:tr h="1300000">
                <a:tc>
                  <a:txBody>
                    <a:bodyPr/>
                    <a:lstStyle/>
                    <a:p>
                      <a:pPr indent="0" lvl="0" marL="0" marR="0" rtl="0" algn="l">
                        <a:lnSpc>
                          <a:spcPct val="130000"/>
                        </a:lnSpc>
                        <a:spcBef>
                          <a:spcPts val="0"/>
                        </a:spcBef>
                        <a:spcAft>
                          <a:spcPts val="0"/>
                        </a:spcAft>
                        <a:buClr>
                          <a:srgbClr val="000000"/>
                        </a:buClr>
                        <a:buSzPts val="2000"/>
                        <a:buFont typeface="Arial"/>
                        <a:buNone/>
                      </a:pPr>
                      <a:r>
                        <a:rPr b="1" lang="en-US" sz="2000" u="none" cap="none" strike="noStrike">
                          <a:solidFill>
                            <a:srgbClr val="20538B"/>
                          </a:solidFill>
                        </a:rPr>
                        <a:t>점검 기준</a:t>
                      </a:r>
                      <a:endParaRPr/>
                    </a:p>
                  </a:txBody>
                  <a:tcPr marT="90000" marB="90000" marR="150000" marL="200000" anchor="ctr">
                    <a:lnL cap="flat" cmpd="sng" w="12700">
                      <a:solidFill>
                        <a:srgbClr val="CBDDEF"/>
                      </a:solidFill>
                      <a:prstDash val="solid"/>
                      <a:round/>
                      <a:headEnd len="sm" w="sm" type="none"/>
                      <a:tailEnd len="sm" w="sm" type="none"/>
                    </a:lnL>
                    <a:lnR cap="flat" cmpd="sng" w="12700">
                      <a:solidFill>
                        <a:srgbClr val="CBDDEF"/>
                      </a:solidFill>
                      <a:prstDash val="solid"/>
                      <a:round/>
                      <a:headEnd len="sm" w="sm" type="none"/>
                      <a:tailEnd len="sm" w="sm" type="none"/>
                    </a:lnR>
                    <a:lnT cap="flat" cmpd="sng" w="12700">
                      <a:solidFill>
                        <a:srgbClr val="CBDDEF"/>
                      </a:solidFill>
                      <a:prstDash val="solid"/>
                      <a:round/>
                      <a:headEnd len="sm" w="sm" type="none"/>
                      <a:tailEnd len="sm" w="sm" type="none"/>
                    </a:lnT>
                    <a:lnB cap="flat" cmpd="sng" w="12700">
                      <a:solidFill>
                        <a:srgbClr val="CBDDEF"/>
                      </a:solidFill>
                      <a:prstDash val="solid"/>
                      <a:round/>
                      <a:headEnd len="sm" w="sm" type="none"/>
                      <a:tailEnd len="sm" w="sm" type="none"/>
                    </a:lnB>
                    <a:solidFill>
                      <a:srgbClr val="FFFFFF"/>
                    </a:solidFill>
                  </a:tcPr>
                </a:tc>
                <a:tc>
                  <a:txBody>
                    <a:bodyPr/>
                    <a:lstStyle/>
                    <a:p>
                      <a:pPr indent="0" lvl="0" marL="0" marR="0" rtl="0" algn="l">
                        <a:lnSpc>
                          <a:spcPct val="130000"/>
                        </a:lnSpc>
                        <a:spcBef>
                          <a:spcPts val="0"/>
                        </a:spcBef>
                        <a:spcAft>
                          <a:spcPts val="0"/>
                        </a:spcAft>
                        <a:buClr>
                          <a:srgbClr val="000000"/>
                        </a:buClr>
                        <a:buSzPts val="2000"/>
                        <a:buFont typeface="Arial"/>
                        <a:buNone/>
                      </a:pPr>
                      <a:r>
                        <a:rPr b="0" lang="en-US" sz="2000" u="none" cap="none" strike="noStrike">
                          <a:solidFill>
                            <a:srgbClr val="20538B"/>
                          </a:solidFill>
                        </a:rPr>
                        <a:t>OWASP 등 범용 기준</a:t>
                      </a:r>
                      <a:endParaRPr/>
                    </a:p>
                  </a:txBody>
                  <a:tcPr marT="90000" marB="90000" marR="150000" marL="200000" anchor="ctr">
                    <a:lnL cap="flat" cmpd="sng" w="12700">
                      <a:solidFill>
                        <a:srgbClr val="CBDDEF"/>
                      </a:solidFill>
                      <a:prstDash val="solid"/>
                      <a:round/>
                      <a:headEnd len="sm" w="sm" type="none"/>
                      <a:tailEnd len="sm" w="sm" type="none"/>
                    </a:lnL>
                    <a:lnR cap="flat" cmpd="sng" w="12700">
                      <a:solidFill>
                        <a:srgbClr val="CBDDEF"/>
                      </a:solidFill>
                      <a:prstDash val="solid"/>
                      <a:round/>
                      <a:headEnd len="sm" w="sm" type="none"/>
                      <a:tailEnd len="sm" w="sm" type="none"/>
                    </a:lnR>
                    <a:lnT cap="flat" cmpd="sng" w="12700">
                      <a:solidFill>
                        <a:srgbClr val="CBDDEF"/>
                      </a:solidFill>
                      <a:prstDash val="solid"/>
                      <a:round/>
                      <a:headEnd len="sm" w="sm" type="none"/>
                      <a:tailEnd len="sm" w="sm" type="none"/>
                    </a:lnT>
                    <a:lnB cap="flat" cmpd="sng" w="12700">
                      <a:solidFill>
                        <a:srgbClr val="CBDDEF"/>
                      </a:solidFill>
                      <a:prstDash val="solid"/>
                      <a:round/>
                      <a:headEnd len="sm" w="sm" type="none"/>
                      <a:tailEnd len="sm" w="sm" type="none"/>
                    </a:lnB>
                    <a:solidFill>
                      <a:srgbClr val="FFFFFF"/>
                    </a:solidFill>
                  </a:tcPr>
                </a:tc>
                <a:tc>
                  <a:txBody>
                    <a:bodyPr/>
                    <a:lstStyle/>
                    <a:p>
                      <a:pPr indent="0" lvl="0" marL="0" marR="0" rtl="0" algn="l">
                        <a:lnSpc>
                          <a:spcPct val="130000"/>
                        </a:lnSpc>
                        <a:spcBef>
                          <a:spcPts val="0"/>
                        </a:spcBef>
                        <a:spcAft>
                          <a:spcPts val="0"/>
                        </a:spcAft>
                        <a:buClr>
                          <a:srgbClr val="000000"/>
                        </a:buClr>
                        <a:buSzPts val="2000"/>
                        <a:buFont typeface="Arial"/>
                        <a:buNone/>
                      </a:pPr>
                      <a:r>
                        <a:rPr b="0" lang="en-US" sz="2000" u="none" cap="none" strike="noStrike">
                          <a:solidFill>
                            <a:srgbClr val="20538B"/>
                          </a:solidFill>
                        </a:rPr>
                        <a:t>범용 공격 시나리오</a:t>
                      </a:r>
                      <a:endParaRPr/>
                    </a:p>
                  </a:txBody>
                  <a:tcPr marT="90000" marB="90000" marR="150000" marL="200000" anchor="ctr">
                    <a:lnL cap="flat" cmpd="sng" w="12700">
                      <a:solidFill>
                        <a:srgbClr val="CBDDEF"/>
                      </a:solidFill>
                      <a:prstDash val="solid"/>
                      <a:round/>
                      <a:headEnd len="sm" w="sm" type="none"/>
                      <a:tailEnd len="sm" w="sm" type="none"/>
                    </a:lnL>
                    <a:lnR cap="flat" cmpd="sng" w="12700">
                      <a:solidFill>
                        <a:srgbClr val="CBDDEF"/>
                      </a:solidFill>
                      <a:prstDash val="solid"/>
                      <a:round/>
                      <a:headEnd len="sm" w="sm" type="none"/>
                      <a:tailEnd len="sm" w="sm" type="none"/>
                    </a:lnR>
                    <a:lnT cap="flat" cmpd="sng" w="12700">
                      <a:solidFill>
                        <a:srgbClr val="CBDDEF"/>
                      </a:solidFill>
                      <a:prstDash val="solid"/>
                      <a:round/>
                      <a:headEnd len="sm" w="sm" type="none"/>
                      <a:tailEnd len="sm" w="sm" type="none"/>
                    </a:lnT>
                    <a:lnB cap="flat" cmpd="sng" w="12700">
                      <a:solidFill>
                        <a:srgbClr val="CBDDEF"/>
                      </a:solidFill>
                      <a:prstDash val="solid"/>
                      <a:round/>
                      <a:headEnd len="sm" w="sm" type="none"/>
                      <a:tailEnd len="sm" w="sm" type="none"/>
                    </a:lnB>
                    <a:solidFill>
                      <a:srgbClr val="FFFFFF"/>
                    </a:solidFill>
                  </a:tcPr>
                </a:tc>
                <a:tc>
                  <a:txBody>
                    <a:bodyPr/>
                    <a:lstStyle/>
                    <a:p>
                      <a:pPr indent="0" lvl="0" marL="0" marR="0" rtl="0" algn="l">
                        <a:lnSpc>
                          <a:spcPct val="130000"/>
                        </a:lnSpc>
                        <a:spcBef>
                          <a:spcPts val="0"/>
                        </a:spcBef>
                        <a:spcAft>
                          <a:spcPts val="0"/>
                        </a:spcAft>
                        <a:buClr>
                          <a:srgbClr val="000000"/>
                        </a:buClr>
                        <a:buSzPts val="2000"/>
                        <a:buFont typeface="Arial"/>
                        <a:buNone/>
                      </a:pPr>
                      <a:r>
                        <a:rPr b="1" lang="en-US" sz="2000" u="none" cap="none" strike="noStrike">
                          <a:solidFill>
                            <a:srgbClr val="20538B"/>
                          </a:solidFill>
                        </a:rPr>
                        <a:t>KISA 가이드의 개인정보 유출 관련 웹 취약점 5개 영역</a:t>
                      </a:r>
                      <a:endParaRPr/>
                    </a:p>
                  </a:txBody>
                  <a:tcPr marT="90000" marB="90000" marR="150000" marL="200000" anchor="ctr">
                    <a:lnL cap="flat" cmpd="sng" w="12700">
                      <a:solidFill>
                        <a:srgbClr val="CBDDEF"/>
                      </a:solidFill>
                      <a:prstDash val="solid"/>
                      <a:round/>
                      <a:headEnd len="sm" w="sm" type="none"/>
                      <a:tailEnd len="sm" w="sm" type="none"/>
                    </a:lnL>
                    <a:lnR cap="flat" cmpd="sng" w="12700">
                      <a:solidFill>
                        <a:srgbClr val="CBDDEF"/>
                      </a:solidFill>
                      <a:prstDash val="solid"/>
                      <a:round/>
                      <a:headEnd len="sm" w="sm" type="none"/>
                      <a:tailEnd len="sm" w="sm" type="none"/>
                    </a:lnR>
                    <a:lnT cap="flat" cmpd="sng" w="12700">
                      <a:solidFill>
                        <a:srgbClr val="CBDDEF"/>
                      </a:solidFill>
                      <a:prstDash val="solid"/>
                      <a:round/>
                      <a:headEnd len="sm" w="sm" type="none"/>
                      <a:tailEnd len="sm" w="sm" type="none"/>
                    </a:lnT>
                    <a:lnB cap="flat" cmpd="sng" w="12700">
                      <a:solidFill>
                        <a:srgbClr val="CBDDEF"/>
                      </a:solidFill>
                      <a:prstDash val="solid"/>
                      <a:round/>
                      <a:headEnd len="sm" w="sm" type="none"/>
                      <a:tailEnd len="sm" w="sm" type="none"/>
                    </a:lnB>
                    <a:solidFill>
                      <a:srgbClr val="FFFFFF"/>
                    </a:solidFill>
                  </a:tcPr>
                </a:tc>
              </a:tr>
              <a:tr h="1300000">
                <a:tc>
                  <a:txBody>
                    <a:bodyPr/>
                    <a:lstStyle/>
                    <a:p>
                      <a:pPr indent="0" lvl="0" marL="0" marR="0" rtl="0" algn="l">
                        <a:lnSpc>
                          <a:spcPct val="130000"/>
                        </a:lnSpc>
                        <a:spcBef>
                          <a:spcPts val="0"/>
                        </a:spcBef>
                        <a:spcAft>
                          <a:spcPts val="0"/>
                        </a:spcAft>
                        <a:buClr>
                          <a:srgbClr val="000000"/>
                        </a:buClr>
                        <a:buSzPts val="2000"/>
                        <a:buFont typeface="Arial"/>
                        <a:buNone/>
                      </a:pPr>
                      <a:r>
                        <a:rPr b="1" lang="en-US" sz="2000" u="none" cap="none" strike="noStrike">
                          <a:solidFill>
                            <a:srgbClr val="20538B"/>
                          </a:solidFill>
                        </a:rPr>
                        <a:t>판정 방식</a:t>
                      </a:r>
                      <a:endParaRPr/>
                    </a:p>
                  </a:txBody>
                  <a:tcPr marT="90000" marB="90000" marR="150000" marL="200000" anchor="ctr">
                    <a:lnL cap="flat" cmpd="sng" w="12700">
                      <a:solidFill>
                        <a:srgbClr val="CBDDEF"/>
                      </a:solidFill>
                      <a:prstDash val="solid"/>
                      <a:round/>
                      <a:headEnd len="sm" w="sm" type="none"/>
                      <a:tailEnd len="sm" w="sm" type="none"/>
                    </a:lnL>
                    <a:lnR cap="flat" cmpd="sng" w="12700">
                      <a:solidFill>
                        <a:srgbClr val="CBDDEF"/>
                      </a:solidFill>
                      <a:prstDash val="solid"/>
                      <a:round/>
                      <a:headEnd len="sm" w="sm" type="none"/>
                      <a:tailEnd len="sm" w="sm" type="none"/>
                    </a:lnR>
                    <a:lnT cap="flat" cmpd="sng" w="12700">
                      <a:solidFill>
                        <a:srgbClr val="CBDDEF"/>
                      </a:solidFill>
                      <a:prstDash val="solid"/>
                      <a:round/>
                      <a:headEnd len="sm" w="sm" type="none"/>
                      <a:tailEnd len="sm" w="sm" type="none"/>
                    </a:lnT>
                    <a:lnB cap="flat" cmpd="sng" w="12700">
                      <a:solidFill>
                        <a:srgbClr val="CBDDEF"/>
                      </a:solidFill>
                      <a:prstDash val="solid"/>
                      <a:round/>
                      <a:headEnd len="sm" w="sm" type="none"/>
                      <a:tailEnd len="sm" w="sm" type="none"/>
                    </a:lnB>
                    <a:solidFill>
                      <a:srgbClr val="EEF6FF"/>
                    </a:solidFill>
                  </a:tcPr>
                </a:tc>
                <a:tc>
                  <a:txBody>
                    <a:bodyPr/>
                    <a:lstStyle/>
                    <a:p>
                      <a:pPr indent="0" lvl="0" marL="0" marR="0" rtl="0" algn="l">
                        <a:lnSpc>
                          <a:spcPct val="130000"/>
                        </a:lnSpc>
                        <a:spcBef>
                          <a:spcPts val="0"/>
                        </a:spcBef>
                        <a:spcAft>
                          <a:spcPts val="0"/>
                        </a:spcAft>
                        <a:buClr>
                          <a:srgbClr val="000000"/>
                        </a:buClr>
                        <a:buSzPts val="2000"/>
                        <a:buFont typeface="Arial"/>
                        <a:buNone/>
                      </a:pPr>
                      <a:r>
                        <a:rPr b="0" lang="en-US" sz="2000" u="none" cap="none" strike="noStrike">
                          <a:solidFill>
                            <a:srgbClr val="20538B"/>
                          </a:solidFill>
                        </a:rPr>
                        <a:t>규칙·시그니처 기반</a:t>
                      </a:r>
                      <a:endParaRPr/>
                    </a:p>
                  </a:txBody>
                  <a:tcPr marT="90000" marB="90000" marR="150000" marL="200000" anchor="ctr">
                    <a:lnL cap="flat" cmpd="sng" w="12700">
                      <a:solidFill>
                        <a:srgbClr val="CBDDEF"/>
                      </a:solidFill>
                      <a:prstDash val="solid"/>
                      <a:round/>
                      <a:headEnd len="sm" w="sm" type="none"/>
                      <a:tailEnd len="sm" w="sm" type="none"/>
                    </a:lnL>
                    <a:lnR cap="flat" cmpd="sng" w="12700">
                      <a:solidFill>
                        <a:srgbClr val="CBDDEF"/>
                      </a:solidFill>
                      <a:prstDash val="solid"/>
                      <a:round/>
                      <a:headEnd len="sm" w="sm" type="none"/>
                      <a:tailEnd len="sm" w="sm" type="none"/>
                    </a:lnR>
                    <a:lnT cap="flat" cmpd="sng" w="12700">
                      <a:solidFill>
                        <a:srgbClr val="CBDDEF"/>
                      </a:solidFill>
                      <a:prstDash val="solid"/>
                      <a:round/>
                      <a:headEnd len="sm" w="sm" type="none"/>
                      <a:tailEnd len="sm" w="sm" type="none"/>
                    </a:lnT>
                    <a:lnB cap="flat" cmpd="sng" w="12700">
                      <a:solidFill>
                        <a:srgbClr val="CBDDEF"/>
                      </a:solidFill>
                      <a:prstDash val="solid"/>
                      <a:round/>
                      <a:headEnd len="sm" w="sm" type="none"/>
                      <a:tailEnd len="sm" w="sm" type="none"/>
                    </a:lnB>
                    <a:solidFill>
                      <a:srgbClr val="EEF6FF"/>
                    </a:solidFill>
                  </a:tcPr>
                </a:tc>
                <a:tc>
                  <a:txBody>
                    <a:bodyPr/>
                    <a:lstStyle/>
                    <a:p>
                      <a:pPr indent="0" lvl="0" marL="0" marR="0" rtl="0" algn="l">
                        <a:lnSpc>
                          <a:spcPct val="130000"/>
                        </a:lnSpc>
                        <a:spcBef>
                          <a:spcPts val="0"/>
                        </a:spcBef>
                        <a:spcAft>
                          <a:spcPts val="0"/>
                        </a:spcAft>
                        <a:buClr>
                          <a:srgbClr val="000000"/>
                        </a:buClr>
                        <a:buSzPts val="2000"/>
                        <a:buFont typeface="Arial"/>
                        <a:buNone/>
                      </a:pPr>
                      <a:r>
                        <a:rPr b="0" lang="en-US" sz="2000" u="none" cap="none" strike="noStrike">
                          <a:solidFill>
                            <a:srgbClr val="20538B"/>
                          </a:solidFill>
                        </a:rPr>
                        <a:t>AI 에이전트가 직접 공격 시도</a:t>
                      </a:r>
                      <a:endParaRPr/>
                    </a:p>
                  </a:txBody>
                  <a:tcPr marT="90000" marB="90000" marR="150000" marL="200000" anchor="ctr">
                    <a:lnL cap="flat" cmpd="sng" w="12700">
                      <a:solidFill>
                        <a:srgbClr val="CBDDEF"/>
                      </a:solidFill>
                      <a:prstDash val="solid"/>
                      <a:round/>
                      <a:headEnd len="sm" w="sm" type="none"/>
                      <a:tailEnd len="sm" w="sm" type="none"/>
                    </a:lnL>
                    <a:lnR cap="flat" cmpd="sng" w="12700">
                      <a:solidFill>
                        <a:srgbClr val="CBDDEF"/>
                      </a:solidFill>
                      <a:prstDash val="solid"/>
                      <a:round/>
                      <a:headEnd len="sm" w="sm" type="none"/>
                      <a:tailEnd len="sm" w="sm" type="none"/>
                    </a:lnR>
                    <a:lnT cap="flat" cmpd="sng" w="12700">
                      <a:solidFill>
                        <a:srgbClr val="CBDDEF"/>
                      </a:solidFill>
                      <a:prstDash val="solid"/>
                      <a:round/>
                      <a:headEnd len="sm" w="sm" type="none"/>
                      <a:tailEnd len="sm" w="sm" type="none"/>
                    </a:lnT>
                    <a:lnB cap="flat" cmpd="sng" w="12700">
                      <a:solidFill>
                        <a:srgbClr val="CBDDEF"/>
                      </a:solidFill>
                      <a:prstDash val="solid"/>
                      <a:round/>
                      <a:headEnd len="sm" w="sm" type="none"/>
                      <a:tailEnd len="sm" w="sm" type="none"/>
                    </a:lnB>
                    <a:solidFill>
                      <a:srgbClr val="EEF6FF"/>
                    </a:solidFill>
                  </a:tcPr>
                </a:tc>
                <a:tc>
                  <a:txBody>
                    <a:bodyPr/>
                    <a:lstStyle/>
                    <a:p>
                      <a:pPr indent="0" lvl="0" marL="0" marR="0" rtl="0" algn="l">
                        <a:lnSpc>
                          <a:spcPct val="130000"/>
                        </a:lnSpc>
                        <a:spcBef>
                          <a:spcPts val="0"/>
                        </a:spcBef>
                        <a:spcAft>
                          <a:spcPts val="0"/>
                        </a:spcAft>
                        <a:buClr>
                          <a:srgbClr val="000000"/>
                        </a:buClr>
                        <a:buSzPts val="2000"/>
                        <a:buFont typeface="Arial"/>
                        <a:buNone/>
                      </a:pPr>
                      <a:r>
                        <a:rPr b="1" lang="en-US" sz="2000" u="none" cap="none" strike="noStrike">
                          <a:solidFill>
                            <a:srgbClr val="20538B"/>
                          </a:solidFill>
                        </a:rPr>
                        <a:t>대부분 규칙 기반 판정, AI는 법령 매핑과 보고서 문장에 활용</a:t>
                      </a:r>
                      <a:endParaRPr/>
                    </a:p>
                  </a:txBody>
                  <a:tcPr marT="90000" marB="90000" marR="150000" marL="200000" anchor="ctr">
                    <a:lnL cap="flat" cmpd="sng" w="12700">
                      <a:solidFill>
                        <a:srgbClr val="CBDDEF"/>
                      </a:solidFill>
                      <a:prstDash val="solid"/>
                      <a:round/>
                      <a:headEnd len="sm" w="sm" type="none"/>
                      <a:tailEnd len="sm" w="sm" type="none"/>
                    </a:lnL>
                    <a:lnR cap="flat" cmpd="sng" w="12700">
                      <a:solidFill>
                        <a:srgbClr val="CBDDEF"/>
                      </a:solidFill>
                      <a:prstDash val="solid"/>
                      <a:round/>
                      <a:headEnd len="sm" w="sm" type="none"/>
                      <a:tailEnd len="sm" w="sm" type="none"/>
                    </a:lnR>
                    <a:lnT cap="flat" cmpd="sng" w="12700">
                      <a:solidFill>
                        <a:srgbClr val="CBDDEF"/>
                      </a:solidFill>
                      <a:prstDash val="solid"/>
                      <a:round/>
                      <a:headEnd len="sm" w="sm" type="none"/>
                      <a:tailEnd len="sm" w="sm" type="none"/>
                    </a:lnT>
                    <a:lnB cap="flat" cmpd="sng" w="12700">
                      <a:solidFill>
                        <a:srgbClr val="CBDDEF"/>
                      </a:solidFill>
                      <a:prstDash val="solid"/>
                      <a:round/>
                      <a:headEnd len="sm" w="sm" type="none"/>
                      <a:tailEnd len="sm" w="sm" type="none"/>
                    </a:lnB>
                    <a:solidFill>
                      <a:srgbClr val="EEF6FF"/>
                    </a:solidFill>
                  </a:tcPr>
                </a:tc>
              </a:tr>
              <a:tr h="1300000">
                <a:tc>
                  <a:txBody>
                    <a:bodyPr/>
                    <a:lstStyle/>
                    <a:p>
                      <a:pPr indent="0" lvl="0" marL="0" marR="0" rtl="0" algn="l">
                        <a:lnSpc>
                          <a:spcPct val="130000"/>
                        </a:lnSpc>
                        <a:spcBef>
                          <a:spcPts val="0"/>
                        </a:spcBef>
                        <a:spcAft>
                          <a:spcPts val="0"/>
                        </a:spcAft>
                        <a:buClr>
                          <a:srgbClr val="000000"/>
                        </a:buClr>
                        <a:buSzPts val="2000"/>
                        <a:buFont typeface="Arial"/>
                        <a:buNone/>
                      </a:pPr>
                      <a:r>
                        <a:rPr b="1" lang="en-US" sz="2000" u="none" cap="none" strike="noStrike">
                          <a:solidFill>
                            <a:srgbClr val="20538B"/>
                          </a:solidFill>
                        </a:rPr>
                        <a:t>결과물</a:t>
                      </a:r>
                      <a:endParaRPr/>
                    </a:p>
                  </a:txBody>
                  <a:tcPr marT="90000" marB="90000" marR="150000" marL="200000" anchor="ctr">
                    <a:lnL cap="flat" cmpd="sng" w="12700">
                      <a:solidFill>
                        <a:srgbClr val="CBDDEF"/>
                      </a:solidFill>
                      <a:prstDash val="solid"/>
                      <a:round/>
                      <a:headEnd len="sm" w="sm" type="none"/>
                      <a:tailEnd len="sm" w="sm" type="none"/>
                    </a:lnL>
                    <a:lnR cap="flat" cmpd="sng" w="12700">
                      <a:solidFill>
                        <a:srgbClr val="CBDDEF"/>
                      </a:solidFill>
                      <a:prstDash val="solid"/>
                      <a:round/>
                      <a:headEnd len="sm" w="sm" type="none"/>
                      <a:tailEnd len="sm" w="sm" type="none"/>
                    </a:lnR>
                    <a:lnT cap="flat" cmpd="sng" w="12700">
                      <a:solidFill>
                        <a:srgbClr val="CBDDEF"/>
                      </a:solidFill>
                      <a:prstDash val="solid"/>
                      <a:round/>
                      <a:headEnd len="sm" w="sm" type="none"/>
                      <a:tailEnd len="sm" w="sm" type="none"/>
                    </a:lnT>
                    <a:lnB cap="flat" cmpd="sng" w="12700">
                      <a:solidFill>
                        <a:srgbClr val="CBDDEF"/>
                      </a:solidFill>
                      <a:prstDash val="solid"/>
                      <a:round/>
                      <a:headEnd len="sm" w="sm" type="none"/>
                      <a:tailEnd len="sm" w="sm" type="none"/>
                    </a:lnB>
                    <a:solidFill>
                      <a:srgbClr val="FFFFFF"/>
                    </a:solidFill>
                  </a:tcPr>
                </a:tc>
                <a:tc>
                  <a:txBody>
                    <a:bodyPr/>
                    <a:lstStyle/>
                    <a:p>
                      <a:pPr indent="0" lvl="0" marL="0" marR="0" rtl="0" algn="l">
                        <a:lnSpc>
                          <a:spcPct val="130000"/>
                        </a:lnSpc>
                        <a:spcBef>
                          <a:spcPts val="0"/>
                        </a:spcBef>
                        <a:spcAft>
                          <a:spcPts val="0"/>
                        </a:spcAft>
                        <a:buClr>
                          <a:srgbClr val="000000"/>
                        </a:buClr>
                        <a:buSzPts val="2000"/>
                        <a:buFont typeface="Arial"/>
                        <a:buNone/>
                      </a:pPr>
                      <a:r>
                        <a:rPr b="0" lang="en-US" sz="2000" u="none" cap="none" strike="noStrike">
                          <a:solidFill>
                            <a:srgbClr val="20538B"/>
                          </a:solidFill>
                        </a:rPr>
                        <a:t>취약점 목록</a:t>
                      </a:r>
                      <a:endParaRPr/>
                    </a:p>
                  </a:txBody>
                  <a:tcPr marT="90000" marB="90000" marR="150000" marL="200000" anchor="ctr">
                    <a:lnL cap="flat" cmpd="sng" w="12700">
                      <a:solidFill>
                        <a:srgbClr val="CBDDEF"/>
                      </a:solidFill>
                      <a:prstDash val="solid"/>
                      <a:round/>
                      <a:headEnd len="sm" w="sm" type="none"/>
                      <a:tailEnd len="sm" w="sm" type="none"/>
                    </a:lnL>
                    <a:lnR cap="flat" cmpd="sng" w="12700">
                      <a:solidFill>
                        <a:srgbClr val="CBDDEF"/>
                      </a:solidFill>
                      <a:prstDash val="solid"/>
                      <a:round/>
                      <a:headEnd len="sm" w="sm" type="none"/>
                      <a:tailEnd len="sm" w="sm" type="none"/>
                    </a:lnR>
                    <a:lnT cap="flat" cmpd="sng" w="12700">
                      <a:solidFill>
                        <a:srgbClr val="CBDDEF"/>
                      </a:solidFill>
                      <a:prstDash val="solid"/>
                      <a:round/>
                      <a:headEnd len="sm" w="sm" type="none"/>
                      <a:tailEnd len="sm" w="sm" type="none"/>
                    </a:lnT>
                    <a:lnB cap="flat" cmpd="sng" w="12700">
                      <a:solidFill>
                        <a:srgbClr val="CBDDEF"/>
                      </a:solidFill>
                      <a:prstDash val="solid"/>
                      <a:round/>
                      <a:headEnd len="sm" w="sm" type="none"/>
                      <a:tailEnd len="sm" w="sm" type="none"/>
                    </a:lnB>
                    <a:solidFill>
                      <a:srgbClr val="FFFFFF"/>
                    </a:solidFill>
                  </a:tcPr>
                </a:tc>
                <a:tc>
                  <a:txBody>
                    <a:bodyPr/>
                    <a:lstStyle/>
                    <a:p>
                      <a:pPr indent="0" lvl="0" marL="0" marR="0" rtl="0" algn="l">
                        <a:lnSpc>
                          <a:spcPct val="130000"/>
                        </a:lnSpc>
                        <a:spcBef>
                          <a:spcPts val="0"/>
                        </a:spcBef>
                        <a:spcAft>
                          <a:spcPts val="0"/>
                        </a:spcAft>
                        <a:buClr>
                          <a:srgbClr val="000000"/>
                        </a:buClr>
                        <a:buSzPts val="2000"/>
                        <a:buFont typeface="Arial"/>
                        <a:buNone/>
                      </a:pPr>
                      <a:r>
                        <a:rPr b="0" lang="en-US" sz="2000" u="none" cap="none" strike="noStrike">
                          <a:solidFill>
                            <a:srgbClr val="20538B"/>
                          </a:solidFill>
                        </a:rPr>
                        <a:t>공격 경로와 재현 결과</a:t>
                      </a:r>
                      <a:endParaRPr/>
                    </a:p>
                  </a:txBody>
                  <a:tcPr marT="90000" marB="90000" marR="150000" marL="200000" anchor="ctr">
                    <a:lnL cap="flat" cmpd="sng" w="12700">
                      <a:solidFill>
                        <a:srgbClr val="CBDDEF"/>
                      </a:solidFill>
                      <a:prstDash val="solid"/>
                      <a:round/>
                      <a:headEnd len="sm" w="sm" type="none"/>
                      <a:tailEnd len="sm" w="sm" type="none"/>
                    </a:lnL>
                    <a:lnR cap="flat" cmpd="sng" w="12700">
                      <a:solidFill>
                        <a:srgbClr val="CBDDEF"/>
                      </a:solidFill>
                      <a:prstDash val="solid"/>
                      <a:round/>
                      <a:headEnd len="sm" w="sm" type="none"/>
                      <a:tailEnd len="sm" w="sm" type="none"/>
                    </a:lnR>
                    <a:lnT cap="flat" cmpd="sng" w="12700">
                      <a:solidFill>
                        <a:srgbClr val="CBDDEF"/>
                      </a:solidFill>
                      <a:prstDash val="solid"/>
                      <a:round/>
                      <a:headEnd len="sm" w="sm" type="none"/>
                      <a:tailEnd len="sm" w="sm" type="none"/>
                    </a:lnT>
                    <a:lnB cap="flat" cmpd="sng" w="12700">
                      <a:solidFill>
                        <a:srgbClr val="CBDDEF"/>
                      </a:solidFill>
                      <a:prstDash val="solid"/>
                      <a:round/>
                      <a:headEnd len="sm" w="sm" type="none"/>
                      <a:tailEnd len="sm" w="sm" type="none"/>
                    </a:lnB>
                    <a:solidFill>
                      <a:srgbClr val="FFFFFF"/>
                    </a:solidFill>
                  </a:tcPr>
                </a:tc>
                <a:tc>
                  <a:txBody>
                    <a:bodyPr/>
                    <a:lstStyle/>
                    <a:p>
                      <a:pPr indent="0" lvl="0" marL="0" marR="0" rtl="0" algn="l">
                        <a:lnSpc>
                          <a:spcPct val="130000"/>
                        </a:lnSpc>
                        <a:spcBef>
                          <a:spcPts val="0"/>
                        </a:spcBef>
                        <a:spcAft>
                          <a:spcPts val="0"/>
                        </a:spcAft>
                        <a:buClr>
                          <a:srgbClr val="000000"/>
                        </a:buClr>
                        <a:buSzPts val="2000"/>
                        <a:buFont typeface="Arial"/>
                        <a:buNone/>
                      </a:pPr>
                      <a:r>
                        <a:rPr b="1" lang="en-US" sz="2000" u="none" cap="none" strike="noStrike">
                          <a:solidFill>
                            <a:srgbClr val="20538B"/>
                          </a:solidFill>
                        </a:rPr>
                        <a:t>취약점 + ISMS-P·법령 연결 + 경영진용·실무진용 보고서</a:t>
                      </a:r>
                      <a:endParaRPr/>
                    </a:p>
                  </a:txBody>
                  <a:tcPr marT="90000" marB="90000" marR="150000" marL="200000" anchor="ctr">
                    <a:lnL cap="flat" cmpd="sng" w="12700">
                      <a:solidFill>
                        <a:srgbClr val="CBDDEF"/>
                      </a:solidFill>
                      <a:prstDash val="solid"/>
                      <a:round/>
                      <a:headEnd len="sm" w="sm" type="none"/>
                      <a:tailEnd len="sm" w="sm" type="none"/>
                    </a:lnL>
                    <a:lnR cap="flat" cmpd="sng" w="12700">
                      <a:solidFill>
                        <a:srgbClr val="CBDDEF"/>
                      </a:solidFill>
                      <a:prstDash val="solid"/>
                      <a:round/>
                      <a:headEnd len="sm" w="sm" type="none"/>
                      <a:tailEnd len="sm" w="sm" type="none"/>
                    </a:lnR>
                    <a:lnT cap="flat" cmpd="sng" w="12700">
                      <a:solidFill>
                        <a:srgbClr val="CBDDEF"/>
                      </a:solidFill>
                      <a:prstDash val="solid"/>
                      <a:round/>
                      <a:headEnd len="sm" w="sm" type="none"/>
                      <a:tailEnd len="sm" w="sm" type="none"/>
                    </a:lnT>
                    <a:lnB cap="flat" cmpd="sng" w="12700">
                      <a:solidFill>
                        <a:srgbClr val="CBDDEF"/>
                      </a:solidFill>
                      <a:prstDash val="solid"/>
                      <a:round/>
                      <a:headEnd len="sm" w="sm" type="none"/>
                      <a:tailEnd len="sm" w="sm" type="none"/>
                    </a:lnB>
                    <a:solidFill>
                      <a:srgbClr val="FFFFFF"/>
                    </a:solidFill>
                  </a:tcPr>
                </a:tc>
              </a:tr>
            </a:tbl>
          </a:graphicData>
        </a:graphic>
      </p:graphicFrame>
      <p:sp>
        <p:nvSpPr>
          <p:cNvPr id="467" name="Google Shape;467;h29ad1a1c935308b6_1_109"/>
          <p:cNvSpPr txBox="1"/>
          <p:nvPr/>
        </p:nvSpPr>
        <p:spPr>
          <a:xfrm>
            <a:off x="1437501" y="8750000"/>
            <a:ext cx="15893500" cy="4000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1800"/>
              <a:buFont typeface="Arial"/>
              <a:buNone/>
            </a:pPr>
            <a:r>
              <a:rPr b="0" i="0" lang="en-US" sz="1800" u="none" cap="none" strike="noStrike">
                <a:solidFill>
                  <a:srgbClr val="20538B"/>
                </a:solidFill>
                <a:latin typeface="Arial"/>
                <a:ea typeface="Arial"/>
                <a:cs typeface="Arial"/>
                <a:sym typeface="Arial"/>
              </a:rPr>
              <a:t>※ 도구 유형별 일반적 특징을 비교한 것으로, 개별 제품의 성능 비교가 아님</a:t>
            </a:r>
            <a:endParaRPr/>
          </a:p>
        </p:txBody>
      </p:sp>
      <p:sp>
        <p:nvSpPr>
          <p:cNvPr id="468" name="Google Shape;468;h29ad1a1c935308b6_1_109"/>
          <p:cNvSpPr txBox="1"/>
          <p:nvPr/>
        </p:nvSpPr>
        <p:spPr>
          <a:xfrm>
            <a:off x="2059463" y="753018"/>
            <a:ext cx="14918400" cy="1477328"/>
          </a:xfrm>
          <a:prstGeom prst="rect">
            <a:avLst/>
          </a:prstGeom>
          <a:noFill/>
          <a:ln>
            <a:noFill/>
          </a:ln>
        </p:spPr>
        <p:txBody>
          <a:bodyPr anchorCtr="0" anchor="ctr" bIns="0" lIns="0" spcFirstLastPara="1" rIns="0" wrap="square" tIns="0">
            <a:noAutofit/>
          </a:bodyPr>
          <a:lstStyle/>
          <a:p>
            <a:pPr indent="0" lvl="0" marL="0" marR="0" rtl="0" algn="l">
              <a:lnSpc>
                <a:spcPct val="192000"/>
              </a:lnSpc>
              <a:spcBef>
                <a:spcPts val="0"/>
              </a:spcBef>
              <a:spcAft>
                <a:spcPts val="0"/>
              </a:spcAft>
              <a:buClr>
                <a:srgbClr val="000000"/>
              </a:buClr>
              <a:buSzPts val="5000"/>
              <a:buFont typeface="Arial"/>
              <a:buNone/>
            </a:pPr>
            <a:r>
              <a:rPr b="1" i="0" lang="en-US" sz="5000" u="none" cap="none" strike="noStrike">
                <a:solidFill>
                  <a:srgbClr val="20538B"/>
                </a:solidFill>
                <a:latin typeface="Arial"/>
                <a:ea typeface="Arial"/>
                <a:cs typeface="Arial"/>
                <a:sym typeface="Arial"/>
              </a:rPr>
              <a:t>프로젝트 개요 </a:t>
            </a:r>
            <a:r>
              <a:rPr b="1" i="0" lang="en-US" sz="3500" u="none" cap="none" strike="noStrike">
                <a:solidFill>
                  <a:srgbClr val="20538B"/>
                </a:solidFill>
                <a:latin typeface="Arial"/>
                <a:ea typeface="Arial"/>
                <a:cs typeface="Arial"/>
                <a:sym typeface="Arial"/>
              </a:rPr>
              <a:t>– 특화 포인트와 차별점</a:t>
            </a:r>
            <a:endParaRPr b="1" i="0" sz="5000" u="none" cap="none" strike="noStrike">
              <a:solidFill>
                <a:srgbClr val="20538B"/>
              </a:solidFill>
              <a:latin typeface="Arial"/>
              <a:ea typeface="Arial"/>
              <a:cs typeface="Arial"/>
              <a:sym typeface="Arial"/>
            </a:endParaRPr>
          </a:p>
        </p:txBody>
      </p:sp>
      <p:sp>
        <p:nvSpPr>
          <p:cNvPr id="469" name="Google Shape;469;h29ad1a1c935308b6_1_109"/>
          <p:cNvSpPr txBox="1"/>
          <p:nvPr/>
        </p:nvSpPr>
        <p:spPr>
          <a:xfrm>
            <a:off x="1192205" y="770619"/>
            <a:ext cx="834600" cy="1442126"/>
          </a:xfrm>
          <a:prstGeom prst="rect">
            <a:avLst/>
          </a:prstGeom>
          <a:noFill/>
          <a:ln>
            <a:noFill/>
          </a:ln>
        </p:spPr>
        <p:txBody>
          <a:bodyPr anchorCtr="0" anchor="ctr" bIns="0" lIns="0" spcFirstLastPara="1" rIns="0" wrap="square" tIns="0">
            <a:noAutofit/>
          </a:bodyPr>
          <a:lstStyle/>
          <a:p>
            <a:pPr indent="0" lvl="0" marL="0" marR="0" rtl="0" algn="l">
              <a:lnSpc>
                <a:spcPct val="192009"/>
              </a:lnSpc>
              <a:spcBef>
                <a:spcPts val="0"/>
              </a:spcBef>
              <a:spcAft>
                <a:spcPts val="0"/>
              </a:spcAft>
              <a:buClr>
                <a:srgbClr val="000000"/>
              </a:buClr>
              <a:buSzPts val="4881"/>
              <a:buFont typeface="Arial"/>
              <a:buNone/>
            </a:pPr>
            <a:r>
              <a:rPr b="1" i="0" lang="en-US" sz="4881" u="none" cap="none" strike="noStrike">
                <a:solidFill>
                  <a:srgbClr val="CBDDEF"/>
                </a:solidFill>
                <a:latin typeface="Arial"/>
                <a:ea typeface="Arial"/>
                <a:cs typeface="Arial"/>
                <a:sym typeface="Arial"/>
              </a:rPr>
              <a:t>01</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3" name="Shape 473"/>
        <p:cNvGrpSpPr/>
        <p:nvPr/>
      </p:nvGrpSpPr>
      <p:grpSpPr>
        <a:xfrm>
          <a:off x="0" y="0"/>
          <a:ext cx="0" cy="0"/>
          <a:chOff x="0" y="0"/>
          <a:chExt cx="0" cy="0"/>
        </a:xfrm>
      </p:grpSpPr>
      <p:grpSp>
        <p:nvGrpSpPr>
          <p:cNvPr id="474" name="Google Shape;474;h29ad1a1c935308b6_1_137"/>
          <p:cNvGrpSpPr/>
          <p:nvPr/>
        </p:nvGrpSpPr>
        <p:grpSpPr>
          <a:xfrm>
            <a:off x="-1081199" y="3274284"/>
            <a:ext cx="20615733" cy="7012716"/>
            <a:chOff x="-99238" y="-88"/>
            <a:chExt cx="27487644" cy="9350289"/>
          </a:xfrm>
        </p:grpSpPr>
        <p:grpSp>
          <p:nvGrpSpPr>
            <p:cNvPr id="475" name="Google Shape;475;h29ad1a1c935308b6_1_137"/>
            <p:cNvGrpSpPr/>
            <p:nvPr/>
          </p:nvGrpSpPr>
          <p:grpSpPr>
            <a:xfrm rot="-5400000">
              <a:off x="11107617" y="-11206943"/>
              <a:ext cx="4770761" cy="27184472"/>
              <a:chOff x="0" y="-38100"/>
              <a:chExt cx="1831597" cy="10436700"/>
            </a:xfrm>
          </p:grpSpPr>
          <p:sp>
            <p:nvSpPr>
              <p:cNvPr id="476" name="Google Shape;476;h29ad1a1c935308b6_1_137"/>
              <p:cNvSpPr/>
              <p:nvPr/>
            </p:nvSpPr>
            <p:spPr>
              <a:xfrm>
                <a:off x="0" y="0"/>
                <a:ext cx="1831597" cy="10398600"/>
              </a:xfrm>
              <a:custGeom>
                <a:rect b="b" l="l" r="r" t="t"/>
                <a:pathLst>
                  <a:path extrusionOk="0" h="10398600" w="1831597">
                    <a:moveTo>
                      <a:pt x="0" y="0"/>
                    </a:moveTo>
                    <a:lnTo>
                      <a:pt x="1831597" y="0"/>
                    </a:lnTo>
                    <a:lnTo>
                      <a:pt x="1831597" y="10398600"/>
                    </a:lnTo>
                    <a:lnTo>
                      <a:pt x="0" y="10398600"/>
                    </a:lnTo>
                    <a:close/>
                  </a:path>
                </a:pathLst>
              </a:custGeom>
              <a:solidFill>
                <a:srgbClr val="CBDDE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7" name="Google Shape;477;h29ad1a1c935308b6_1_137"/>
              <p:cNvSpPr txBox="1"/>
              <p:nvPr/>
            </p:nvSpPr>
            <p:spPr>
              <a:xfrm>
                <a:off x="0" y="-38100"/>
                <a:ext cx="1831500" cy="10436700"/>
              </a:xfrm>
              <a:prstGeom prst="rect">
                <a:avLst/>
              </a:prstGeom>
              <a:noFill/>
              <a:ln>
                <a:noFill/>
              </a:ln>
            </p:spPr>
            <p:txBody>
              <a:bodyPr anchorCtr="0" anchor="ctr" bIns="27000" lIns="27000" spcFirstLastPara="1" rIns="27000" wrap="square" tIns="27000">
                <a:noAutofit/>
              </a:bodyPr>
              <a:lstStyle/>
              <a:p>
                <a:pPr indent="0" lvl="0" marL="0" marR="0" rtl="0" algn="ctr">
                  <a:lnSpc>
                    <a:spcPct val="1555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78" name="Google Shape;478;h29ad1a1c935308b6_1_137"/>
            <p:cNvGrpSpPr/>
            <p:nvPr/>
          </p:nvGrpSpPr>
          <p:grpSpPr>
            <a:xfrm rot="-5400000">
              <a:off x="11637133" y="-6401071"/>
              <a:ext cx="4579844" cy="26922700"/>
              <a:chOff x="0" y="-38100"/>
              <a:chExt cx="1758300" cy="10336200"/>
            </a:xfrm>
          </p:grpSpPr>
          <p:sp>
            <p:nvSpPr>
              <p:cNvPr id="479" name="Google Shape;479;h29ad1a1c935308b6_1_137"/>
              <p:cNvSpPr/>
              <p:nvPr/>
            </p:nvSpPr>
            <p:spPr>
              <a:xfrm>
                <a:off x="0" y="0"/>
                <a:ext cx="1758210" cy="10298040"/>
              </a:xfrm>
              <a:custGeom>
                <a:rect b="b" l="l" r="r" t="t"/>
                <a:pathLst>
                  <a:path extrusionOk="0" h="10298040" w="1758210">
                    <a:moveTo>
                      <a:pt x="0" y="0"/>
                    </a:moveTo>
                    <a:lnTo>
                      <a:pt x="1758210" y="0"/>
                    </a:lnTo>
                    <a:lnTo>
                      <a:pt x="1758210" y="10298040"/>
                    </a:lnTo>
                    <a:lnTo>
                      <a:pt x="0" y="10298040"/>
                    </a:lnTo>
                    <a:close/>
                  </a:path>
                </a:pathLst>
              </a:custGeom>
              <a:solidFill>
                <a:srgbClr val="94B6DA"/>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0" name="Google Shape;480;h29ad1a1c935308b6_1_137"/>
              <p:cNvSpPr txBox="1"/>
              <p:nvPr/>
            </p:nvSpPr>
            <p:spPr>
              <a:xfrm>
                <a:off x="0" y="-38100"/>
                <a:ext cx="1758300" cy="10336200"/>
              </a:xfrm>
              <a:prstGeom prst="rect">
                <a:avLst/>
              </a:prstGeom>
              <a:noFill/>
              <a:ln>
                <a:noFill/>
              </a:ln>
            </p:spPr>
            <p:txBody>
              <a:bodyPr anchorCtr="0" anchor="ctr" bIns="27000" lIns="27000" spcFirstLastPara="1" rIns="27000" wrap="square" tIns="27000">
                <a:noAutofit/>
              </a:bodyPr>
              <a:lstStyle/>
              <a:p>
                <a:pPr indent="0" lvl="0" marL="0" marR="0" rtl="0" algn="ctr">
                  <a:lnSpc>
                    <a:spcPct val="1555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grpSp>
        <p:nvGrpSpPr>
          <p:cNvPr id="481" name="Google Shape;481;h29ad1a1c935308b6_1_137"/>
          <p:cNvGrpSpPr/>
          <p:nvPr/>
        </p:nvGrpSpPr>
        <p:grpSpPr>
          <a:xfrm>
            <a:off x="731085" y="628765"/>
            <a:ext cx="16825838" cy="9050173"/>
            <a:chOff x="0" y="-108813"/>
            <a:chExt cx="22434451" cy="12066897"/>
          </a:xfrm>
        </p:grpSpPr>
        <p:grpSp>
          <p:nvGrpSpPr>
            <p:cNvPr id="482" name="Google Shape;482;h29ad1a1c935308b6_1_137"/>
            <p:cNvGrpSpPr/>
            <p:nvPr/>
          </p:nvGrpSpPr>
          <p:grpSpPr>
            <a:xfrm>
              <a:off x="26537" y="10214891"/>
              <a:ext cx="22386840" cy="1743193"/>
              <a:chOff x="0" y="-47625"/>
              <a:chExt cx="9809754" cy="763855"/>
            </a:xfrm>
          </p:grpSpPr>
          <p:sp>
            <p:nvSpPr>
              <p:cNvPr id="483" name="Google Shape;483;h29ad1a1c935308b6_1_137"/>
              <p:cNvSpPr/>
              <p:nvPr/>
            </p:nvSpPr>
            <p:spPr>
              <a:xfrm>
                <a:off x="0" y="0"/>
                <a:ext cx="9809754" cy="716230"/>
              </a:xfrm>
              <a:custGeom>
                <a:rect b="b" l="l" r="r" t="t"/>
                <a:pathLst>
                  <a:path extrusionOk="0" h="716230" w="9809754">
                    <a:moveTo>
                      <a:pt x="0" y="0"/>
                    </a:moveTo>
                    <a:lnTo>
                      <a:pt x="9809754" y="0"/>
                    </a:lnTo>
                    <a:lnTo>
                      <a:pt x="9809754" y="716230"/>
                    </a:lnTo>
                    <a:lnTo>
                      <a:pt x="0" y="716230"/>
                    </a:lnTo>
                    <a:close/>
                  </a:path>
                </a:pathLst>
              </a:custGeom>
              <a:solidFill>
                <a:srgbClr val="20538B"/>
              </a:solidFill>
              <a:ln cap="sq" cmpd="sng" w="38100">
                <a:solidFill>
                  <a:srgbClr val="20538B"/>
                </a:solidFill>
                <a:prstDash val="solid"/>
                <a:miter lim="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4" name="Google Shape;484;h29ad1a1c935308b6_1_137"/>
              <p:cNvSpPr txBox="1"/>
              <p:nvPr/>
            </p:nvSpPr>
            <p:spPr>
              <a:xfrm>
                <a:off x="0" y="-47625"/>
                <a:ext cx="9809700" cy="763800"/>
              </a:xfrm>
              <a:prstGeom prst="rect">
                <a:avLst/>
              </a:prstGeom>
              <a:noFill/>
              <a:ln>
                <a:noFill/>
              </a:ln>
            </p:spPr>
            <p:txBody>
              <a:bodyPr anchorCtr="0" anchor="ctr" bIns="50800" lIns="50800" spcFirstLastPara="1" rIns="50800" wrap="square" tIns="50800">
                <a:noAutofit/>
              </a:bodyPr>
              <a:lstStyle/>
              <a:p>
                <a:pPr indent="0" lvl="0" marL="0" marR="0" rtl="0" algn="ctr">
                  <a:lnSpc>
                    <a:spcPct val="175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85" name="Google Shape;485;h29ad1a1c935308b6_1_137"/>
            <p:cNvGrpSpPr/>
            <p:nvPr/>
          </p:nvGrpSpPr>
          <p:grpSpPr>
            <a:xfrm>
              <a:off x="0" y="-108813"/>
              <a:ext cx="22434451" cy="11946166"/>
              <a:chOff x="0" y="-47625"/>
              <a:chExt cx="9819000" cy="5228539"/>
            </a:xfrm>
          </p:grpSpPr>
          <p:sp>
            <p:nvSpPr>
              <p:cNvPr id="486" name="Google Shape;486;h29ad1a1c935308b6_1_137"/>
              <p:cNvSpPr/>
              <p:nvPr/>
            </p:nvSpPr>
            <p:spPr>
              <a:xfrm>
                <a:off x="0" y="0"/>
                <a:ext cx="9818922" cy="5180914"/>
              </a:xfrm>
              <a:custGeom>
                <a:rect b="b" l="l" r="r" t="t"/>
                <a:pathLst>
                  <a:path extrusionOk="0" h="5180914" w="9818922">
                    <a:moveTo>
                      <a:pt x="0" y="0"/>
                    </a:moveTo>
                    <a:lnTo>
                      <a:pt x="9818922" y="0"/>
                    </a:lnTo>
                    <a:lnTo>
                      <a:pt x="9818922" y="5180914"/>
                    </a:lnTo>
                    <a:lnTo>
                      <a:pt x="0" y="5180914"/>
                    </a:lnTo>
                    <a:close/>
                  </a:path>
                </a:pathLst>
              </a:custGeom>
              <a:solidFill>
                <a:srgbClr val="FFFFFF"/>
              </a:solidFill>
              <a:ln cap="sq" cmpd="sng" w="38100">
                <a:solidFill>
                  <a:srgbClr val="20538B"/>
                </a:solidFill>
                <a:prstDash val="solid"/>
                <a:miter lim="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7" name="Google Shape;487;h29ad1a1c935308b6_1_137"/>
              <p:cNvSpPr txBox="1"/>
              <p:nvPr/>
            </p:nvSpPr>
            <p:spPr>
              <a:xfrm>
                <a:off x="0" y="-47625"/>
                <a:ext cx="9819000" cy="5228400"/>
              </a:xfrm>
              <a:prstGeom prst="rect">
                <a:avLst/>
              </a:prstGeom>
              <a:noFill/>
              <a:ln>
                <a:noFill/>
              </a:ln>
            </p:spPr>
            <p:txBody>
              <a:bodyPr anchorCtr="0" anchor="ctr" bIns="50800" lIns="50800" spcFirstLastPara="1" rIns="50800" wrap="square" tIns="50800">
                <a:noAutofit/>
              </a:bodyPr>
              <a:lstStyle/>
              <a:p>
                <a:pPr indent="0" lvl="0" marL="0" marR="0" rtl="0" algn="ctr">
                  <a:lnSpc>
                    <a:spcPct val="175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grpSp>
        <p:nvGrpSpPr>
          <p:cNvPr id="488" name="Google Shape;488;h29ad1a1c935308b6_1_137"/>
          <p:cNvGrpSpPr/>
          <p:nvPr/>
        </p:nvGrpSpPr>
        <p:grpSpPr>
          <a:xfrm>
            <a:off x="763743" y="662704"/>
            <a:ext cx="16759942" cy="1561150"/>
            <a:chOff x="0" y="-38100"/>
            <a:chExt cx="8581200" cy="799319"/>
          </a:xfrm>
        </p:grpSpPr>
        <p:sp>
          <p:nvSpPr>
            <p:cNvPr id="489" name="Google Shape;489;h29ad1a1c935308b6_1_137"/>
            <p:cNvSpPr/>
            <p:nvPr/>
          </p:nvSpPr>
          <p:spPr>
            <a:xfrm>
              <a:off x="0" y="0"/>
              <a:ext cx="8581180" cy="761219"/>
            </a:xfrm>
            <a:custGeom>
              <a:rect b="b" l="l" r="r" t="t"/>
              <a:pathLst>
                <a:path extrusionOk="0" h="761219" w="8581180">
                  <a:moveTo>
                    <a:pt x="0" y="0"/>
                  </a:moveTo>
                  <a:lnTo>
                    <a:pt x="8581180" y="0"/>
                  </a:lnTo>
                  <a:lnTo>
                    <a:pt x="8581180" y="761219"/>
                  </a:lnTo>
                  <a:lnTo>
                    <a:pt x="0" y="761219"/>
                  </a:lnTo>
                  <a:close/>
                </a:path>
              </a:pathLst>
            </a:custGeom>
            <a:solidFill>
              <a:srgbClr val="EEF6FF"/>
            </a:solidFill>
            <a:ln cap="sq" cmpd="sng" w="9525">
              <a:solidFill>
                <a:srgbClr val="20538B"/>
              </a:solidFill>
              <a:prstDash val="solid"/>
              <a:miter lim="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0" name="Google Shape;490;h29ad1a1c935308b6_1_137"/>
            <p:cNvSpPr txBox="1"/>
            <p:nvPr/>
          </p:nvSpPr>
          <p:spPr>
            <a:xfrm>
              <a:off x="0" y="-38100"/>
              <a:ext cx="8581200" cy="799200"/>
            </a:xfrm>
            <a:prstGeom prst="rect">
              <a:avLst/>
            </a:prstGeom>
            <a:noFill/>
            <a:ln>
              <a:noFill/>
            </a:ln>
          </p:spPr>
          <p:txBody>
            <a:bodyPr anchorCtr="0" anchor="ctr" bIns="39175" lIns="39175" spcFirstLastPara="1" rIns="39175" wrap="square" tIns="39175">
              <a:noAutofit/>
            </a:bodyPr>
            <a:lstStyle/>
            <a:p>
              <a:pPr indent="0" lvl="0" marL="0" marR="0" rtl="0" algn="ctr">
                <a:lnSpc>
                  <a:spcPct val="1555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91" name="Google Shape;491;h29ad1a1c935308b6_1_137"/>
          <p:cNvSpPr/>
          <p:nvPr/>
        </p:nvSpPr>
        <p:spPr>
          <a:xfrm>
            <a:off x="15531691" y="160918"/>
            <a:ext cx="996214" cy="1021758"/>
          </a:xfrm>
          <a:custGeom>
            <a:rect b="b" l="l" r="r" t="t"/>
            <a:pathLst>
              <a:path extrusionOk="0" h="1021758" w="996214">
                <a:moveTo>
                  <a:pt x="0" y="0"/>
                </a:moveTo>
                <a:lnTo>
                  <a:pt x="996214" y="0"/>
                </a:lnTo>
                <a:lnTo>
                  <a:pt x="996214" y="1021758"/>
                </a:lnTo>
                <a:lnTo>
                  <a:pt x="0" y="1021758"/>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2" name="Google Shape;492;h29ad1a1c935308b6_1_137"/>
          <p:cNvSpPr txBox="1"/>
          <p:nvPr/>
        </p:nvSpPr>
        <p:spPr>
          <a:xfrm>
            <a:off x="1437501" y="920715"/>
            <a:ext cx="834600" cy="215400"/>
          </a:xfrm>
          <a:prstGeom prst="rect">
            <a:avLst/>
          </a:prstGeom>
          <a:noFill/>
          <a:ln>
            <a:noFill/>
          </a:ln>
        </p:spPr>
        <p:txBody>
          <a:bodyPr anchorCtr="0" anchor="t" bIns="0" lIns="0" spcFirstLastPara="1" rIns="0" wrap="square" tIns="0">
            <a:spAutoFit/>
          </a:bodyPr>
          <a:lstStyle/>
          <a:p>
            <a:pPr indent="0" lvl="0" marL="0" marR="0" rtl="0" algn="l">
              <a:lnSpc>
                <a:spcPct val="192009"/>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3" name="Google Shape;493;h29ad1a1c935308b6_1_137"/>
          <p:cNvSpPr/>
          <p:nvPr/>
        </p:nvSpPr>
        <p:spPr>
          <a:xfrm>
            <a:off x="1437501" y="2850000"/>
            <a:ext cx="9000000" cy="4700000"/>
          </a:xfrm>
          <a:prstGeom prst="roundRect">
            <a:avLst>
              <a:gd fmla="val 5000" name="adj"/>
            </a:avLst>
          </a:prstGeom>
          <a:solidFill>
            <a:srgbClr val="EEF6FF"/>
          </a:solidFill>
          <a:ln cap="flat" cmpd="sng" w="19050">
            <a:solidFill>
              <a:srgbClr val="CBDDEF"/>
            </a:solidFill>
            <a:prstDash val="solid"/>
            <a:round/>
            <a:headEnd len="sm" w="sm" type="none"/>
            <a:tailEnd len="sm" w="sm" type="none"/>
          </a:ln>
        </p:spPr>
        <p:txBody>
          <a:bodyPr anchorCtr="0" anchor="ctr" bIns="90000" lIns="180000" spcFirstLastPara="1" rIns="180000" wrap="square" tIns="900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494" name="Google Shape;494;h29ad1a1c935308b6_1_137"/>
          <p:cNvPicPr preferRelativeResize="0"/>
          <p:nvPr/>
        </p:nvPicPr>
        <p:blipFill rotWithShape="1">
          <a:blip r:embed="rId4">
            <a:alphaModFix/>
          </a:blip>
          <a:srcRect b="0" l="0" r="0" t="0"/>
          <a:stretch/>
        </p:blipFill>
        <p:spPr>
          <a:xfrm>
            <a:off x="1767501" y="3220000"/>
            <a:ext cx="330000" cy="330000"/>
          </a:xfrm>
          <a:prstGeom prst="rect">
            <a:avLst/>
          </a:prstGeom>
          <a:noFill/>
          <a:ln>
            <a:noFill/>
          </a:ln>
        </p:spPr>
      </p:pic>
      <p:sp>
        <p:nvSpPr>
          <p:cNvPr id="495" name="Google Shape;495;h29ad1a1c935308b6_1_137"/>
          <p:cNvSpPr txBox="1"/>
          <p:nvPr/>
        </p:nvSpPr>
        <p:spPr>
          <a:xfrm>
            <a:off x="2287501" y="3180000"/>
            <a:ext cx="7880000" cy="5200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00000"/>
              </a:buClr>
              <a:buSzPts val="2800"/>
              <a:buFont typeface="Arial"/>
              <a:buNone/>
            </a:pPr>
            <a:r>
              <a:rPr b="1" i="0" lang="en-US" sz="2800" u="none" cap="none" strike="noStrike">
                <a:solidFill>
                  <a:srgbClr val="20538B"/>
                </a:solidFill>
                <a:latin typeface="Arial"/>
                <a:ea typeface="Arial"/>
                <a:cs typeface="Arial"/>
                <a:sym typeface="Arial"/>
              </a:rPr>
              <a:t>구현 내용</a:t>
            </a:r>
            <a:endParaRPr/>
          </a:p>
        </p:txBody>
      </p:sp>
      <p:sp>
        <p:nvSpPr>
          <p:cNvPr id="496" name="Google Shape;496;h29ad1a1c935308b6_1_137"/>
          <p:cNvSpPr txBox="1"/>
          <p:nvPr/>
        </p:nvSpPr>
        <p:spPr>
          <a:xfrm>
            <a:off x="1817501" y="4000000"/>
            <a:ext cx="8300000" cy="3300000"/>
          </a:xfrm>
          <a:prstGeom prst="rect">
            <a:avLst/>
          </a:prstGeom>
          <a:noFill/>
          <a:ln>
            <a:noFill/>
          </a:ln>
        </p:spPr>
        <p:txBody>
          <a:bodyPr anchorCtr="0" anchor="t" bIns="0" lIns="0" spcFirstLastPara="1" rIns="0" wrap="square" tIns="0">
            <a:noAutofit/>
          </a:bodyPr>
          <a:lstStyle/>
          <a:p>
            <a:pPr indent="-349250" lvl="0" marL="457200" marR="0" rtl="0" algn="l">
              <a:lnSpc>
                <a:spcPct val="150000"/>
              </a:lnSpc>
              <a:spcBef>
                <a:spcPts val="0"/>
              </a:spcBef>
              <a:spcAft>
                <a:spcPts val="0"/>
              </a:spcAft>
              <a:buClr>
                <a:srgbClr val="20538B"/>
              </a:buClr>
              <a:buSzPts val="2000"/>
              <a:buFont typeface="Arial"/>
              <a:buChar char="-"/>
            </a:pPr>
            <a:r>
              <a:rPr b="0" i="0" lang="en-US" sz="2000" u="none" cap="none" strike="noStrike">
                <a:solidFill>
                  <a:srgbClr val="20538B"/>
                </a:solidFill>
                <a:latin typeface="Arial"/>
                <a:ea typeface="Arial"/>
                <a:cs typeface="Arial"/>
                <a:sym typeface="Arial"/>
              </a:rPr>
              <a:t>학생·강사의 개인정보와 성적을 다루는 교육 관리 웹 서비스 구축</a:t>
            </a:r>
            <a:endParaRPr/>
          </a:p>
          <a:p>
            <a:pPr indent="-349250" lvl="0" marL="457200" marR="0" rtl="0" algn="l">
              <a:lnSpc>
                <a:spcPct val="150000"/>
              </a:lnSpc>
              <a:spcBef>
                <a:spcPts val="1000"/>
              </a:spcBef>
              <a:spcAft>
                <a:spcPts val="0"/>
              </a:spcAft>
              <a:buClr>
                <a:srgbClr val="20538B"/>
              </a:buClr>
              <a:buSzPts val="2000"/>
              <a:buFont typeface="Arial"/>
              <a:buChar char="-"/>
            </a:pPr>
            <a:r>
              <a:rPr b="0" i="0" lang="en-US" sz="2000" u="none" cap="none" strike="noStrike">
                <a:solidFill>
                  <a:srgbClr val="20538B"/>
                </a:solidFill>
                <a:latin typeface="Arial"/>
                <a:ea typeface="Arial"/>
                <a:cs typeface="Arial"/>
                <a:sym typeface="Arial"/>
              </a:rPr>
              <a:t>정보 누출, 약한 비밀번호 정책, 취약한 비밀번호 복구 절차, 불충분한 인증 절차, 불충분한 권한 검증 5개 영역의 자동 진단 도구</a:t>
            </a:r>
            <a:endParaRPr/>
          </a:p>
          <a:p>
            <a:pPr indent="-349250" lvl="0" marL="457200" marR="0" rtl="0" algn="l">
              <a:lnSpc>
                <a:spcPct val="150000"/>
              </a:lnSpc>
              <a:spcBef>
                <a:spcPts val="1000"/>
              </a:spcBef>
              <a:spcAft>
                <a:spcPts val="0"/>
              </a:spcAft>
              <a:buClr>
                <a:srgbClr val="20538B"/>
              </a:buClr>
              <a:buSzPts val="2000"/>
              <a:buFont typeface="Arial"/>
              <a:buChar char="-"/>
            </a:pPr>
            <a:r>
              <a:rPr b="0" i="0" lang="en-US" sz="2000" u="none" cap="none" strike="noStrike">
                <a:solidFill>
                  <a:srgbClr val="20538B"/>
                </a:solidFill>
                <a:latin typeface="Arial"/>
                <a:ea typeface="Arial"/>
                <a:cs typeface="Arial"/>
                <a:sym typeface="Arial"/>
              </a:rPr>
              <a:t>진단 결과를 ISMS-P 인증기준과 개인정보 보호법 조문에 매핑</a:t>
            </a:r>
            <a:endParaRPr/>
          </a:p>
          <a:p>
            <a:pPr indent="-349250" lvl="0" marL="457200" marR="0" rtl="0" algn="l">
              <a:lnSpc>
                <a:spcPct val="150000"/>
              </a:lnSpc>
              <a:spcBef>
                <a:spcPts val="1000"/>
              </a:spcBef>
              <a:spcAft>
                <a:spcPts val="0"/>
              </a:spcAft>
              <a:buClr>
                <a:srgbClr val="20538B"/>
              </a:buClr>
              <a:buSzPts val="2000"/>
              <a:buFont typeface="Arial"/>
              <a:buChar char="-"/>
            </a:pPr>
            <a:r>
              <a:rPr b="0" i="0" lang="en-US" sz="2000" u="none" cap="none" strike="noStrike">
                <a:solidFill>
                  <a:srgbClr val="20538B"/>
                </a:solidFill>
                <a:latin typeface="Arial"/>
                <a:ea typeface="Arial"/>
                <a:cs typeface="Arial"/>
                <a:sym typeface="Arial"/>
              </a:rPr>
              <a:t>경영진용·실무진용 PDF 보고서 생성</a:t>
            </a:r>
            <a:endParaRPr/>
          </a:p>
        </p:txBody>
      </p:sp>
      <p:sp>
        <p:nvSpPr>
          <p:cNvPr id="497" name="Google Shape;497;h29ad1a1c935308b6_1_137"/>
          <p:cNvSpPr/>
          <p:nvPr/>
        </p:nvSpPr>
        <p:spPr>
          <a:xfrm>
            <a:off x="10827501" y="2850000"/>
            <a:ext cx="6503500" cy="4700000"/>
          </a:xfrm>
          <a:prstGeom prst="roundRect">
            <a:avLst>
              <a:gd fmla="val 5000" name="adj"/>
            </a:avLst>
          </a:prstGeom>
          <a:solidFill>
            <a:srgbClr val="EEF6FF"/>
          </a:solidFill>
          <a:ln cap="flat" cmpd="sng" w="19050">
            <a:solidFill>
              <a:srgbClr val="CBDDEF"/>
            </a:solidFill>
            <a:prstDash val="solid"/>
            <a:round/>
            <a:headEnd len="sm" w="sm" type="none"/>
            <a:tailEnd len="sm" w="sm" type="none"/>
          </a:ln>
        </p:spPr>
        <p:txBody>
          <a:bodyPr anchorCtr="0" anchor="ctr" bIns="90000" lIns="180000" spcFirstLastPara="1" rIns="180000" wrap="square" tIns="900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498" name="Google Shape;498;h29ad1a1c935308b6_1_137"/>
          <p:cNvPicPr preferRelativeResize="0"/>
          <p:nvPr/>
        </p:nvPicPr>
        <p:blipFill rotWithShape="1">
          <a:blip r:embed="rId4">
            <a:alphaModFix/>
          </a:blip>
          <a:srcRect b="0" l="0" r="0" t="0"/>
          <a:stretch/>
        </p:blipFill>
        <p:spPr>
          <a:xfrm>
            <a:off x="11157501" y="3220000"/>
            <a:ext cx="330000" cy="330000"/>
          </a:xfrm>
          <a:prstGeom prst="rect">
            <a:avLst/>
          </a:prstGeom>
          <a:noFill/>
          <a:ln>
            <a:noFill/>
          </a:ln>
        </p:spPr>
      </p:pic>
      <p:sp>
        <p:nvSpPr>
          <p:cNvPr id="499" name="Google Shape;499;h29ad1a1c935308b6_1_137"/>
          <p:cNvSpPr txBox="1"/>
          <p:nvPr/>
        </p:nvSpPr>
        <p:spPr>
          <a:xfrm>
            <a:off x="11677501" y="3180000"/>
            <a:ext cx="5383500" cy="5200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00000"/>
              </a:buClr>
              <a:buSzPts val="2800"/>
              <a:buFont typeface="Arial"/>
              <a:buNone/>
            </a:pPr>
            <a:r>
              <a:rPr b="1" i="0" lang="en-US" sz="2800" u="none" cap="none" strike="noStrike">
                <a:solidFill>
                  <a:srgbClr val="20538B"/>
                </a:solidFill>
                <a:latin typeface="Arial"/>
                <a:ea typeface="Arial"/>
                <a:cs typeface="Arial"/>
                <a:sym typeface="Arial"/>
              </a:rPr>
              <a:t>컨셉</a:t>
            </a:r>
            <a:endParaRPr/>
          </a:p>
        </p:txBody>
      </p:sp>
      <p:sp>
        <p:nvSpPr>
          <p:cNvPr id="500" name="Google Shape;500;h29ad1a1c935308b6_1_137"/>
          <p:cNvSpPr txBox="1"/>
          <p:nvPr/>
        </p:nvSpPr>
        <p:spPr>
          <a:xfrm>
            <a:off x="11207501" y="4000000"/>
            <a:ext cx="5803500" cy="330000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000000"/>
              </a:buClr>
              <a:buSzPts val="2600"/>
              <a:buFont typeface="Arial"/>
              <a:buNone/>
            </a:pPr>
            <a:r>
              <a:rPr b="1" i="0" lang="en-US" sz="2600" u="none" cap="none" strike="noStrike">
                <a:solidFill>
                  <a:srgbClr val="20538B"/>
                </a:solidFill>
                <a:latin typeface="Arial"/>
                <a:ea typeface="Arial"/>
                <a:cs typeface="Arial"/>
                <a:sym typeface="Arial"/>
              </a:rPr>
              <a:t>진단 → 법적 영향 → 보고서</a:t>
            </a:r>
            <a:endParaRPr/>
          </a:p>
          <a:p>
            <a:pPr indent="0" lvl="0" marL="0" marR="0" rtl="0" algn="l">
              <a:lnSpc>
                <a:spcPct val="150000"/>
              </a:lnSpc>
              <a:spcBef>
                <a:spcPts val="1400"/>
              </a:spcBef>
              <a:spcAft>
                <a:spcPts val="0"/>
              </a:spcAft>
              <a:buClr>
                <a:srgbClr val="000000"/>
              </a:buClr>
              <a:buSzPts val="2000"/>
              <a:buFont typeface="Arial"/>
              <a:buNone/>
            </a:pPr>
            <a:r>
              <a:rPr b="0" i="0" lang="en-US" sz="2000" u="none" cap="none" strike="noStrike">
                <a:solidFill>
                  <a:srgbClr val="20538B"/>
                </a:solidFill>
                <a:latin typeface="Arial"/>
                <a:ea typeface="Arial"/>
                <a:cs typeface="Arial"/>
                <a:sym typeface="Arial"/>
              </a:rPr>
              <a:t>점검 결과를 법적 영향과 조치 방안까지 한 번에 연결한다.</a:t>
            </a:r>
            <a:endParaRPr/>
          </a:p>
        </p:txBody>
      </p:sp>
      <p:sp>
        <p:nvSpPr>
          <p:cNvPr id="501" name="Google Shape;501;h29ad1a1c935308b6_1_137"/>
          <p:cNvSpPr txBox="1"/>
          <p:nvPr/>
        </p:nvSpPr>
        <p:spPr>
          <a:xfrm>
            <a:off x="2059463" y="753018"/>
            <a:ext cx="14918400" cy="1477328"/>
          </a:xfrm>
          <a:prstGeom prst="rect">
            <a:avLst/>
          </a:prstGeom>
          <a:noFill/>
          <a:ln>
            <a:noFill/>
          </a:ln>
        </p:spPr>
        <p:txBody>
          <a:bodyPr anchorCtr="0" anchor="ctr" bIns="0" lIns="0" spcFirstLastPara="1" rIns="0" wrap="square" tIns="0">
            <a:noAutofit/>
          </a:bodyPr>
          <a:lstStyle/>
          <a:p>
            <a:pPr indent="0" lvl="0" marL="0" marR="0" rtl="0" algn="l">
              <a:lnSpc>
                <a:spcPct val="192000"/>
              </a:lnSpc>
              <a:spcBef>
                <a:spcPts val="0"/>
              </a:spcBef>
              <a:spcAft>
                <a:spcPts val="0"/>
              </a:spcAft>
              <a:buClr>
                <a:srgbClr val="000000"/>
              </a:buClr>
              <a:buSzPts val="5000"/>
              <a:buFont typeface="Arial"/>
              <a:buNone/>
            </a:pPr>
            <a:r>
              <a:rPr b="1" i="0" lang="en-US" sz="5000" u="none" cap="none" strike="noStrike">
                <a:solidFill>
                  <a:srgbClr val="20538B"/>
                </a:solidFill>
                <a:latin typeface="Arial"/>
                <a:ea typeface="Arial"/>
                <a:cs typeface="Arial"/>
                <a:sym typeface="Arial"/>
              </a:rPr>
              <a:t>프로젝트 개요 </a:t>
            </a:r>
            <a:r>
              <a:rPr b="1" i="0" lang="en-US" sz="3500" u="none" cap="none" strike="noStrike">
                <a:solidFill>
                  <a:srgbClr val="20538B"/>
                </a:solidFill>
                <a:latin typeface="Arial"/>
                <a:ea typeface="Arial"/>
                <a:cs typeface="Arial"/>
                <a:sym typeface="Arial"/>
              </a:rPr>
              <a:t>– 프로젝트 내용</a:t>
            </a:r>
            <a:endParaRPr b="1" i="0" sz="5000" u="none" cap="none" strike="noStrike">
              <a:solidFill>
                <a:srgbClr val="20538B"/>
              </a:solidFill>
              <a:latin typeface="Arial"/>
              <a:ea typeface="Arial"/>
              <a:cs typeface="Arial"/>
              <a:sym typeface="Arial"/>
            </a:endParaRPr>
          </a:p>
        </p:txBody>
      </p:sp>
      <p:sp>
        <p:nvSpPr>
          <p:cNvPr id="502" name="Google Shape;502;h29ad1a1c935308b6_1_137"/>
          <p:cNvSpPr txBox="1"/>
          <p:nvPr/>
        </p:nvSpPr>
        <p:spPr>
          <a:xfrm>
            <a:off x="1192205" y="770619"/>
            <a:ext cx="834600" cy="1442126"/>
          </a:xfrm>
          <a:prstGeom prst="rect">
            <a:avLst/>
          </a:prstGeom>
          <a:noFill/>
          <a:ln>
            <a:noFill/>
          </a:ln>
        </p:spPr>
        <p:txBody>
          <a:bodyPr anchorCtr="0" anchor="ctr" bIns="0" lIns="0" spcFirstLastPara="1" rIns="0" wrap="square" tIns="0">
            <a:noAutofit/>
          </a:bodyPr>
          <a:lstStyle/>
          <a:p>
            <a:pPr indent="0" lvl="0" marL="0" marR="0" rtl="0" algn="l">
              <a:lnSpc>
                <a:spcPct val="192009"/>
              </a:lnSpc>
              <a:spcBef>
                <a:spcPts val="0"/>
              </a:spcBef>
              <a:spcAft>
                <a:spcPts val="0"/>
              </a:spcAft>
              <a:buClr>
                <a:srgbClr val="000000"/>
              </a:buClr>
              <a:buSzPts val="4881"/>
              <a:buFont typeface="Arial"/>
              <a:buNone/>
            </a:pPr>
            <a:r>
              <a:rPr b="1" i="0" lang="en-US" sz="4881" u="none" cap="none" strike="noStrike">
                <a:solidFill>
                  <a:srgbClr val="CBDDEF"/>
                </a:solidFill>
                <a:latin typeface="Arial"/>
                <a:ea typeface="Arial"/>
                <a:cs typeface="Arial"/>
                <a:sym typeface="Arial"/>
              </a:rPr>
              <a:t>01</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6" name="Shape 506"/>
        <p:cNvGrpSpPr/>
        <p:nvPr/>
      </p:nvGrpSpPr>
      <p:grpSpPr>
        <a:xfrm>
          <a:off x="0" y="0"/>
          <a:ext cx="0" cy="0"/>
          <a:chOff x="0" y="0"/>
          <a:chExt cx="0" cy="0"/>
        </a:xfrm>
      </p:grpSpPr>
      <p:grpSp>
        <p:nvGrpSpPr>
          <p:cNvPr id="507" name="Google Shape;507;h29ad1a1c935308b6_1_169"/>
          <p:cNvGrpSpPr/>
          <p:nvPr/>
        </p:nvGrpSpPr>
        <p:grpSpPr>
          <a:xfrm>
            <a:off x="-1081199" y="3274284"/>
            <a:ext cx="20615733" cy="7012716"/>
            <a:chOff x="-99238" y="-88"/>
            <a:chExt cx="27487644" cy="9350289"/>
          </a:xfrm>
        </p:grpSpPr>
        <p:grpSp>
          <p:nvGrpSpPr>
            <p:cNvPr id="508" name="Google Shape;508;h29ad1a1c935308b6_1_169"/>
            <p:cNvGrpSpPr/>
            <p:nvPr/>
          </p:nvGrpSpPr>
          <p:grpSpPr>
            <a:xfrm rot="-5400000">
              <a:off x="11107617" y="-11206943"/>
              <a:ext cx="4770761" cy="27184472"/>
              <a:chOff x="0" y="-38100"/>
              <a:chExt cx="1831597" cy="10436700"/>
            </a:xfrm>
          </p:grpSpPr>
          <p:sp>
            <p:nvSpPr>
              <p:cNvPr id="509" name="Google Shape;509;h29ad1a1c935308b6_1_169"/>
              <p:cNvSpPr/>
              <p:nvPr/>
            </p:nvSpPr>
            <p:spPr>
              <a:xfrm>
                <a:off x="0" y="0"/>
                <a:ext cx="1831597" cy="10398600"/>
              </a:xfrm>
              <a:custGeom>
                <a:rect b="b" l="l" r="r" t="t"/>
                <a:pathLst>
                  <a:path extrusionOk="0" h="10398600" w="1831597">
                    <a:moveTo>
                      <a:pt x="0" y="0"/>
                    </a:moveTo>
                    <a:lnTo>
                      <a:pt x="1831597" y="0"/>
                    </a:lnTo>
                    <a:lnTo>
                      <a:pt x="1831597" y="10398600"/>
                    </a:lnTo>
                    <a:lnTo>
                      <a:pt x="0" y="10398600"/>
                    </a:lnTo>
                    <a:close/>
                  </a:path>
                </a:pathLst>
              </a:custGeom>
              <a:solidFill>
                <a:srgbClr val="CBDDE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0" name="Google Shape;510;h29ad1a1c935308b6_1_169"/>
              <p:cNvSpPr txBox="1"/>
              <p:nvPr/>
            </p:nvSpPr>
            <p:spPr>
              <a:xfrm>
                <a:off x="0" y="-38100"/>
                <a:ext cx="1831500" cy="10436700"/>
              </a:xfrm>
              <a:prstGeom prst="rect">
                <a:avLst/>
              </a:prstGeom>
              <a:noFill/>
              <a:ln>
                <a:noFill/>
              </a:ln>
            </p:spPr>
            <p:txBody>
              <a:bodyPr anchorCtr="0" anchor="ctr" bIns="27000" lIns="27000" spcFirstLastPara="1" rIns="27000" wrap="square" tIns="27000">
                <a:noAutofit/>
              </a:bodyPr>
              <a:lstStyle/>
              <a:p>
                <a:pPr indent="0" lvl="0" marL="0" marR="0" rtl="0" algn="ctr">
                  <a:lnSpc>
                    <a:spcPct val="1555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511" name="Google Shape;511;h29ad1a1c935308b6_1_169"/>
            <p:cNvGrpSpPr/>
            <p:nvPr/>
          </p:nvGrpSpPr>
          <p:grpSpPr>
            <a:xfrm rot="-5400000">
              <a:off x="11637133" y="-6401071"/>
              <a:ext cx="4579844" cy="26922700"/>
              <a:chOff x="0" y="-38100"/>
              <a:chExt cx="1758300" cy="10336200"/>
            </a:xfrm>
          </p:grpSpPr>
          <p:sp>
            <p:nvSpPr>
              <p:cNvPr id="512" name="Google Shape;512;h29ad1a1c935308b6_1_169"/>
              <p:cNvSpPr/>
              <p:nvPr/>
            </p:nvSpPr>
            <p:spPr>
              <a:xfrm>
                <a:off x="0" y="0"/>
                <a:ext cx="1758210" cy="10298040"/>
              </a:xfrm>
              <a:custGeom>
                <a:rect b="b" l="l" r="r" t="t"/>
                <a:pathLst>
                  <a:path extrusionOk="0" h="10298040" w="1758210">
                    <a:moveTo>
                      <a:pt x="0" y="0"/>
                    </a:moveTo>
                    <a:lnTo>
                      <a:pt x="1758210" y="0"/>
                    </a:lnTo>
                    <a:lnTo>
                      <a:pt x="1758210" y="10298040"/>
                    </a:lnTo>
                    <a:lnTo>
                      <a:pt x="0" y="10298040"/>
                    </a:lnTo>
                    <a:close/>
                  </a:path>
                </a:pathLst>
              </a:custGeom>
              <a:solidFill>
                <a:srgbClr val="94B6DA"/>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3" name="Google Shape;513;h29ad1a1c935308b6_1_169"/>
              <p:cNvSpPr txBox="1"/>
              <p:nvPr/>
            </p:nvSpPr>
            <p:spPr>
              <a:xfrm>
                <a:off x="0" y="-38100"/>
                <a:ext cx="1758300" cy="10336200"/>
              </a:xfrm>
              <a:prstGeom prst="rect">
                <a:avLst/>
              </a:prstGeom>
              <a:noFill/>
              <a:ln>
                <a:noFill/>
              </a:ln>
            </p:spPr>
            <p:txBody>
              <a:bodyPr anchorCtr="0" anchor="ctr" bIns="27000" lIns="27000" spcFirstLastPara="1" rIns="27000" wrap="square" tIns="27000">
                <a:noAutofit/>
              </a:bodyPr>
              <a:lstStyle/>
              <a:p>
                <a:pPr indent="0" lvl="0" marL="0" marR="0" rtl="0" algn="ctr">
                  <a:lnSpc>
                    <a:spcPct val="1555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grpSp>
        <p:nvGrpSpPr>
          <p:cNvPr id="514" name="Google Shape;514;h29ad1a1c935308b6_1_169"/>
          <p:cNvGrpSpPr/>
          <p:nvPr/>
        </p:nvGrpSpPr>
        <p:grpSpPr>
          <a:xfrm>
            <a:off x="731085" y="628765"/>
            <a:ext cx="16825838" cy="9050173"/>
            <a:chOff x="0" y="-108813"/>
            <a:chExt cx="22434451" cy="12066897"/>
          </a:xfrm>
        </p:grpSpPr>
        <p:grpSp>
          <p:nvGrpSpPr>
            <p:cNvPr id="515" name="Google Shape;515;h29ad1a1c935308b6_1_169"/>
            <p:cNvGrpSpPr/>
            <p:nvPr/>
          </p:nvGrpSpPr>
          <p:grpSpPr>
            <a:xfrm>
              <a:off x="26537" y="10214891"/>
              <a:ext cx="22386840" cy="1743193"/>
              <a:chOff x="0" y="-47625"/>
              <a:chExt cx="9809754" cy="763855"/>
            </a:xfrm>
          </p:grpSpPr>
          <p:sp>
            <p:nvSpPr>
              <p:cNvPr id="516" name="Google Shape;516;h29ad1a1c935308b6_1_169"/>
              <p:cNvSpPr/>
              <p:nvPr/>
            </p:nvSpPr>
            <p:spPr>
              <a:xfrm>
                <a:off x="0" y="0"/>
                <a:ext cx="9809754" cy="716230"/>
              </a:xfrm>
              <a:custGeom>
                <a:rect b="b" l="l" r="r" t="t"/>
                <a:pathLst>
                  <a:path extrusionOk="0" h="716230" w="9809754">
                    <a:moveTo>
                      <a:pt x="0" y="0"/>
                    </a:moveTo>
                    <a:lnTo>
                      <a:pt x="9809754" y="0"/>
                    </a:lnTo>
                    <a:lnTo>
                      <a:pt x="9809754" y="716230"/>
                    </a:lnTo>
                    <a:lnTo>
                      <a:pt x="0" y="716230"/>
                    </a:lnTo>
                    <a:close/>
                  </a:path>
                </a:pathLst>
              </a:custGeom>
              <a:solidFill>
                <a:srgbClr val="20538B"/>
              </a:solidFill>
              <a:ln cap="sq" cmpd="sng" w="38100">
                <a:solidFill>
                  <a:srgbClr val="20538B"/>
                </a:solidFill>
                <a:prstDash val="solid"/>
                <a:miter lim="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7" name="Google Shape;517;h29ad1a1c935308b6_1_169"/>
              <p:cNvSpPr txBox="1"/>
              <p:nvPr/>
            </p:nvSpPr>
            <p:spPr>
              <a:xfrm>
                <a:off x="0" y="-47625"/>
                <a:ext cx="9809700" cy="763800"/>
              </a:xfrm>
              <a:prstGeom prst="rect">
                <a:avLst/>
              </a:prstGeom>
              <a:noFill/>
              <a:ln>
                <a:noFill/>
              </a:ln>
            </p:spPr>
            <p:txBody>
              <a:bodyPr anchorCtr="0" anchor="ctr" bIns="50800" lIns="50800" spcFirstLastPara="1" rIns="50800" wrap="square" tIns="50800">
                <a:noAutofit/>
              </a:bodyPr>
              <a:lstStyle/>
              <a:p>
                <a:pPr indent="0" lvl="0" marL="0" marR="0" rtl="0" algn="ctr">
                  <a:lnSpc>
                    <a:spcPct val="175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518" name="Google Shape;518;h29ad1a1c935308b6_1_169"/>
            <p:cNvGrpSpPr/>
            <p:nvPr/>
          </p:nvGrpSpPr>
          <p:grpSpPr>
            <a:xfrm>
              <a:off x="0" y="-108813"/>
              <a:ext cx="22434451" cy="11946166"/>
              <a:chOff x="0" y="-47625"/>
              <a:chExt cx="9819000" cy="5228539"/>
            </a:xfrm>
          </p:grpSpPr>
          <p:sp>
            <p:nvSpPr>
              <p:cNvPr id="519" name="Google Shape;519;h29ad1a1c935308b6_1_169"/>
              <p:cNvSpPr/>
              <p:nvPr/>
            </p:nvSpPr>
            <p:spPr>
              <a:xfrm>
                <a:off x="0" y="0"/>
                <a:ext cx="9818922" cy="5180914"/>
              </a:xfrm>
              <a:custGeom>
                <a:rect b="b" l="l" r="r" t="t"/>
                <a:pathLst>
                  <a:path extrusionOk="0" h="5180914" w="9818922">
                    <a:moveTo>
                      <a:pt x="0" y="0"/>
                    </a:moveTo>
                    <a:lnTo>
                      <a:pt x="9818922" y="0"/>
                    </a:lnTo>
                    <a:lnTo>
                      <a:pt x="9818922" y="5180914"/>
                    </a:lnTo>
                    <a:lnTo>
                      <a:pt x="0" y="5180914"/>
                    </a:lnTo>
                    <a:close/>
                  </a:path>
                </a:pathLst>
              </a:custGeom>
              <a:solidFill>
                <a:srgbClr val="FFFFFF"/>
              </a:solidFill>
              <a:ln cap="sq" cmpd="sng" w="38100">
                <a:solidFill>
                  <a:srgbClr val="20538B"/>
                </a:solidFill>
                <a:prstDash val="solid"/>
                <a:miter lim="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0" name="Google Shape;520;h29ad1a1c935308b6_1_169"/>
              <p:cNvSpPr txBox="1"/>
              <p:nvPr/>
            </p:nvSpPr>
            <p:spPr>
              <a:xfrm>
                <a:off x="0" y="-47625"/>
                <a:ext cx="9819000" cy="5228400"/>
              </a:xfrm>
              <a:prstGeom prst="rect">
                <a:avLst/>
              </a:prstGeom>
              <a:noFill/>
              <a:ln>
                <a:noFill/>
              </a:ln>
            </p:spPr>
            <p:txBody>
              <a:bodyPr anchorCtr="0" anchor="ctr" bIns="50800" lIns="50800" spcFirstLastPara="1" rIns="50800" wrap="square" tIns="50800">
                <a:noAutofit/>
              </a:bodyPr>
              <a:lstStyle/>
              <a:p>
                <a:pPr indent="0" lvl="0" marL="0" marR="0" rtl="0" algn="ctr">
                  <a:lnSpc>
                    <a:spcPct val="175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grpSp>
        <p:nvGrpSpPr>
          <p:cNvPr id="521" name="Google Shape;521;h29ad1a1c935308b6_1_169"/>
          <p:cNvGrpSpPr/>
          <p:nvPr/>
        </p:nvGrpSpPr>
        <p:grpSpPr>
          <a:xfrm>
            <a:off x="763743" y="662704"/>
            <a:ext cx="16759942" cy="1561150"/>
            <a:chOff x="0" y="-38100"/>
            <a:chExt cx="8581200" cy="799319"/>
          </a:xfrm>
        </p:grpSpPr>
        <p:sp>
          <p:nvSpPr>
            <p:cNvPr id="522" name="Google Shape;522;h29ad1a1c935308b6_1_169"/>
            <p:cNvSpPr/>
            <p:nvPr/>
          </p:nvSpPr>
          <p:spPr>
            <a:xfrm>
              <a:off x="0" y="0"/>
              <a:ext cx="8581180" cy="761219"/>
            </a:xfrm>
            <a:custGeom>
              <a:rect b="b" l="l" r="r" t="t"/>
              <a:pathLst>
                <a:path extrusionOk="0" h="761219" w="8581180">
                  <a:moveTo>
                    <a:pt x="0" y="0"/>
                  </a:moveTo>
                  <a:lnTo>
                    <a:pt x="8581180" y="0"/>
                  </a:lnTo>
                  <a:lnTo>
                    <a:pt x="8581180" y="761219"/>
                  </a:lnTo>
                  <a:lnTo>
                    <a:pt x="0" y="761219"/>
                  </a:lnTo>
                  <a:close/>
                </a:path>
              </a:pathLst>
            </a:custGeom>
            <a:solidFill>
              <a:srgbClr val="EEF6FF"/>
            </a:solidFill>
            <a:ln cap="sq" cmpd="sng" w="9525">
              <a:solidFill>
                <a:srgbClr val="20538B"/>
              </a:solidFill>
              <a:prstDash val="solid"/>
              <a:miter lim="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3" name="Google Shape;523;h29ad1a1c935308b6_1_169"/>
            <p:cNvSpPr txBox="1"/>
            <p:nvPr/>
          </p:nvSpPr>
          <p:spPr>
            <a:xfrm>
              <a:off x="0" y="-38100"/>
              <a:ext cx="8581200" cy="799200"/>
            </a:xfrm>
            <a:prstGeom prst="rect">
              <a:avLst/>
            </a:prstGeom>
            <a:noFill/>
            <a:ln>
              <a:noFill/>
            </a:ln>
          </p:spPr>
          <p:txBody>
            <a:bodyPr anchorCtr="0" anchor="ctr" bIns="39175" lIns="39175" spcFirstLastPara="1" rIns="39175" wrap="square" tIns="39175">
              <a:noAutofit/>
            </a:bodyPr>
            <a:lstStyle/>
            <a:p>
              <a:pPr indent="0" lvl="0" marL="0" marR="0" rtl="0" algn="ctr">
                <a:lnSpc>
                  <a:spcPct val="1555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524" name="Google Shape;524;h29ad1a1c935308b6_1_169"/>
          <p:cNvSpPr/>
          <p:nvPr/>
        </p:nvSpPr>
        <p:spPr>
          <a:xfrm>
            <a:off x="15531691" y="160918"/>
            <a:ext cx="996214" cy="1021758"/>
          </a:xfrm>
          <a:custGeom>
            <a:rect b="b" l="l" r="r" t="t"/>
            <a:pathLst>
              <a:path extrusionOk="0" h="1021758" w="996214">
                <a:moveTo>
                  <a:pt x="0" y="0"/>
                </a:moveTo>
                <a:lnTo>
                  <a:pt x="996214" y="0"/>
                </a:lnTo>
                <a:lnTo>
                  <a:pt x="996214" y="1021758"/>
                </a:lnTo>
                <a:lnTo>
                  <a:pt x="0" y="1021758"/>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5" name="Google Shape;525;h29ad1a1c935308b6_1_169"/>
          <p:cNvSpPr txBox="1"/>
          <p:nvPr/>
        </p:nvSpPr>
        <p:spPr>
          <a:xfrm>
            <a:off x="1437501" y="920715"/>
            <a:ext cx="834600" cy="215400"/>
          </a:xfrm>
          <a:prstGeom prst="rect">
            <a:avLst/>
          </a:prstGeom>
          <a:noFill/>
          <a:ln>
            <a:noFill/>
          </a:ln>
        </p:spPr>
        <p:txBody>
          <a:bodyPr anchorCtr="0" anchor="t" bIns="0" lIns="0" spcFirstLastPara="1" rIns="0" wrap="square" tIns="0">
            <a:spAutoFit/>
          </a:bodyPr>
          <a:lstStyle/>
          <a:p>
            <a:pPr indent="0" lvl="0" marL="0" marR="0" rtl="0" algn="l">
              <a:lnSpc>
                <a:spcPct val="192009"/>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aphicFrame>
        <p:nvGraphicFramePr>
          <p:cNvPr id="526" name="Google Shape;526;h29ad1a1c935308b6_1_169"/>
          <p:cNvGraphicFramePr/>
          <p:nvPr/>
        </p:nvGraphicFramePr>
        <p:xfrm>
          <a:off x="1437501" y="2850000"/>
          <a:ext cx="3000000" cy="3000000"/>
        </p:xfrm>
        <a:graphic>
          <a:graphicData uri="http://schemas.openxmlformats.org/drawingml/2006/table">
            <a:tbl>
              <a:tblPr>
                <a:noFill/>
                <a:tableStyleId>{3B1049F5-3FDA-4912-8F97-833ED93D11AE}</a:tableStyleId>
              </a:tblPr>
              <a:tblGrid>
                <a:gridCol w="3300000"/>
                <a:gridCol w="12593500"/>
              </a:tblGrid>
              <a:tr h="760000">
                <a:tc>
                  <a:txBody>
                    <a:bodyPr/>
                    <a:lstStyle/>
                    <a:p>
                      <a:pPr indent="0" lvl="0" marL="0" marR="0" rtl="0" algn="l">
                        <a:lnSpc>
                          <a:spcPct val="130000"/>
                        </a:lnSpc>
                        <a:spcBef>
                          <a:spcPts val="0"/>
                        </a:spcBef>
                        <a:spcAft>
                          <a:spcPts val="0"/>
                        </a:spcAft>
                        <a:buClr>
                          <a:srgbClr val="000000"/>
                        </a:buClr>
                        <a:buSzPts val="2000"/>
                        <a:buFont typeface="Arial"/>
                        <a:buNone/>
                      </a:pPr>
                      <a:r>
                        <a:rPr b="1" lang="en-US" sz="2000" u="none" cap="none" strike="noStrike">
                          <a:solidFill>
                            <a:srgbClr val="FFFFFF"/>
                          </a:solidFill>
                        </a:rPr>
                        <a:t>구분</a:t>
                      </a:r>
                      <a:endParaRPr/>
                    </a:p>
                  </a:txBody>
                  <a:tcPr marT="90000" marB="90000" marR="150000" marL="200000" anchor="ctr">
                    <a:lnL cap="flat" cmpd="sng" w="12700">
                      <a:solidFill>
                        <a:srgbClr val="CBDDEF"/>
                      </a:solidFill>
                      <a:prstDash val="solid"/>
                      <a:round/>
                      <a:headEnd len="sm" w="sm" type="none"/>
                      <a:tailEnd len="sm" w="sm" type="none"/>
                    </a:lnL>
                    <a:lnR cap="flat" cmpd="sng" w="12700">
                      <a:solidFill>
                        <a:srgbClr val="CBDDEF"/>
                      </a:solidFill>
                      <a:prstDash val="solid"/>
                      <a:round/>
                      <a:headEnd len="sm" w="sm" type="none"/>
                      <a:tailEnd len="sm" w="sm" type="none"/>
                    </a:lnR>
                    <a:lnT cap="flat" cmpd="sng" w="12700">
                      <a:solidFill>
                        <a:srgbClr val="CBDDEF"/>
                      </a:solidFill>
                      <a:prstDash val="solid"/>
                      <a:round/>
                      <a:headEnd len="sm" w="sm" type="none"/>
                      <a:tailEnd len="sm" w="sm" type="none"/>
                    </a:lnT>
                    <a:lnB cap="flat" cmpd="sng" w="12700">
                      <a:solidFill>
                        <a:srgbClr val="CBDDEF"/>
                      </a:solidFill>
                      <a:prstDash val="solid"/>
                      <a:round/>
                      <a:headEnd len="sm" w="sm" type="none"/>
                      <a:tailEnd len="sm" w="sm" type="none"/>
                    </a:lnB>
                    <a:solidFill>
                      <a:srgbClr val="20538B"/>
                    </a:solidFill>
                  </a:tcPr>
                </a:tc>
                <a:tc>
                  <a:txBody>
                    <a:bodyPr/>
                    <a:lstStyle/>
                    <a:p>
                      <a:pPr indent="0" lvl="0" marL="0" marR="0" rtl="0" algn="l">
                        <a:lnSpc>
                          <a:spcPct val="130000"/>
                        </a:lnSpc>
                        <a:spcBef>
                          <a:spcPts val="0"/>
                        </a:spcBef>
                        <a:spcAft>
                          <a:spcPts val="0"/>
                        </a:spcAft>
                        <a:buClr>
                          <a:srgbClr val="000000"/>
                        </a:buClr>
                        <a:buSzPts val="2000"/>
                        <a:buFont typeface="Arial"/>
                        <a:buNone/>
                      </a:pPr>
                      <a:r>
                        <a:rPr b="1" lang="en-US" sz="2000" u="none" cap="none" strike="noStrike">
                          <a:solidFill>
                            <a:srgbClr val="FFFFFF"/>
                          </a:solidFill>
                        </a:rPr>
                        <a:t>개발환경 · 기술 스택 · 자료</a:t>
                      </a:r>
                      <a:endParaRPr/>
                    </a:p>
                  </a:txBody>
                  <a:tcPr marT="90000" marB="90000" marR="150000" marL="200000" anchor="ctr">
                    <a:lnL cap="flat" cmpd="sng" w="12700">
                      <a:solidFill>
                        <a:srgbClr val="CBDDEF"/>
                      </a:solidFill>
                      <a:prstDash val="solid"/>
                      <a:round/>
                      <a:headEnd len="sm" w="sm" type="none"/>
                      <a:tailEnd len="sm" w="sm" type="none"/>
                    </a:lnL>
                    <a:lnR cap="flat" cmpd="sng" w="12700">
                      <a:solidFill>
                        <a:srgbClr val="CBDDEF"/>
                      </a:solidFill>
                      <a:prstDash val="solid"/>
                      <a:round/>
                      <a:headEnd len="sm" w="sm" type="none"/>
                      <a:tailEnd len="sm" w="sm" type="none"/>
                    </a:lnR>
                    <a:lnT cap="flat" cmpd="sng" w="12700">
                      <a:solidFill>
                        <a:srgbClr val="CBDDEF"/>
                      </a:solidFill>
                      <a:prstDash val="solid"/>
                      <a:round/>
                      <a:headEnd len="sm" w="sm" type="none"/>
                      <a:tailEnd len="sm" w="sm" type="none"/>
                    </a:lnT>
                    <a:lnB cap="flat" cmpd="sng" w="12700">
                      <a:solidFill>
                        <a:srgbClr val="CBDDEF"/>
                      </a:solidFill>
                      <a:prstDash val="solid"/>
                      <a:round/>
                      <a:headEnd len="sm" w="sm" type="none"/>
                      <a:tailEnd len="sm" w="sm" type="none"/>
                    </a:lnB>
                    <a:solidFill>
                      <a:srgbClr val="20538B"/>
                    </a:solidFill>
                  </a:tcPr>
                </a:tc>
              </a:tr>
              <a:tr h="900000">
                <a:tc>
                  <a:txBody>
                    <a:bodyPr/>
                    <a:lstStyle/>
                    <a:p>
                      <a:pPr indent="0" lvl="0" marL="0" marR="0" rtl="0" algn="l">
                        <a:lnSpc>
                          <a:spcPct val="130000"/>
                        </a:lnSpc>
                        <a:spcBef>
                          <a:spcPts val="0"/>
                        </a:spcBef>
                        <a:spcAft>
                          <a:spcPts val="0"/>
                        </a:spcAft>
                        <a:buClr>
                          <a:srgbClr val="000000"/>
                        </a:buClr>
                        <a:buSzPts val="2000"/>
                        <a:buFont typeface="Arial"/>
                        <a:buNone/>
                      </a:pPr>
                      <a:r>
                        <a:rPr b="1" lang="en-US" sz="2000" u="none" cap="none" strike="noStrike">
                          <a:solidFill>
                            <a:srgbClr val="20538B"/>
                          </a:solidFill>
                        </a:rPr>
                        <a:t>개발 환경</a:t>
                      </a:r>
                      <a:endParaRPr/>
                    </a:p>
                  </a:txBody>
                  <a:tcPr marT="90000" marB="90000" marR="150000" marL="200000" anchor="ctr">
                    <a:lnL cap="flat" cmpd="sng" w="12700">
                      <a:solidFill>
                        <a:srgbClr val="CBDDEF"/>
                      </a:solidFill>
                      <a:prstDash val="solid"/>
                      <a:round/>
                      <a:headEnd len="sm" w="sm" type="none"/>
                      <a:tailEnd len="sm" w="sm" type="none"/>
                    </a:lnL>
                    <a:lnR cap="flat" cmpd="sng" w="12700">
                      <a:solidFill>
                        <a:srgbClr val="CBDDEF"/>
                      </a:solidFill>
                      <a:prstDash val="solid"/>
                      <a:round/>
                      <a:headEnd len="sm" w="sm" type="none"/>
                      <a:tailEnd len="sm" w="sm" type="none"/>
                    </a:lnR>
                    <a:lnT cap="flat" cmpd="sng" w="12700">
                      <a:solidFill>
                        <a:srgbClr val="CBDDEF"/>
                      </a:solidFill>
                      <a:prstDash val="solid"/>
                      <a:round/>
                      <a:headEnd len="sm" w="sm" type="none"/>
                      <a:tailEnd len="sm" w="sm" type="none"/>
                    </a:lnT>
                    <a:lnB cap="flat" cmpd="sng" w="12700">
                      <a:solidFill>
                        <a:srgbClr val="CBDDEF"/>
                      </a:solidFill>
                      <a:prstDash val="solid"/>
                      <a:round/>
                      <a:headEnd len="sm" w="sm" type="none"/>
                      <a:tailEnd len="sm" w="sm" type="none"/>
                    </a:lnB>
                    <a:solidFill>
                      <a:srgbClr val="FFFFFF"/>
                    </a:solidFill>
                  </a:tcPr>
                </a:tc>
                <a:tc>
                  <a:txBody>
                    <a:bodyPr/>
                    <a:lstStyle/>
                    <a:p>
                      <a:pPr indent="0" lvl="0" marL="0" marR="0" rtl="0" algn="l">
                        <a:lnSpc>
                          <a:spcPct val="130000"/>
                        </a:lnSpc>
                        <a:spcBef>
                          <a:spcPts val="0"/>
                        </a:spcBef>
                        <a:spcAft>
                          <a:spcPts val="0"/>
                        </a:spcAft>
                        <a:buClr>
                          <a:srgbClr val="000000"/>
                        </a:buClr>
                        <a:buSzPts val="2000"/>
                        <a:buFont typeface="Arial"/>
                        <a:buNone/>
                      </a:pPr>
                      <a:r>
                        <a:rPr b="0" lang="en-US" sz="2000" u="none" cap="none" strike="noStrike">
                          <a:solidFill>
                            <a:srgbClr val="20538B"/>
                          </a:solidFill>
                        </a:rPr>
                        <a:t>Python 3.12, Git·GitHub 버전 관리 (Windows, macOS)</a:t>
                      </a:r>
                      <a:endParaRPr/>
                    </a:p>
                  </a:txBody>
                  <a:tcPr marT="90000" marB="90000" marR="150000" marL="200000" anchor="ctr">
                    <a:lnL cap="flat" cmpd="sng" w="12700">
                      <a:solidFill>
                        <a:srgbClr val="CBDDEF"/>
                      </a:solidFill>
                      <a:prstDash val="solid"/>
                      <a:round/>
                      <a:headEnd len="sm" w="sm" type="none"/>
                      <a:tailEnd len="sm" w="sm" type="none"/>
                    </a:lnL>
                    <a:lnR cap="flat" cmpd="sng" w="12700">
                      <a:solidFill>
                        <a:srgbClr val="CBDDEF"/>
                      </a:solidFill>
                      <a:prstDash val="solid"/>
                      <a:round/>
                      <a:headEnd len="sm" w="sm" type="none"/>
                      <a:tailEnd len="sm" w="sm" type="none"/>
                    </a:lnR>
                    <a:lnT cap="flat" cmpd="sng" w="12700">
                      <a:solidFill>
                        <a:srgbClr val="CBDDEF"/>
                      </a:solidFill>
                      <a:prstDash val="solid"/>
                      <a:round/>
                      <a:headEnd len="sm" w="sm" type="none"/>
                      <a:tailEnd len="sm" w="sm" type="none"/>
                    </a:lnT>
                    <a:lnB cap="flat" cmpd="sng" w="12700">
                      <a:solidFill>
                        <a:srgbClr val="CBDDEF"/>
                      </a:solidFill>
                      <a:prstDash val="solid"/>
                      <a:round/>
                      <a:headEnd len="sm" w="sm" type="none"/>
                      <a:tailEnd len="sm" w="sm" type="none"/>
                    </a:lnB>
                    <a:solidFill>
                      <a:srgbClr val="FFFFFF"/>
                    </a:solidFill>
                  </a:tcPr>
                </a:tc>
              </a:tr>
              <a:tr h="900000">
                <a:tc>
                  <a:txBody>
                    <a:bodyPr/>
                    <a:lstStyle/>
                    <a:p>
                      <a:pPr indent="0" lvl="0" marL="0" marR="0" rtl="0" algn="l">
                        <a:lnSpc>
                          <a:spcPct val="130000"/>
                        </a:lnSpc>
                        <a:spcBef>
                          <a:spcPts val="0"/>
                        </a:spcBef>
                        <a:spcAft>
                          <a:spcPts val="0"/>
                        </a:spcAft>
                        <a:buClr>
                          <a:srgbClr val="000000"/>
                        </a:buClr>
                        <a:buSzPts val="2000"/>
                        <a:buFont typeface="Arial"/>
                        <a:buNone/>
                      </a:pPr>
                      <a:r>
                        <a:rPr b="1" lang="en-US" sz="2000" u="none" cap="none" strike="noStrike">
                          <a:solidFill>
                            <a:srgbClr val="20538B"/>
                          </a:solidFill>
                        </a:rPr>
                        <a:t>대상 웹 서비스</a:t>
                      </a:r>
                      <a:endParaRPr/>
                    </a:p>
                  </a:txBody>
                  <a:tcPr marT="90000" marB="90000" marR="150000" marL="200000" anchor="ctr">
                    <a:lnL cap="flat" cmpd="sng" w="12700">
                      <a:solidFill>
                        <a:srgbClr val="CBDDEF"/>
                      </a:solidFill>
                      <a:prstDash val="solid"/>
                      <a:round/>
                      <a:headEnd len="sm" w="sm" type="none"/>
                      <a:tailEnd len="sm" w="sm" type="none"/>
                    </a:lnL>
                    <a:lnR cap="flat" cmpd="sng" w="12700">
                      <a:solidFill>
                        <a:srgbClr val="CBDDEF"/>
                      </a:solidFill>
                      <a:prstDash val="solid"/>
                      <a:round/>
                      <a:headEnd len="sm" w="sm" type="none"/>
                      <a:tailEnd len="sm" w="sm" type="none"/>
                    </a:lnR>
                    <a:lnT cap="flat" cmpd="sng" w="12700">
                      <a:solidFill>
                        <a:srgbClr val="CBDDEF"/>
                      </a:solidFill>
                      <a:prstDash val="solid"/>
                      <a:round/>
                      <a:headEnd len="sm" w="sm" type="none"/>
                      <a:tailEnd len="sm" w="sm" type="none"/>
                    </a:lnT>
                    <a:lnB cap="flat" cmpd="sng" w="12700">
                      <a:solidFill>
                        <a:srgbClr val="CBDDEF"/>
                      </a:solidFill>
                      <a:prstDash val="solid"/>
                      <a:round/>
                      <a:headEnd len="sm" w="sm" type="none"/>
                      <a:tailEnd len="sm" w="sm" type="none"/>
                    </a:lnB>
                    <a:solidFill>
                      <a:srgbClr val="EEF6FF"/>
                    </a:solidFill>
                  </a:tcPr>
                </a:tc>
                <a:tc>
                  <a:txBody>
                    <a:bodyPr/>
                    <a:lstStyle/>
                    <a:p>
                      <a:pPr indent="0" lvl="0" marL="0" marR="0" rtl="0" algn="l">
                        <a:lnSpc>
                          <a:spcPct val="130000"/>
                        </a:lnSpc>
                        <a:spcBef>
                          <a:spcPts val="0"/>
                        </a:spcBef>
                        <a:spcAft>
                          <a:spcPts val="0"/>
                        </a:spcAft>
                        <a:buClr>
                          <a:srgbClr val="000000"/>
                        </a:buClr>
                        <a:buSzPts val="2000"/>
                        <a:buFont typeface="Arial"/>
                        <a:buNone/>
                      </a:pPr>
                      <a:r>
                        <a:rPr b="0" lang="en-US" sz="2000" u="none" cap="none" strike="noStrike">
                          <a:solidFill>
                            <a:srgbClr val="20538B"/>
                          </a:solidFill>
                        </a:rPr>
                        <a:t>Flask 3.1, Flask-SQLAlchemy(SQLite), Flask-Login, Jinja2</a:t>
                      </a:r>
                      <a:endParaRPr/>
                    </a:p>
                  </a:txBody>
                  <a:tcPr marT="90000" marB="90000" marR="150000" marL="200000" anchor="ctr">
                    <a:lnL cap="flat" cmpd="sng" w="12700">
                      <a:solidFill>
                        <a:srgbClr val="CBDDEF"/>
                      </a:solidFill>
                      <a:prstDash val="solid"/>
                      <a:round/>
                      <a:headEnd len="sm" w="sm" type="none"/>
                      <a:tailEnd len="sm" w="sm" type="none"/>
                    </a:lnL>
                    <a:lnR cap="flat" cmpd="sng" w="12700">
                      <a:solidFill>
                        <a:srgbClr val="CBDDEF"/>
                      </a:solidFill>
                      <a:prstDash val="solid"/>
                      <a:round/>
                      <a:headEnd len="sm" w="sm" type="none"/>
                      <a:tailEnd len="sm" w="sm" type="none"/>
                    </a:lnR>
                    <a:lnT cap="flat" cmpd="sng" w="12700">
                      <a:solidFill>
                        <a:srgbClr val="CBDDEF"/>
                      </a:solidFill>
                      <a:prstDash val="solid"/>
                      <a:round/>
                      <a:headEnd len="sm" w="sm" type="none"/>
                      <a:tailEnd len="sm" w="sm" type="none"/>
                    </a:lnT>
                    <a:lnB cap="flat" cmpd="sng" w="12700">
                      <a:solidFill>
                        <a:srgbClr val="CBDDEF"/>
                      </a:solidFill>
                      <a:prstDash val="solid"/>
                      <a:round/>
                      <a:headEnd len="sm" w="sm" type="none"/>
                      <a:tailEnd len="sm" w="sm" type="none"/>
                    </a:lnB>
                    <a:solidFill>
                      <a:srgbClr val="EEF6FF"/>
                    </a:solidFill>
                  </a:tcPr>
                </a:tc>
              </a:tr>
              <a:tr h="900000">
                <a:tc>
                  <a:txBody>
                    <a:bodyPr/>
                    <a:lstStyle/>
                    <a:p>
                      <a:pPr indent="0" lvl="0" marL="0" marR="0" rtl="0" algn="l">
                        <a:lnSpc>
                          <a:spcPct val="130000"/>
                        </a:lnSpc>
                        <a:spcBef>
                          <a:spcPts val="0"/>
                        </a:spcBef>
                        <a:spcAft>
                          <a:spcPts val="0"/>
                        </a:spcAft>
                        <a:buClr>
                          <a:srgbClr val="000000"/>
                        </a:buClr>
                        <a:buSzPts val="2000"/>
                        <a:buFont typeface="Arial"/>
                        <a:buNone/>
                      </a:pPr>
                      <a:r>
                        <a:rPr b="1" lang="en-US" sz="2000" u="none" cap="none" strike="noStrike">
                          <a:solidFill>
                            <a:srgbClr val="20538B"/>
                          </a:solidFill>
                        </a:rPr>
                        <a:t>취약점 진단</a:t>
                      </a:r>
                      <a:endParaRPr/>
                    </a:p>
                  </a:txBody>
                  <a:tcPr marT="90000" marB="90000" marR="150000" marL="200000" anchor="ctr">
                    <a:lnL cap="flat" cmpd="sng" w="12700">
                      <a:solidFill>
                        <a:srgbClr val="CBDDEF"/>
                      </a:solidFill>
                      <a:prstDash val="solid"/>
                      <a:round/>
                      <a:headEnd len="sm" w="sm" type="none"/>
                      <a:tailEnd len="sm" w="sm" type="none"/>
                    </a:lnL>
                    <a:lnR cap="flat" cmpd="sng" w="12700">
                      <a:solidFill>
                        <a:srgbClr val="CBDDEF"/>
                      </a:solidFill>
                      <a:prstDash val="solid"/>
                      <a:round/>
                      <a:headEnd len="sm" w="sm" type="none"/>
                      <a:tailEnd len="sm" w="sm" type="none"/>
                    </a:lnR>
                    <a:lnT cap="flat" cmpd="sng" w="12700">
                      <a:solidFill>
                        <a:srgbClr val="CBDDEF"/>
                      </a:solidFill>
                      <a:prstDash val="solid"/>
                      <a:round/>
                      <a:headEnd len="sm" w="sm" type="none"/>
                      <a:tailEnd len="sm" w="sm" type="none"/>
                    </a:lnT>
                    <a:lnB cap="flat" cmpd="sng" w="12700">
                      <a:solidFill>
                        <a:srgbClr val="CBDDEF"/>
                      </a:solidFill>
                      <a:prstDash val="solid"/>
                      <a:round/>
                      <a:headEnd len="sm" w="sm" type="none"/>
                      <a:tailEnd len="sm" w="sm" type="none"/>
                    </a:lnB>
                    <a:solidFill>
                      <a:srgbClr val="FFFFFF"/>
                    </a:solidFill>
                  </a:tcPr>
                </a:tc>
                <a:tc>
                  <a:txBody>
                    <a:bodyPr/>
                    <a:lstStyle/>
                    <a:p>
                      <a:pPr indent="0" lvl="0" marL="0" marR="0" rtl="0" algn="l">
                        <a:lnSpc>
                          <a:spcPct val="130000"/>
                        </a:lnSpc>
                        <a:spcBef>
                          <a:spcPts val="0"/>
                        </a:spcBef>
                        <a:spcAft>
                          <a:spcPts val="0"/>
                        </a:spcAft>
                        <a:buClr>
                          <a:srgbClr val="000000"/>
                        </a:buClr>
                        <a:buSzPts val="2000"/>
                        <a:buFont typeface="Arial"/>
                        <a:buNone/>
                      </a:pPr>
                      <a:r>
                        <a:rPr b="0" lang="en-US" sz="2000" u="none" cap="none" strike="noStrike">
                          <a:solidFill>
                            <a:srgbClr val="20538B"/>
                          </a:solidFill>
                        </a:rPr>
                        <a:t>Python requests, BeautifulSoup (HTTP 응답, 인증 상태, 사용자 권한 분석)</a:t>
                      </a:r>
                      <a:endParaRPr/>
                    </a:p>
                  </a:txBody>
                  <a:tcPr marT="90000" marB="90000" marR="150000" marL="200000" anchor="ctr">
                    <a:lnL cap="flat" cmpd="sng" w="12700">
                      <a:solidFill>
                        <a:srgbClr val="CBDDEF"/>
                      </a:solidFill>
                      <a:prstDash val="solid"/>
                      <a:round/>
                      <a:headEnd len="sm" w="sm" type="none"/>
                      <a:tailEnd len="sm" w="sm" type="none"/>
                    </a:lnL>
                    <a:lnR cap="flat" cmpd="sng" w="12700">
                      <a:solidFill>
                        <a:srgbClr val="CBDDEF"/>
                      </a:solidFill>
                      <a:prstDash val="solid"/>
                      <a:round/>
                      <a:headEnd len="sm" w="sm" type="none"/>
                      <a:tailEnd len="sm" w="sm" type="none"/>
                    </a:lnR>
                    <a:lnT cap="flat" cmpd="sng" w="12700">
                      <a:solidFill>
                        <a:srgbClr val="CBDDEF"/>
                      </a:solidFill>
                      <a:prstDash val="solid"/>
                      <a:round/>
                      <a:headEnd len="sm" w="sm" type="none"/>
                      <a:tailEnd len="sm" w="sm" type="none"/>
                    </a:lnT>
                    <a:lnB cap="flat" cmpd="sng" w="12700">
                      <a:solidFill>
                        <a:srgbClr val="CBDDEF"/>
                      </a:solidFill>
                      <a:prstDash val="solid"/>
                      <a:round/>
                      <a:headEnd len="sm" w="sm" type="none"/>
                      <a:tailEnd len="sm" w="sm" type="none"/>
                    </a:lnB>
                    <a:solidFill>
                      <a:srgbClr val="FFFFFF"/>
                    </a:solidFill>
                  </a:tcPr>
                </a:tc>
              </a:tr>
              <a:tr h="900000">
                <a:tc>
                  <a:txBody>
                    <a:bodyPr/>
                    <a:lstStyle/>
                    <a:p>
                      <a:pPr indent="0" lvl="0" marL="0" marR="0" rtl="0" algn="l">
                        <a:lnSpc>
                          <a:spcPct val="130000"/>
                        </a:lnSpc>
                        <a:spcBef>
                          <a:spcPts val="0"/>
                        </a:spcBef>
                        <a:spcAft>
                          <a:spcPts val="0"/>
                        </a:spcAft>
                        <a:buClr>
                          <a:srgbClr val="000000"/>
                        </a:buClr>
                        <a:buSzPts val="2000"/>
                        <a:buFont typeface="Arial"/>
                        <a:buNone/>
                      </a:pPr>
                      <a:r>
                        <a:rPr b="1" lang="en-US" sz="2000" u="none" cap="none" strike="noStrike">
                          <a:solidFill>
                            <a:srgbClr val="20538B"/>
                          </a:solidFill>
                        </a:rPr>
                        <a:t>AI · 법령 분석</a:t>
                      </a:r>
                      <a:endParaRPr/>
                    </a:p>
                  </a:txBody>
                  <a:tcPr marT="90000" marB="90000" marR="150000" marL="200000" anchor="ctr">
                    <a:lnL cap="flat" cmpd="sng" w="12700">
                      <a:solidFill>
                        <a:srgbClr val="CBDDEF"/>
                      </a:solidFill>
                      <a:prstDash val="solid"/>
                      <a:round/>
                      <a:headEnd len="sm" w="sm" type="none"/>
                      <a:tailEnd len="sm" w="sm" type="none"/>
                    </a:lnL>
                    <a:lnR cap="flat" cmpd="sng" w="12700">
                      <a:solidFill>
                        <a:srgbClr val="CBDDEF"/>
                      </a:solidFill>
                      <a:prstDash val="solid"/>
                      <a:round/>
                      <a:headEnd len="sm" w="sm" type="none"/>
                      <a:tailEnd len="sm" w="sm" type="none"/>
                    </a:lnR>
                    <a:lnT cap="flat" cmpd="sng" w="12700">
                      <a:solidFill>
                        <a:srgbClr val="CBDDEF"/>
                      </a:solidFill>
                      <a:prstDash val="solid"/>
                      <a:round/>
                      <a:headEnd len="sm" w="sm" type="none"/>
                      <a:tailEnd len="sm" w="sm" type="none"/>
                    </a:lnT>
                    <a:lnB cap="flat" cmpd="sng" w="12700">
                      <a:solidFill>
                        <a:srgbClr val="CBDDEF"/>
                      </a:solidFill>
                      <a:prstDash val="solid"/>
                      <a:round/>
                      <a:headEnd len="sm" w="sm" type="none"/>
                      <a:tailEnd len="sm" w="sm" type="none"/>
                    </a:lnB>
                    <a:solidFill>
                      <a:srgbClr val="EEF6FF"/>
                    </a:solidFill>
                  </a:tcPr>
                </a:tc>
                <a:tc>
                  <a:txBody>
                    <a:bodyPr/>
                    <a:lstStyle/>
                    <a:p>
                      <a:pPr indent="0" lvl="0" marL="0" marR="0" rtl="0" algn="l">
                        <a:lnSpc>
                          <a:spcPct val="130000"/>
                        </a:lnSpc>
                        <a:spcBef>
                          <a:spcPts val="0"/>
                        </a:spcBef>
                        <a:spcAft>
                          <a:spcPts val="0"/>
                        </a:spcAft>
                        <a:buClr>
                          <a:srgbClr val="000000"/>
                        </a:buClr>
                        <a:buSzPts val="2000"/>
                        <a:buFont typeface="Arial"/>
                        <a:buNone/>
                      </a:pPr>
                      <a:r>
                        <a:rPr b="0" lang="en-US" sz="2000" u="none" cap="none" strike="noStrike">
                          <a:solidFill>
                            <a:srgbClr val="20538B"/>
                          </a:solidFill>
                        </a:rPr>
                        <a:t>OpenAI API(GPT, 임베딩), ChromaDB(유사 사례 검색), Pydantic</a:t>
                      </a:r>
                      <a:endParaRPr/>
                    </a:p>
                  </a:txBody>
                  <a:tcPr marT="90000" marB="90000" marR="150000" marL="200000" anchor="ctr">
                    <a:lnL cap="flat" cmpd="sng" w="12700">
                      <a:solidFill>
                        <a:srgbClr val="CBDDEF"/>
                      </a:solidFill>
                      <a:prstDash val="solid"/>
                      <a:round/>
                      <a:headEnd len="sm" w="sm" type="none"/>
                      <a:tailEnd len="sm" w="sm" type="none"/>
                    </a:lnL>
                    <a:lnR cap="flat" cmpd="sng" w="12700">
                      <a:solidFill>
                        <a:srgbClr val="CBDDEF"/>
                      </a:solidFill>
                      <a:prstDash val="solid"/>
                      <a:round/>
                      <a:headEnd len="sm" w="sm" type="none"/>
                      <a:tailEnd len="sm" w="sm" type="none"/>
                    </a:lnR>
                    <a:lnT cap="flat" cmpd="sng" w="12700">
                      <a:solidFill>
                        <a:srgbClr val="CBDDEF"/>
                      </a:solidFill>
                      <a:prstDash val="solid"/>
                      <a:round/>
                      <a:headEnd len="sm" w="sm" type="none"/>
                      <a:tailEnd len="sm" w="sm" type="none"/>
                    </a:lnT>
                    <a:lnB cap="flat" cmpd="sng" w="12700">
                      <a:solidFill>
                        <a:srgbClr val="CBDDEF"/>
                      </a:solidFill>
                      <a:prstDash val="solid"/>
                      <a:round/>
                      <a:headEnd len="sm" w="sm" type="none"/>
                      <a:tailEnd len="sm" w="sm" type="none"/>
                    </a:lnB>
                    <a:solidFill>
                      <a:srgbClr val="EEF6FF"/>
                    </a:solidFill>
                  </a:tcPr>
                </a:tc>
              </a:tr>
              <a:tr h="900000">
                <a:tc>
                  <a:txBody>
                    <a:bodyPr/>
                    <a:lstStyle/>
                    <a:p>
                      <a:pPr indent="0" lvl="0" marL="0" marR="0" rtl="0" algn="l">
                        <a:lnSpc>
                          <a:spcPct val="130000"/>
                        </a:lnSpc>
                        <a:spcBef>
                          <a:spcPts val="0"/>
                        </a:spcBef>
                        <a:spcAft>
                          <a:spcPts val="0"/>
                        </a:spcAft>
                        <a:buClr>
                          <a:srgbClr val="000000"/>
                        </a:buClr>
                        <a:buSzPts val="2000"/>
                        <a:buFont typeface="Arial"/>
                        <a:buNone/>
                      </a:pPr>
                      <a:r>
                        <a:rPr b="1" lang="en-US" sz="2000" u="none" cap="none" strike="noStrike">
                          <a:solidFill>
                            <a:srgbClr val="20538B"/>
                          </a:solidFill>
                        </a:rPr>
                        <a:t>보고서 생성</a:t>
                      </a:r>
                      <a:endParaRPr/>
                    </a:p>
                  </a:txBody>
                  <a:tcPr marT="90000" marB="90000" marR="150000" marL="200000" anchor="ctr">
                    <a:lnL cap="flat" cmpd="sng" w="12700">
                      <a:solidFill>
                        <a:srgbClr val="CBDDEF"/>
                      </a:solidFill>
                      <a:prstDash val="solid"/>
                      <a:round/>
                      <a:headEnd len="sm" w="sm" type="none"/>
                      <a:tailEnd len="sm" w="sm" type="none"/>
                    </a:lnL>
                    <a:lnR cap="flat" cmpd="sng" w="12700">
                      <a:solidFill>
                        <a:srgbClr val="CBDDEF"/>
                      </a:solidFill>
                      <a:prstDash val="solid"/>
                      <a:round/>
                      <a:headEnd len="sm" w="sm" type="none"/>
                      <a:tailEnd len="sm" w="sm" type="none"/>
                    </a:lnR>
                    <a:lnT cap="flat" cmpd="sng" w="12700">
                      <a:solidFill>
                        <a:srgbClr val="CBDDEF"/>
                      </a:solidFill>
                      <a:prstDash val="solid"/>
                      <a:round/>
                      <a:headEnd len="sm" w="sm" type="none"/>
                      <a:tailEnd len="sm" w="sm" type="none"/>
                    </a:lnT>
                    <a:lnB cap="flat" cmpd="sng" w="12700">
                      <a:solidFill>
                        <a:srgbClr val="CBDDEF"/>
                      </a:solidFill>
                      <a:prstDash val="solid"/>
                      <a:round/>
                      <a:headEnd len="sm" w="sm" type="none"/>
                      <a:tailEnd len="sm" w="sm" type="none"/>
                    </a:lnB>
                    <a:solidFill>
                      <a:srgbClr val="FFFFFF"/>
                    </a:solidFill>
                  </a:tcPr>
                </a:tc>
                <a:tc>
                  <a:txBody>
                    <a:bodyPr/>
                    <a:lstStyle/>
                    <a:p>
                      <a:pPr indent="0" lvl="0" marL="0" marR="0" rtl="0" algn="l">
                        <a:lnSpc>
                          <a:spcPct val="130000"/>
                        </a:lnSpc>
                        <a:spcBef>
                          <a:spcPts val="0"/>
                        </a:spcBef>
                        <a:spcAft>
                          <a:spcPts val="0"/>
                        </a:spcAft>
                        <a:buClr>
                          <a:srgbClr val="000000"/>
                        </a:buClr>
                        <a:buSzPts val="2000"/>
                        <a:buFont typeface="Arial"/>
                        <a:buNone/>
                      </a:pPr>
                      <a:r>
                        <a:rPr b="0" lang="en-US" sz="2000" u="none" cap="none" strike="noStrike">
                          <a:solidFill>
                            <a:srgbClr val="20538B"/>
                          </a:solidFill>
                        </a:rPr>
                        <a:t>Jinja2 템플릿, WeasyPrint (PDF 변환)</a:t>
                      </a:r>
                      <a:endParaRPr/>
                    </a:p>
                  </a:txBody>
                  <a:tcPr marT="90000" marB="90000" marR="150000" marL="200000" anchor="ctr">
                    <a:lnL cap="flat" cmpd="sng" w="12700">
                      <a:solidFill>
                        <a:srgbClr val="CBDDEF"/>
                      </a:solidFill>
                      <a:prstDash val="solid"/>
                      <a:round/>
                      <a:headEnd len="sm" w="sm" type="none"/>
                      <a:tailEnd len="sm" w="sm" type="none"/>
                    </a:lnL>
                    <a:lnR cap="flat" cmpd="sng" w="12700">
                      <a:solidFill>
                        <a:srgbClr val="CBDDEF"/>
                      </a:solidFill>
                      <a:prstDash val="solid"/>
                      <a:round/>
                      <a:headEnd len="sm" w="sm" type="none"/>
                      <a:tailEnd len="sm" w="sm" type="none"/>
                    </a:lnR>
                    <a:lnT cap="flat" cmpd="sng" w="12700">
                      <a:solidFill>
                        <a:srgbClr val="CBDDEF"/>
                      </a:solidFill>
                      <a:prstDash val="solid"/>
                      <a:round/>
                      <a:headEnd len="sm" w="sm" type="none"/>
                      <a:tailEnd len="sm" w="sm" type="none"/>
                    </a:lnT>
                    <a:lnB cap="flat" cmpd="sng" w="12700">
                      <a:solidFill>
                        <a:srgbClr val="CBDDEF"/>
                      </a:solidFill>
                      <a:prstDash val="solid"/>
                      <a:round/>
                      <a:headEnd len="sm" w="sm" type="none"/>
                      <a:tailEnd len="sm" w="sm" type="none"/>
                    </a:lnB>
                    <a:solidFill>
                      <a:srgbClr val="FFFFFF"/>
                    </a:solidFill>
                  </a:tcPr>
                </a:tc>
              </a:tr>
              <a:tr h="900000">
                <a:tc>
                  <a:txBody>
                    <a:bodyPr/>
                    <a:lstStyle/>
                    <a:p>
                      <a:pPr indent="0" lvl="0" marL="0" marR="0" rtl="0" algn="l">
                        <a:lnSpc>
                          <a:spcPct val="130000"/>
                        </a:lnSpc>
                        <a:spcBef>
                          <a:spcPts val="0"/>
                        </a:spcBef>
                        <a:spcAft>
                          <a:spcPts val="0"/>
                        </a:spcAft>
                        <a:buClr>
                          <a:srgbClr val="000000"/>
                        </a:buClr>
                        <a:buSzPts val="2000"/>
                        <a:buFont typeface="Arial"/>
                        <a:buNone/>
                      </a:pPr>
                      <a:r>
                        <a:rPr b="1" lang="en-US" sz="2000" u="none" cap="none" strike="noStrike">
                          <a:solidFill>
                            <a:srgbClr val="20538B"/>
                          </a:solidFill>
                        </a:rPr>
                        <a:t>기준 자료</a:t>
                      </a:r>
                      <a:endParaRPr/>
                    </a:p>
                  </a:txBody>
                  <a:tcPr marT="90000" marB="90000" marR="150000" marL="200000" anchor="ctr">
                    <a:lnL cap="flat" cmpd="sng" w="12700">
                      <a:solidFill>
                        <a:srgbClr val="CBDDEF"/>
                      </a:solidFill>
                      <a:prstDash val="solid"/>
                      <a:round/>
                      <a:headEnd len="sm" w="sm" type="none"/>
                      <a:tailEnd len="sm" w="sm" type="none"/>
                    </a:lnL>
                    <a:lnR cap="flat" cmpd="sng" w="12700">
                      <a:solidFill>
                        <a:srgbClr val="CBDDEF"/>
                      </a:solidFill>
                      <a:prstDash val="solid"/>
                      <a:round/>
                      <a:headEnd len="sm" w="sm" type="none"/>
                      <a:tailEnd len="sm" w="sm" type="none"/>
                    </a:lnR>
                    <a:lnT cap="flat" cmpd="sng" w="12700">
                      <a:solidFill>
                        <a:srgbClr val="CBDDEF"/>
                      </a:solidFill>
                      <a:prstDash val="solid"/>
                      <a:round/>
                      <a:headEnd len="sm" w="sm" type="none"/>
                      <a:tailEnd len="sm" w="sm" type="none"/>
                    </a:lnT>
                    <a:lnB cap="flat" cmpd="sng" w="12700">
                      <a:solidFill>
                        <a:srgbClr val="CBDDEF"/>
                      </a:solidFill>
                      <a:prstDash val="solid"/>
                      <a:round/>
                      <a:headEnd len="sm" w="sm" type="none"/>
                      <a:tailEnd len="sm" w="sm" type="none"/>
                    </a:lnB>
                    <a:solidFill>
                      <a:srgbClr val="EEF6FF"/>
                    </a:solidFill>
                  </a:tcPr>
                </a:tc>
                <a:tc>
                  <a:txBody>
                    <a:bodyPr/>
                    <a:lstStyle/>
                    <a:p>
                      <a:pPr indent="0" lvl="0" marL="0" marR="0" rtl="0" algn="l">
                        <a:lnSpc>
                          <a:spcPct val="130000"/>
                        </a:lnSpc>
                        <a:spcBef>
                          <a:spcPts val="0"/>
                        </a:spcBef>
                        <a:spcAft>
                          <a:spcPts val="0"/>
                        </a:spcAft>
                        <a:buClr>
                          <a:srgbClr val="000000"/>
                        </a:buClr>
                        <a:buSzPts val="2000"/>
                        <a:buFont typeface="Arial"/>
                        <a:buNone/>
                      </a:pPr>
                      <a:r>
                        <a:rPr b="0" lang="en-US" sz="2000" u="none" cap="none" strike="noStrike">
                          <a:solidFill>
                            <a:srgbClr val="20538B"/>
                          </a:solidFill>
                        </a:rPr>
                        <a:t>KISA 2026 상세가이드(웹 21개 항목), ISMS-P 인증기준 안내서, 개인정보 보호법, 안전성 확보조치 기준 고시, 침해 사례 수집 시트</a:t>
                      </a:r>
                      <a:endParaRPr/>
                    </a:p>
                  </a:txBody>
                  <a:tcPr marT="90000" marB="90000" marR="150000" marL="200000" anchor="ctr">
                    <a:lnL cap="flat" cmpd="sng" w="12700">
                      <a:solidFill>
                        <a:srgbClr val="CBDDEF"/>
                      </a:solidFill>
                      <a:prstDash val="solid"/>
                      <a:round/>
                      <a:headEnd len="sm" w="sm" type="none"/>
                      <a:tailEnd len="sm" w="sm" type="none"/>
                    </a:lnL>
                    <a:lnR cap="flat" cmpd="sng" w="12700">
                      <a:solidFill>
                        <a:srgbClr val="CBDDEF"/>
                      </a:solidFill>
                      <a:prstDash val="solid"/>
                      <a:round/>
                      <a:headEnd len="sm" w="sm" type="none"/>
                      <a:tailEnd len="sm" w="sm" type="none"/>
                    </a:lnR>
                    <a:lnT cap="flat" cmpd="sng" w="12700">
                      <a:solidFill>
                        <a:srgbClr val="CBDDEF"/>
                      </a:solidFill>
                      <a:prstDash val="solid"/>
                      <a:round/>
                      <a:headEnd len="sm" w="sm" type="none"/>
                      <a:tailEnd len="sm" w="sm" type="none"/>
                    </a:lnT>
                    <a:lnB cap="flat" cmpd="sng" w="12700">
                      <a:solidFill>
                        <a:srgbClr val="CBDDEF"/>
                      </a:solidFill>
                      <a:prstDash val="solid"/>
                      <a:round/>
                      <a:headEnd len="sm" w="sm" type="none"/>
                      <a:tailEnd len="sm" w="sm" type="none"/>
                    </a:lnB>
                    <a:solidFill>
                      <a:srgbClr val="EEF6FF"/>
                    </a:solidFill>
                  </a:tcPr>
                </a:tc>
              </a:tr>
            </a:tbl>
          </a:graphicData>
        </a:graphic>
      </p:graphicFrame>
      <p:sp>
        <p:nvSpPr>
          <p:cNvPr id="527" name="Google Shape;527;h29ad1a1c935308b6_1_169"/>
          <p:cNvSpPr txBox="1"/>
          <p:nvPr/>
        </p:nvSpPr>
        <p:spPr>
          <a:xfrm>
            <a:off x="2059463" y="753018"/>
            <a:ext cx="14918400" cy="1477328"/>
          </a:xfrm>
          <a:prstGeom prst="rect">
            <a:avLst/>
          </a:prstGeom>
          <a:noFill/>
          <a:ln>
            <a:noFill/>
          </a:ln>
        </p:spPr>
        <p:txBody>
          <a:bodyPr anchorCtr="0" anchor="ctr" bIns="0" lIns="0" spcFirstLastPara="1" rIns="0" wrap="square" tIns="0">
            <a:noAutofit/>
          </a:bodyPr>
          <a:lstStyle/>
          <a:p>
            <a:pPr indent="0" lvl="0" marL="0" marR="0" rtl="0" algn="l">
              <a:lnSpc>
                <a:spcPct val="192000"/>
              </a:lnSpc>
              <a:spcBef>
                <a:spcPts val="0"/>
              </a:spcBef>
              <a:spcAft>
                <a:spcPts val="0"/>
              </a:spcAft>
              <a:buClr>
                <a:srgbClr val="000000"/>
              </a:buClr>
              <a:buSzPts val="5000"/>
              <a:buFont typeface="Arial"/>
              <a:buNone/>
            </a:pPr>
            <a:r>
              <a:rPr b="1" i="0" lang="en-US" sz="5000" u="none" cap="none" strike="noStrike">
                <a:solidFill>
                  <a:srgbClr val="20538B"/>
                </a:solidFill>
                <a:latin typeface="Arial"/>
                <a:ea typeface="Arial"/>
                <a:cs typeface="Arial"/>
                <a:sym typeface="Arial"/>
              </a:rPr>
              <a:t>프로젝트 개요 </a:t>
            </a:r>
            <a:r>
              <a:rPr b="1" i="0" lang="en-US" sz="3500" u="none" cap="none" strike="noStrike">
                <a:solidFill>
                  <a:srgbClr val="20538B"/>
                </a:solidFill>
                <a:latin typeface="Arial"/>
                <a:ea typeface="Arial"/>
                <a:cs typeface="Arial"/>
                <a:sym typeface="Arial"/>
              </a:rPr>
              <a:t>– 활용 장비 및 재료</a:t>
            </a:r>
            <a:endParaRPr b="1" i="0" sz="5000" u="none" cap="none" strike="noStrike">
              <a:solidFill>
                <a:srgbClr val="20538B"/>
              </a:solidFill>
              <a:latin typeface="Arial"/>
              <a:ea typeface="Arial"/>
              <a:cs typeface="Arial"/>
              <a:sym typeface="Arial"/>
            </a:endParaRPr>
          </a:p>
        </p:txBody>
      </p:sp>
      <p:sp>
        <p:nvSpPr>
          <p:cNvPr id="528" name="Google Shape;528;h29ad1a1c935308b6_1_169"/>
          <p:cNvSpPr txBox="1"/>
          <p:nvPr/>
        </p:nvSpPr>
        <p:spPr>
          <a:xfrm>
            <a:off x="1192205" y="770619"/>
            <a:ext cx="834600" cy="1442126"/>
          </a:xfrm>
          <a:prstGeom prst="rect">
            <a:avLst/>
          </a:prstGeom>
          <a:noFill/>
          <a:ln>
            <a:noFill/>
          </a:ln>
        </p:spPr>
        <p:txBody>
          <a:bodyPr anchorCtr="0" anchor="ctr" bIns="0" lIns="0" spcFirstLastPara="1" rIns="0" wrap="square" tIns="0">
            <a:noAutofit/>
          </a:bodyPr>
          <a:lstStyle/>
          <a:p>
            <a:pPr indent="0" lvl="0" marL="0" marR="0" rtl="0" algn="l">
              <a:lnSpc>
                <a:spcPct val="192009"/>
              </a:lnSpc>
              <a:spcBef>
                <a:spcPts val="0"/>
              </a:spcBef>
              <a:spcAft>
                <a:spcPts val="0"/>
              </a:spcAft>
              <a:buClr>
                <a:srgbClr val="000000"/>
              </a:buClr>
              <a:buSzPts val="4881"/>
              <a:buFont typeface="Arial"/>
              <a:buNone/>
            </a:pPr>
            <a:r>
              <a:rPr b="1" i="0" lang="en-US" sz="4881" u="none" cap="none" strike="noStrike">
                <a:solidFill>
                  <a:srgbClr val="CBDDEF"/>
                </a:solidFill>
                <a:latin typeface="Arial"/>
                <a:ea typeface="Arial"/>
                <a:cs typeface="Arial"/>
                <a:sym typeface="Arial"/>
              </a:rPr>
              <a:t>01</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grpSp>
        <p:nvGrpSpPr>
          <p:cNvPr id="533" name="Google Shape;533;h29ad1a1c935308b6_1_194"/>
          <p:cNvGrpSpPr/>
          <p:nvPr/>
        </p:nvGrpSpPr>
        <p:grpSpPr>
          <a:xfrm>
            <a:off x="-1081199" y="3274284"/>
            <a:ext cx="20615733" cy="7012716"/>
            <a:chOff x="-99238" y="-88"/>
            <a:chExt cx="27487644" cy="9350289"/>
          </a:xfrm>
        </p:grpSpPr>
        <p:grpSp>
          <p:nvGrpSpPr>
            <p:cNvPr id="534" name="Google Shape;534;h29ad1a1c935308b6_1_194"/>
            <p:cNvGrpSpPr/>
            <p:nvPr/>
          </p:nvGrpSpPr>
          <p:grpSpPr>
            <a:xfrm rot="-5400000">
              <a:off x="11107617" y="-11206943"/>
              <a:ext cx="4770761" cy="27184472"/>
              <a:chOff x="0" y="-38100"/>
              <a:chExt cx="1831597" cy="10436700"/>
            </a:xfrm>
          </p:grpSpPr>
          <p:sp>
            <p:nvSpPr>
              <p:cNvPr id="535" name="Google Shape;535;h29ad1a1c935308b6_1_194"/>
              <p:cNvSpPr/>
              <p:nvPr/>
            </p:nvSpPr>
            <p:spPr>
              <a:xfrm>
                <a:off x="0" y="0"/>
                <a:ext cx="1831597" cy="10398600"/>
              </a:xfrm>
              <a:custGeom>
                <a:rect b="b" l="l" r="r" t="t"/>
                <a:pathLst>
                  <a:path extrusionOk="0" h="10398600" w="1831597">
                    <a:moveTo>
                      <a:pt x="0" y="0"/>
                    </a:moveTo>
                    <a:lnTo>
                      <a:pt x="1831597" y="0"/>
                    </a:lnTo>
                    <a:lnTo>
                      <a:pt x="1831597" y="10398600"/>
                    </a:lnTo>
                    <a:lnTo>
                      <a:pt x="0" y="10398600"/>
                    </a:lnTo>
                    <a:close/>
                  </a:path>
                </a:pathLst>
              </a:custGeom>
              <a:solidFill>
                <a:srgbClr val="CBDDE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6" name="Google Shape;536;h29ad1a1c935308b6_1_194"/>
              <p:cNvSpPr txBox="1"/>
              <p:nvPr/>
            </p:nvSpPr>
            <p:spPr>
              <a:xfrm>
                <a:off x="0" y="-38100"/>
                <a:ext cx="1831500" cy="10436700"/>
              </a:xfrm>
              <a:prstGeom prst="rect">
                <a:avLst/>
              </a:prstGeom>
              <a:noFill/>
              <a:ln>
                <a:noFill/>
              </a:ln>
            </p:spPr>
            <p:txBody>
              <a:bodyPr anchorCtr="0" anchor="ctr" bIns="27000" lIns="27000" spcFirstLastPara="1" rIns="27000" wrap="square" tIns="27000">
                <a:noAutofit/>
              </a:bodyPr>
              <a:lstStyle/>
              <a:p>
                <a:pPr indent="0" lvl="0" marL="0" marR="0" rtl="0" algn="ctr">
                  <a:lnSpc>
                    <a:spcPct val="1555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537" name="Google Shape;537;h29ad1a1c935308b6_1_194"/>
            <p:cNvGrpSpPr/>
            <p:nvPr/>
          </p:nvGrpSpPr>
          <p:grpSpPr>
            <a:xfrm rot="-5400000">
              <a:off x="11637133" y="-6401071"/>
              <a:ext cx="4579844" cy="26922700"/>
              <a:chOff x="0" y="-38100"/>
              <a:chExt cx="1758300" cy="10336200"/>
            </a:xfrm>
          </p:grpSpPr>
          <p:sp>
            <p:nvSpPr>
              <p:cNvPr id="538" name="Google Shape;538;h29ad1a1c935308b6_1_194"/>
              <p:cNvSpPr/>
              <p:nvPr/>
            </p:nvSpPr>
            <p:spPr>
              <a:xfrm>
                <a:off x="0" y="0"/>
                <a:ext cx="1758210" cy="10298040"/>
              </a:xfrm>
              <a:custGeom>
                <a:rect b="b" l="l" r="r" t="t"/>
                <a:pathLst>
                  <a:path extrusionOk="0" h="10298040" w="1758210">
                    <a:moveTo>
                      <a:pt x="0" y="0"/>
                    </a:moveTo>
                    <a:lnTo>
                      <a:pt x="1758210" y="0"/>
                    </a:lnTo>
                    <a:lnTo>
                      <a:pt x="1758210" y="10298040"/>
                    </a:lnTo>
                    <a:lnTo>
                      <a:pt x="0" y="10298040"/>
                    </a:lnTo>
                    <a:close/>
                  </a:path>
                </a:pathLst>
              </a:custGeom>
              <a:solidFill>
                <a:srgbClr val="94B6DA"/>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9" name="Google Shape;539;h29ad1a1c935308b6_1_194"/>
              <p:cNvSpPr txBox="1"/>
              <p:nvPr/>
            </p:nvSpPr>
            <p:spPr>
              <a:xfrm>
                <a:off x="0" y="-38100"/>
                <a:ext cx="1758300" cy="10336200"/>
              </a:xfrm>
              <a:prstGeom prst="rect">
                <a:avLst/>
              </a:prstGeom>
              <a:noFill/>
              <a:ln>
                <a:noFill/>
              </a:ln>
            </p:spPr>
            <p:txBody>
              <a:bodyPr anchorCtr="0" anchor="ctr" bIns="27000" lIns="27000" spcFirstLastPara="1" rIns="27000" wrap="square" tIns="27000">
                <a:noAutofit/>
              </a:bodyPr>
              <a:lstStyle/>
              <a:p>
                <a:pPr indent="0" lvl="0" marL="0" marR="0" rtl="0" algn="ctr">
                  <a:lnSpc>
                    <a:spcPct val="1555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grpSp>
        <p:nvGrpSpPr>
          <p:cNvPr id="540" name="Google Shape;540;h29ad1a1c935308b6_1_194"/>
          <p:cNvGrpSpPr/>
          <p:nvPr/>
        </p:nvGrpSpPr>
        <p:grpSpPr>
          <a:xfrm>
            <a:off x="731085" y="628765"/>
            <a:ext cx="16825838" cy="9050173"/>
            <a:chOff x="0" y="-108813"/>
            <a:chExt cx="22434451" cy="12066897"/>
          </a:xfrm>
        </p:grpSpPr>
        <p:grpSp>
          <p:nvGrpSpPr>
            <p:cNvPr id="541" name="Google Shape;541;h29ad1a1c935308b6_1_194"/>
            <p:cNvGrpSpPr/>
            <p:nvPr/>
          </p:nvGrpSpPr>
          <p:grpSpPr>
            <a:xfrm>
              <a:off x="26537" y="10214891"/>
              <a:ext cx="22386840" cy="1743193"/>
              <a:chOff x="0" y="-47625"/>
              <a:chExt cx="9809754" cy="763855"/>
            </a:xfrm>
          </p:grpSpPr>
          <p:sp>
            <p:nvSpPr>
              <p:cNvPr id="542" name="Google Shape;542;h29ad1a1c935308b6_1_194"/>
              <p:cNvSpPr/>
              <p:nvPr/>
            </p:nvSpPr>
            <p:spPr>
              <a:xfrm>
                <a:off x="0" y="0"/>
                <a:ext cx="9809754" cy="716230"/>
              </a:xfrm>
              <a:custGeom>
                <a:rect b="b" l="l" r="r" t="t"/>
                <a:pathLst>
                  <a:path extrusionOk="0" h="716230" w="9809754">
                    <a:moveTo>
                      <a:pt x="0" y="0"/>
                    </a:moveTo>
                    <a:lnTo>
                      <a:pt x="9809754" y="0"/>
                    </a:lnTo>
                    <a:lnTo>
                      <a:pt x="9809754" y="716230"/>
                    </a:lnTo>
                    <a:lnTo>
                      <a:pt x="0" y="716230"/>
                    </a:lnTo>
                    <a:close/>
                  </a:path>
                </a:pathLst>
              </a:custGeom>
              <a:solidFill>
                <a:srgbClr val="20538B"/>
              </a:solidFill>
              <a:ln cap="sq" cmpd="sng" w="38100">
                <a:solidFill>
                  <a:srgbClr val="20538B"/>
                </a:solidFill>
                <a:prstDash val="solid"/>
                <a:miter lim="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3" name="Google Shape;543;h29ad1a1c935308b6_1_194"/>
              <p:cNvSpPr txBox="1"/>
              <p:nvPr/>
            </p:nvSpPr>
            <p:spPr>
              <a:xfrm>
                <a:off x="0" y="-47625"/>
                <a:ext cx="9809700" cy="763800"/>
              </a:xfrm>
              <a:prstGeom prst="rect">
                <a:avLst/>
              </a:prstGeom>
              <a:noFill/>
              <a:ln>
                <a:noFill/>
              </a:ln>
            </p:spPr>
            <p:txBody>
              <a:bodyPr anchorCtr="0" anchor="ctr" bIns="50800" lIns="50800" spcFirstLastPara="1" rIns="50800" wrap="square" tIns="50800">
                <a:noAutofit/>
              </a:bodyPr>
              <a:lstStyle/>
              <a:p>
                <a:pPr indent="0" lvl="0" marL="0" marR="0" rtl="0" algn="ctr">
                  <a:lnSpc>
                    <a:spcPct val="175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544" name="Google Shape;544;h29ad1a1c935308b6_1_194"/>
            <p:cNvGrpSpPr/>
            <p:nvPr/>
          </p:nvGrpSpPr>
          <p:grpSpPr>
            <a:xfrm>
              <a:off x="0" y="-108813"/>
              <a:ext cx="22434451" cy="11946166"/>
              <a:chOff x="0" y="-47625"/>
              <a:chExt cx="9819000" cy="5228539"/>
            </a:xfrm>
          </p:grpSpPr>
          <p:sp>
            <p:nvSpPr>
              <p:cNvPr id="545" name="Google Shape;545;h29ad1a1c935308b6_1_194"/>
              <p:cNvSpPr/>
              <p:nvPr/>
            </p:nvSpPr>
            <p:spPr>
              <a:xfrm>
                <a:off x="0" y="0"/>
                <a:ext cx="9818922" cy="5180914"/>
              </a:xfrm>
              <a:custGeom>
                <a:rect b="b" l="l" r="r" t="t"/>
                <a:pathLst>
                  <a:path extrusionOk="0" h="5180914" w="9818922">
                    <a:moveTo>
                      <a:pt x="0" y="0"/>
                    </a:moveTo>
                    <a:lnTo>
                      <a:pt x="9818922" y="0"/>
                    </a:lnTo>
                    <a:lnTo>
                      <a:pt x="9818922" y="5180914"/>
                    </a:lnTo>
                    <a:lnTo>
                      <a:pt x="0" y="5180914"/>
                    </a:lnTo>
                    <a:close/>
                  </a:path>
                </a:pathLst>
              </a:custGeom>
              <a:solidFill>
                <a:srgbClr val="FFFFFF"/>
              </a:solidFill>
              <a:ln cap="sq" cmpd="sng" w="38100">
                <a:solidFill>
                  <a:srgbClr val="20538B"/>
                </a:solidFill>
                <a:prstDash val="solid"/>
                <a:miter lim="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6" name="Google Shape;546;h29ad1a1c935308b6_1_194"/>
              <p:cNvSpPr txBox="1"/>
              <p:nvPr/>
            </p:nvSpPr>
            <p:spPr>
              <a:xfrm>
                <a:off x="0" y="-47625"/>
                <a:ext cx="9819000" cy="5228400"/>
              </a:xfrm>
              <a:prstGeom prst="rect">
                <a:avLst/>
              </a:prstGeom>
              <a:noFill/>
              <a:ln>
                <a:noFill/>
              </a:ln>
            </p:spPr>
            <p:txBody>
              <a:bodyPr anchorCtr="0" anchor="ctr" bIns="50800" lIns="50800" spcFirstLastPara="1" rIns="50800" wrap="square" tIns="50800">
                <a:noAutofit/>
              </a:bodyPr>
              <a:lstStyle/>
              <a:p>
                <a:pPr indent="0" lvl="0" marL="0" marR="0" rtl="0" algn="ctr">
                  <a:lnSpc>
                    <a:spcPct val="175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grpSp>
        <p:nvGrpSpPr>
          <p:cNvPr id="547" name="Google Shape;547;h29ad1a1c935308b6_1_194"/>
          <p:cNvGrpSpPr/>
          <p:nvPr/>
        </p:nvGrpSpPr>
        <p:grpSpPr>
          <a:xfrm>
            <a:off x="763743" y="662704"/>
            <a:ext cx="16759942" cy="1561150"/>
            <a:chOff x="0" y="-38100"/>
            <a:chExt cx="8581200" cy="799319"/>
          </a:xfrm>
        </p:grpSpPr>
        <p:sp>
          <p:nvSpPr>
            <p:cNvPr id="548" name="Google Shape;548;h29ad1a1c935308b6_1_194"/>
            <p:cNvSpPr/>
            <p:nvPr/>
          </p:nvSpPr>
          <p:spPr>
            <a:xfrm>
              <a:off x="0" y="0"/>
              <a:ext cx="8581180" cy="761219"/>
            </a:xfrm>
            <a:custGeom>
              <a:rect b="b" l="l" r="r" t="t"/>
              <a:pathLst>
                <a:path extrusionOk="0" h="761219" w="8581180">
                  <a:moveTo>
                    <a:pt x="0" y="0"/>
                  </a:moveTo>
                  <a:lnTo>
                    <a:pt x="8581180" y="0"/>
                  </a:lnTo>
                  <a:lnTo>
                    <a:pt x="8581180" y="761219"/>
                  </a:lnTo>
                  <a:lnTo>
                    <a:pt x="0" y="761219"/>
                  </a:lnTo>
                  <a:close/>
                </a:path>
              </a:pathLst>
            </a:custGeom>
            <a:solidFill>
              <a:srgbClr val="EEF6FF"/>
            </a:solidFill>
            <a:ln cap="sq" cmpd="sng" w="9525">
              <a:solidFill>
                <a:srgbClr val="20538B"/>
              </a:solidFill>
              <a:prstDash val="solid"/>
              <a:miter lim="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9" name="Google Shape;549;h29ad1a1c935308b6_1_194"/>
            <p:cNvSpPr txBox="1"/>
            <p:nvPr/>
          </p:nvSpPr>
          <p:spPr>
            <a:xfrm>
              <a:off x="0" y="-38100"/>
              <a:ext cx="8581200" cy="799200"/>
            </a:xfrm>
            <a:prstGeom prst="rect">
              <a:avLst/>
            </a:prstGeom>
            <a:noFill/>
            <a:ln>
              <a:noFill/>
            </a:ln>
          </p:spPr>
          <p:txBody>
            <a:bodyPr anchorCtr="0" anchor="ctr" bIns="39175" lIns="39175" spcFirstLastPara="1" rIns="39175" wrap="square" tIns="39175">
              <a:noAutofit/>
            </a:bodyPr>
            <a:lstStyle/>
            <a:p>
              <a:pPr indent="0" lvl="0" marL="0" marR="0" rtl="0" algn="ctr">
                <a:lnSpc>
                  <a:spcPct val="1555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550" name="Google Shape;550;h29ad1a1c935308b6_1_194"/>
          <p:cNvSpPr/>
          <p:nvPr/>
        </p:nvSpPr>
        <p:spPr>
          <a:xfrm>
            <a:off x="15531691" y="160918"/>
            <a:ext cx="996214" cy="1021758"/>
          </a:xfrm>
          <a:custGeom>
            <a:rect b="b" l="l" r="r" t="t"/>
            <a:pathLst>
              <a:path extrusionOk="0" h="1021758" w="996214">
                <a:moveTo>
                  <a:pt x="0" y="0"/>
                </a:moveTo>
                <a:lnTo>
                  <a:pt x="996214" y="0"/>
                </a:lnTo>
                <a:lnTo>
                  <a:pt x="996214" y="1021758"/>
                </a:lnTo>
                <a:lnTo>
                  <a:pt x="0" y="1021758"/>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1" name="Google Shape;551;h29ad1a1c935308b6_1_194"/>
          <p:cNvSpPr txBox="1"/>
          <p:nvPr/>
        </p:nvSpPr>
        <p:spPr>
          <a:xfrm>
            <a:off x="1437501" y="920715"/>
            <a:ext cx="834600" cy="215400"/>
          </a:xfrm>
          <a:prstGeom prst="rect">
            <a:avLst/>
          </a:prstGeom>
          <a:noFill/>
          <a:ln>
            <a:noFill/>
          </a:ln>
        </p:spPr>
        <p:txBody>
          <a:bodyPr anchorCtr="0" anchor="t" bIns="0" lIns="0" spcFirstLastPara="1" rIns="0" wrap="square" tIns="0">
            <a:spAutoFit/>
          </a:bodyPr>
          <a:lstStyle/>
          <a:p>
            <a:pPr indent="0" lvl="0" marL="0" marR="0" rtl="0" algn="l">
              <a:lnSpc>
                <a:spcPct val="192009"/>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2" name="Google Shape;552;h29ad1a1c935308b6_1_194"/>
          <p:cNvSpPr/>
          <p:nvPr/>
        </p:nvSpPr>
        <p:spPr>
          <a:xfrm>
            <a:off x="1437501" y="2800000"/>
            <a:ext cx="3500000" cy="4300000"/>
          </a:xfrm>
          <a:prstGeom prst="roundRect">
            <a:avLst>
              <a:gd fmla="val 5000" name="adj"/>
            </a:avLst>
          </a:prstGeom>
          <a:solidFill>
            <a:srgbClr val="EEF6FF"/>
          </a:solidFill>
          <a:ln cap="flat" cmpd="sng" w="19050">
            <a:solidFill>
              <a:srgbClr val="CBDDEF"/>
            </a:solidFill>
            <a:prstDash val="solid"/>
            <a:round/>
            <a:headEnd len="sm" w="sm" type="none"/>
            <a:tailEnd len="sm" w="sm" type="none"/>
          </a:ln>
        </p:spPr>
        <p:txBody>
          <a:bodyPr anchorCtr="0" anchor="ctr" bIns="90000" lIns="180000" spcFirstLastPara="1" rIns="180000" wrap="square" tIns="900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53" name="Google Shape;553;h29ad1a1c935308b6_1_194"/>
          <p:cNvSpPr txBox="1"/>
          <p:nvPr/>
        </p:nvSpPr>
        <p:spPr>
          <a:xfrm>
            <a:off x="1737501" y="3080000"/>
            <a:ext cx="2900000" cy="3800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1800"/>
              <a:buFont typeface="Arial"/>
              <a:buNone/>
            </a:pPr>
            <a:r>
              <a:rPr b="1" i="0" lang="en-US" sz="1800" u="none" cap="none" strike="noStrike">
                <a:solidFill>
                  <a:srgbClr val="20538B"/>
                </a:solidFill>
                <a:latin typeface="Arial"/>
                <a:ea typeface="Arial"/>
                <a:cs typeface="Arial"/>
                <a:sym typeface="Arial"/>
              </a:rPr>
              <a:t>STEP 1</a:t>
            </a:r>
            <a:endParaRPr/>
          </a:p>
        </p:txBody>
      </p:sp>
      <p:sp>
        <p:nvSpPr>
          <p:cNvPr id="554" name="Google Shape;554;h29ad1a1c935308b6_1_194"/>
          <p:cNvSpPr txBox="1"/>
          <p:nvPr/>
        </p:nvSpPr>
        <p:spPr>
          <a:xfrm>
            <a:off x="1737501" y="3520000"/>
            <a:ext cx="2900000" cy="5600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2400"/>
              <a:buFont typeface="Arial"/>
              <a:buNone/>
            </a:pPr>
            <a:r>
              <a:rPr b="1" i="0" lang="en-US" sz="2400" u="none" cap="none" strike="noStrike">
                <a:solidFill>
                  <a:srgbClr val="20538B"/>
                </a:solidFill>
                <a:latin typeface="Arial"/>
                <a:ea typeface="Arial"/>
                <a:cs typeface="Arial"/>
                <a:sym typeface="Arial"/>
              </a:rPr>
              <a:t>대상 서비스</a:t>
            </a:r>
            <a:endParaRPr/>
          </a:p>
        </p:txBody>
      </p:sp>
      <p:sp>
        <p:nvSpPr>
          <p:cNvPr id="555" name="Google Shape;555;h29ad1a1c935308b6_1_194"/>
          <p:cNvSpPr txBox="1"/>
          <p:nvPr/>
        </p:nvSpPr>
        <p:spPr>
          <a:xfrm>
            <a:off x="1737501" y="4300000"/>
            <a:ext cx="2940000" cy="2600000"/>
          </a:xfrm>
          <a:prstGeom prst="rect">
            <a:avLst/>
          </a:prstGeom>
          <a:noFill/>
          <a:ln>
            <a:noFill/>
          </a:ln>
        </p:spPr>
        <p:txBody>
          <a:bodyPr anchorCtr="0" anchor="t" bIns="0" lIns="0" spcFirstLastPara="1" rIns="0" wrap="square" tIns="0">
            <a:noAutofit/>
          </a:bodyPr>
          <a:lstStyle/>
          <a:p>
            <a:pPr indent="-349250" lvl="0" marL="457200" marR="0" rtl="0" algn="l">
              <a:lnSpc>
                <a:spcPct val="140000"/>
              </a:lnSpc>
              <a:spcBef>
                <a:spcPts val="0"/>
              </a:spcBef>
              <a:spcAft>
                <a:spcPts val="0"/>
              </a:spcAft>
              <a:buClr>
                <a:srgbClr val="20538B"/>
              </a:buClr>
              <a:buSzPts val="1900"/>
              <a:buFont typeface="Arial"/>
              <a:buChar char="-"/>
            </a:pPr>
            <a:r>
              <a:rPr b="0" i="0" lang="en-US" sz="1900" u="none" cap="none" strike="noStrike">
                <a:solidFill>
                  <a:srgbClr val="20538B"/>
                </a:solidFill>
                <a:latin typeface="Arial"/>
                <a:ea typeface="Arial"/>
                <a:cs typeface="Arial"/>
                <a:sym typeface="Arial"/>
              </a:rPr>
              <a:t>에듀 체크 교육 관리 플랫폼</a:t>
            </a:r>
            <a:endParaRPr/>
          </a:p>
          <a:p>
            <a:pPr indent="-349250" lvl="0" marL="457200" marR="0" rtl="0" algn="l">
              <a:lnSpc>
                <a:spcPct val="140000"/>
              </a:lnSpc>
              <a:spcBef>
                <a:spcPts val="700"/>
              </a:spcBef>
              <a:spcAft>
                <a:spcPts val="0"/>
              </a:spcAft>
              <a:buClr>
                <a:srgbClr val="20538B"/>
              </a:buClr>
              <a:buSzPts val="1900"/>
              <a:buFont typeface="Arial"/>
              <a:buChar char="-"/>
            </a:pPr>
            <a:r>
              <a:rPr b="0" i="0" lang="en-US" sz="1900" u="none" cap="none" strike="noStrike">
                <a:solidFill>
                  <a:srgbClr val="20538B"/>
                </a:solidFill>
                <a:latin typeface="Arial"/>
                <a:ea typeface="Arial"/>
                <a:cs typeface="Arial"/>
                <a:sym typeface="Arial"/>
              </a:rPr>
              <a:t>학생·강사 계정</a:t>
            </a:r>
            <a:endParaRPr/>
          </a:p>
          <a:p>
            <a:pPr indent="-349250" lvl="0" marL="457200" marR="0" rtl="0" algn="l">
              <a:lnSpc>
                <a:spcPct val="140000"/>
              </a:lnSpc>
              <a:spcBef>
                <a:spcPts val="700"/>
              </a:spcBef>
              <a:spcAft>
                <a:spcPts val="0"/>
              </a:spcAft>
              <a:buClr>
                <a:srgbClr val="20538B"/>
              </a:buClr>
              <a:buSzPts val="1900"/>
              <a:buFont typeface="Arial"/>
              <a:buChar char="-"/>
            </a:pPr>
            <a:r>
              <a:rPr b="0" i="0" lang="en-US" sz="1900" u="none" cap="none" strike="noStrike">
                <a:solidFill>
                  <a:srgbClr val="20538B"/>
                </a:solidFill>
                <a:latin typeface="Arial"/>
                <a:ea typeface="Arial"/>
                <a:cs typeface="Arial"/>
                <a:sym typeface="Arial"/>
              </a:rPr>
              <a:t>개인정보, 성적, 문의 게시판</a:t>
            </a:r>
            <a:endParaRPr/>
          </a:p>
        </p:txBody>
      </p:sp>
      <p:sp>
        <p:nvSpPr>
          <p:cNvPr id="556" name="Google Shape;556;h29ad1a1c935308b6_1_194"/>
          <p:cNvSpPr/>
          <p:nvPr/>
        </p:nvSpPr>
        <p:spPr>
          <a:xfrm>
            <a:off x="5013084" y="4720000"/>
            <a:ext cx="480000" cy="460000"/>
          </a:xfrm>
          <a:prstGeom prst="rightArrow">
            <a:avLst>
              <a:gd fmla="val 50000" name="adj1"/>
              <a:gd fmla="val 50000" name="adj2"/>
            </a:avLst>
          </a:prstGeom>
          <a:solidFill>
            <a:srgbClr val="94B6DA"/>
          </a:solidFill>
          <a:ln>
            <a:noFill/>
          </a:ln>
        </p:spPr>
        <p:txBody>
          <a:bodyPr anchorCtr="0" anchor="ctr" bIns="90000" lIns="180000" spcFirstLastPara="1" rIns="180000" wrap="square" tIns="900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57" name="Google Shape;557;h29ad1a1c935308b6_1_194"/>
          <p:cNvSpPr/>
          <p:nvPr/>
        </p:nvSpPr>
        <p:spPr>
          <a:xfrm>
            <a:off x="5568667" y="2800000"/>
            <a:ext cx="3500000" cy="4300000"/>
          </a:xfrm>
          <a:prstGeom prst="roundRect">
            <a:avLst>
              <a:gd fmla="val 5000" name="adj"/>
            </a:avLst>
          </a:prstGeom>
          <a:solidFill>
            <a:srgbClr val="EEF6FF"/>
          </a:solidFill>
          <a:ln cap="flat" cmpd="sng" w="19050">
            <a:solidFill>
              <a:srgbClr val="CBDDEF"/>
            </a:solidFill>
            <a:prstDash val="solid"/>
            <a:round/>
            <a:headEnd len="sm" w="sm" type="none"/>
            <a:tailEnd len="sm" w="sm" type="none"/>
          </a:ln>
        </p:spPr>
        <p:txBody>
          <a:bodyPr anchorCtr="0" anchor="ctr" bIns="90000" lIns="180000" spcFirstLastPara="1" rIns="180000" wrap="square" tIns="900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58" name="Google Shape;558;h29ad1a1c935308b6_1_194"/>
          <p:cNvSpPr txBox="1"/>
          <p:nvPr/>
        </p:nvSpPr>
        <p:spPr>
          <a:xfrm>
            <a:off x="5868667" y="3080000"/>
            <a:ext cx="2900000" cy="3800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1800"/>
              <a:buFont typeface="Arial"/>
              <a:buNone/>
            </a:pPr>
            <a:r>
              <a:rPr b="1" i="0" lang="en-US" sz="1800" u="none" cap="none" strike="noStrike">
                <a:solidFill>
                  <a:srgbClr val="20538B"/>
                </a:solidFill>
                <a:latin typeface="Arial"/>
                <a:ea typeface="Arial"/>
                <a:cs typeface="Arial"/>
                <a:sym typeface="Arial"/>
              </a:rPr>
              <a:t>STEP 2</a:t>
            </a:r>
            <a:endParaRPr/>
          </a:p>
        </p:txBody>
      </p:sp>
      <p:sp>
        <p:nvSpPr>
          <p:cNvPr id="559" name="Google Shape;559;h29ad1a1c935308b6_1_194"/>
          <p:cNvSpPr txBox="1"/>
          <p:nvPr/>
        </p:nvSpPr>
        <p:spPr>
          <a:xfrm>
            <a:off x="5868667" y="3520000"/>
            <a:ext cx="2900000" cy="5600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2400"/>
              <a:buFont typeface="Arial"/>
              <a:buNone/>
            </a:pPr>
            <a:r>
              <a:rPr b="1" i="0" lang="en-US" sz="2400" u="none" cap="none" strike="noStrike">
                <a:solidFill>
                  <a:srgbClr val="20538B"/>
                </a:solidFill>
                <a:latin typeface="Arial"/>
                <a:ea typeface="Arial"/>
                <a:cs typeface="Arial"/>
                <a:sym typeface="Arial"/>
              </a:rPr>
              <a:t>자동 진단 도구</a:t>
            </a:r>
            <a:endParaRPr/>
          </a:p>
        </p:txBody>
      </p:sp>
      <p:sp>
        <p:nvSpPr>
          <p:cNvPr id="560" name="Google Shape;560;h29ad1a1c935308b6_1_194"/>
          <p:cNvSpPr txBox="1"/>
          <p:nvPr/>
        </p:nvSpPr>
        <p:spPr>
          <a:xfrm>
            <a:off x="5868667" y="4300000"/>
            <a:ext cx="2940000" cy="2600000"/>
          </a:xfrm>
          <a:prstGeom prst="rect">
            <a:avLst/>
          </a:prstGeom>
          <a:noFill/>
          <a:ln>
            <a:noFill/>
          </a:ln>
        </p:spPr>
        <p:txBody>
          <a:bodyPr anchorCtr="0" anchor="t" bIns="0" lIns="0" spcFirstLastPara="1" rIns="0" wrap="square" tIns="0">
            <a:noAutofit/>
          </a:bodyPr>
          <a:lstStyle/>
          <a:p>
            <a:pPr indent="-349250" lvl="0" marL="457200" marR="0" rtl="0" algn="l">
              <a:lnSpc>
                <a:spcPct val="140000"/>
              </a:lnSpc>
              <a:spcBef>
                <a:spcPts val="0"/>
              </a:spcBef>
              <a:spcAft>
                <a:spcPts val="0"/>
              </a:spcAft>
              <a:buClr>
                <a:srgbClr val="20538B"/>
              </a:buClr>
              <a:buSzPts val="1900"/>
              <a:buFont typeface="Arial"/>
              <a:buChar char="-"/>
            </a:pPr>
            <a:r>
              <a:rPr b="0" i="0" lang="en-US" sz="1900" u="none" cap="none" strike="noStrike">
                <a:solidFill>
                  <a:srgbClr val="20538B"/>
                </a:solidFill>
                <a:latin typeface="Arial"/>
                <a:ea typeface="Arial"/>
                <a:cs typeface="Arial"/>
                <a:sym typeface="Arial"/>
              </a:rPr>
              <a:t>URL 입력 후 5개 영역 점검</a:t>
            </a:r>
            <a:endParaRPr/>
          </a:p>
          <a:p>
            <a:pPr indent="-349250" lvl="0" marL="457200" marR="0" rtl="0" algn="l">
              <a:lnSpc>
                <a:spcPct val="140000"/>
              </a:lnSpc>
              <a:spcBef>
                <a:spcPts val="700"/>
              </a:spcBef>
              <a:spcAft>
                <a:spcPts val="0"/>
              </a:spcAft>
              <a:buClr>
                <a:srgbClr val="20538B"/>
              </a:buClr>
              <a:buSzPts val="1900"/>
              <a:buFont typeface="Arial"/>
              <a:buChar char="-"/>
            </a:pPr>
            <a:r>
              <a:rPr b="0" i="0" lang="en-US" sz="1900" u="none" cap="none" strike="noStrike">
                <a:solidFill>
                  <a:srgbClr val="20538B"/>
                </a:solidFill>
                <a:latin typeface="Arial"/>
                <a:ea typeface="Arial"/>
                <a:cs typeface="Arial"/>
                <a:sym typeface="Arial"/>
              </a:rPr>
              <a:t>Rule 기반 판정</a:t>
            </a:r>
            <a:endParaRPr/>
          </a:p>
          <a:p>
            <a:pPr indent="-349250" lvl="0" marL="457200" marR="0" rtl="0" algn="l">
              <a:lnSpc>
                <a:spcPct val="140000"/>
              </a:lnSpc>
              <a:spcBef>
                <a:spcPts val="700"/>
              </a:spcBef>
              <a:spcAft>
                <a:spcPts val="0"/>
              </a:spcAft>
              <a:buClr>
                <a:srgbClr val="20538B"/>
              </a:buClr>
              <a:buSzPts val="1900"/>
              <a:buFont typeface="Arial"/>
              <a:buChar char="-"/>
            </a:pPr>
            <a:r>
              <a:rPr b="0" i="0" lang="en-US" sz="1900" u="none" cap="none" strike="noStrike">
                <a:solidFill>
                  <a:srgbClr val="20538B"/>
                </a:solidFill>
                <a:latin typeface="Arial"/>
                <a:ea typeface="Arial"/>
                <a:cs typeface="Arial"/>
                <a:sym typeface="Arial"/>
              </a:rPr>
              <a:t>Evidence 수집</a:t>
            </a:r>
            <a:endParaRPr/>
          </a:p>
        </p:txBody>
      </p:sp>
      <p:sp>
        <p:nvSpPr>
          <p:cNvPr id="561" name="Google Shape;561;h29ad1a1c935308b6_1_194"/>
          <p:cNvSpPr/>
          <p:nvPr/>
        </p:nvSpPr>
        <p:spPr>
          <a:xfrm>
            <a:off x="9144250" y="4720000"/>
            <a:ext cx="480000" cy="460000"/>
          </a:xfrm>
          <a:prstGeom prst="rightArrow">
            <a:avLst>
              <a:gd fmla="val 50000" name="adj1"/>
              <a:gd fmla="val 50000" name="adj2"/>
            </a:avLst>
          </a:prstGeom>
          <a:solidFill>
            <a:srgbClr val="94B6DA"/>
          </a:solidFill>
          <a:ln>
            <a:noFill/>
          </a:ln>
        </p:spPr>
        <p:txBody>
          <a:bodyPr anchorCtr="0" anchor="ctr" bIns="90000" lIns="180000" spcFirstLastPara="1" rIns="180000" wrap="square" tIns="900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62" name="Google Shape;562;h29ad1a1c935308b6_1_194"/>
          <p:cNvSpPr/>
          <p:nvPr/>
        </p:nvSpPr>
        <p:spPr>
          <a:xfrm>
            <a:off x="9699833" y="2800000"/>
            <a:ext cx="3500000" cy="4300000"/>
          </a:xfrm>
          <a:prstGeom prst="roundRect">
            <a:avLst>
              <a:gd fmla="val 5000" name="adj"/>
            </a:avLst>
          </a:prstGeom>
          <a:solidFill>
            <a:srgbClr val="EEF6FF"/>
          </a:solidFill>
          <a:ln cap="flat" cmpd="sng" w="19050">
            <a:solidFill>
              <a:srgbClr val="CBDDEF"/>
            </a:solidFill>
            <a:prstDash val="solid"/>
            <a:round/>
            <a:headEnd len="sm" w="sm" type="none"/>
            <a:tailEnd len="sm" w="sm" type="none"/>
          </a:ln>
        </p:spPr>
        <p:txBody>
          <a:bodyPr anchorCtr="0" anchor="ctr" bIns="90000" lIns="180000" spcFirstLastPara="1" rIns="180000" wrap="square" tIns="900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63" name="Google Shape;563;h29ad1a1c935308b6_1_194"/>
          <p:cNvSpPr txBox="1"/>
          <p:nvPr/>
        </p:nvSpPr>
        <p:spPr>
          <a:xfrm>
            <a:off x="9999833" y="3080000"/>
            <a:ext cx="2900000" cy="3800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1800"/>
              <a:buFont typeface="Arial"/>
              <a:buNone/>
            </a:pPr>
            <a:r>
              <a:rPr b="1" i="0" lang="en-US" sz="1800" u="none" cap="none" strike="noStrike">
                <a:solidFill>
                  <a:srgbClr val="20538B"/>
                </a:solidFill>
                <a:latin typeface="Arial"/>
                <a:ea typeface="Arial"/>
                <a:cs typeface="Arial"/>
                <a:sym typeface="Arial"/>
              </a:rPr>
              <a:t>STEP 3</a:t>
            </a:r>
            <a:endParaRPr/>
          </a:p>
        </p:txBody>
      </p:sp>
      <p:sp>
        <p:nvSpPr>
          <p:cNvPr id="564" name="Google Shape;564;h29ad1a1c935308b6_1_194"/>
          <p:cNvSpPr txBox="1"/>
          <p:nvPr/>
        </p:nvSpPr>
        <p:spPr>
          <a:xfrm>
            <a:off x="9999833" y="3520000"/>
            <a:ext cx="2900000" cy="5600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2400"/>
              <a:buFont typeface="Arial"/>
              <a:buNone/>
            </a:pPr>
            <a:r>
              <a:rPr b="1" i="0" lang="en-US" sz="2400" u="none" cap="none" strike="noStrike">
                <a:solidFill>
                  <a:srgbClr val="20538B"/>
                </a:solidFill>
                <a:latin typeface="Arial"/>
                <a:ea typeface="Arial"/>
                <a:cs typeface="Arial"/>
                <a:sym typeface="Arial"/>
              </a:rPr>
              <a:t>법령·ISMS-P 매핑</a:t>
            </a:r>
            <a:endParaRPr/>
          </a:p>
        </p:txBody>
      </p:sp>
      <p:sp>
        <p:nvSpPr>
          <p:cNvPr id="565" name="Google Shape;565;h29ad1a1c935308b6_1_194"/>
          <p:cNvSpPr txBox="1"/>
          <p:nvPr/>
        </p:nvSpPr>
        <p:spPr>
          <a:xfrm>
            <a:off x="9999833" y="4300000"/>
            <a:ext cx="2940000" cy="2600000"/>
          </a:xfrm>
          <a:prstGeom prst="rect">
            <a:avLst/>
          </a:prstGeom>
          <a:noFill/>
          <a:ln>
            <a:noFill/>
          </a:ln>
        </p:spPr>
        <p:txBody>
          <a:bodyPr anchorCtr="0" anchor="t" bIns="0" lIns="0" spcFirstLastPara="1" rIns="0" wrap="square" tIns="0">
            <a:noAutofit/>
          </a:bodyPr>
          <a:lstStyle/>
          <a:p>
            <a:pPr indent="-349250" lvl="0" marL="457200" marR="0" rtl="0" algn="l">
              <a:lnSpc>
                <a:spcPct val="140000"/>
              </a:lnSpc>
              <a:spcBef>
                <a:spcPts val="0"/>
              </a:spcBef>
              <a:spcAft>
                <a:spcPts val="0"/>
              </a:spcAft>
              <a:buClr>
                <a:srgbClr val="20538B"/>
              </a:buClr>
              <a:buSzPts val="1900"/>
              <a:buFont typeface="Arial"/>
              <a:buChar char="-"/>
            </a:pPr>
            <a:r>
              <a:rPr b="0" i="0" lang="en-US" sz="1900" u="none" cap="none" strike="noStrike">
                <a:solidFill>
                  <a:srgbClr val="20538B"/>
                </a:solidFill>
                <a:latin typeface="Arial"/>
                <a:ea typeface="Arial"/>
                <a:cs typeface="Arial"/>
                <a:sym typeface="Arial"/>
              </a:rPr>
              <a:t>ISMS-P 인증기준 선별</a:t>
            </a:r>
            <a:endParaRPr/>
          </a:p>
          <a:p>
            <a:pPr indent="-349250" lvl="0" marL="457200" marR="0" rtl="0" algn="l">
              <a:lnSpc>
                <a:spcPct val="140000"/>
              </a:lnSpc>
              <a:spcBef>
                <a:spcPts val="700"/>
              </a:spcBef>
              <a:spcAft>
                <a:spcPts val="0"/>
              </a:spcAft>
              <a:buClr>
                <a:srgbClr val="20538B"/>
              </a:buClr>
              <a:buSzPts val="1900"/>
              <a:buFont typeface="Arial"/>
              <a:buChar char="-"/>
            </a:pPr>
            <a:r>
              <a:rPr b="0" i="0" lang="en-US" sz="1900" u="none" cap="none" strike="noStrike">
                <a:solidFill>
                  <a:srgbClr val="20538B"/>
                </a:solidFill>
                <a:latin typeface="Arial"/>
                <a:ea typeface="Arial"/>
                <a:cs typeface="Arial"/>
                <a:sym typeface="Arial"/>
              </a:rPr>
              <a:t>개인정보 보호법 조문 연결</a:t>
            </a:r>
            <a:endParaRPr/>
          </a:p>
          <a:p>
            <a:pPr indent="-349250" lvl="0" marL="457200" marR="0" rtl="0" algn="l">
              <a:lnSpc>
                <a:spcPct val="140000"/>
              </a:lnSpc>
              <a:spcBef>
                <a:spcPts val="700"/>
              </a:spcBef>
              <a:spcAft>
                <a:spcPts val="0"/>
              </a:spcAft>
              <a:buClr>
                <a:srgbClr val="20538B"/>
              </a:buClr>
              <a:buSzPts val="1900"/>
              <a:buFont typeface="Arial"/>
              <a:buChar char="-"/>
            </a:pPr>
            <a:r>
              <a:rPr b="0" i="0" lang="en-US" sz="1900" u="none" cap="none" strike="noStrike">
                <a:solidFill>
                  <a:srgbClr val="20538B"/>
                </a:solidFill>
                <a:latin typeface="Arial"/>
                <a:ea typeface="Arial"/>
                <a:cs typeface="Arial"/>
                <a:sym typeface="Arial"/>
              </a:rPr>
              <a:t>생성형 AI가 해당 기준·조문을 고르고 이유 작성</a:t>
            </a:r>
            <a:endParaRPr/>
          </a:p>
        </p:txBody>
      </p:sp>
      <p:sp>
        <p:nvSpPr>
          <p:cNvPr id="566" name="Google Shape;566;h29ad1a1c935308b6_1_194"/>
          <p:cNvSpPr/>
          <p:nvPr/>
        </p:nvSpPr>
        <p:spPr>
          <a:xfrm>
            <a:off x="13275416" y="4720000"/>
            <a:ext cx="480000" cy="460000"/>
          </a:xfrm>
          <a:prstGeom prst="rightArrow">
            <a:avLst>
              <a:gd fmla="val 50000" name="adj1"/>
              <a:gd fmla="val 50000" name="adj2"/>
            </a:avLst>
          </a:prstGeom>
          <a:solidFill>
            <a:srgbClr val="94B6DA"/>
          </a:solidFill>
          <a:ln>
            <a:noFill/>
          </a:ln>
        </p:spPr>
        <p:txBody>
          <a:bodyPr anchorCtr="0" anchor="ctr" bIns="90000" lIns="180000" spcFirstLastPara="1" rIns="180000" wrap="square" tIns="900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67" name="Google Shape;567;h29ad1a1c935308b6_1_194"/>
          <p:cNvSpPr/>
          <p:nvPr/>
        </p:nvSpPr>
        <p:spPr>
          <a:xfrm>
            <a:off x="13830999" y="2800000"/>
            <a:ext cx="3500000" cy="4300000"/>
          </a:xfrm>
          <a:prstGeom prst="roundRect">
            <a:avLst>
              <a:gd fmla="val 5000" name="adj"/>
            </a:avLst>
          </a:prstGeom>
          <a:solidFill>
            <a:srgbClr val="EEF6FF"/>
          </a:solidFill>
          <a:ln cap="flat" cmpd="sng" w="19050">
            <a:solidFill>
              <a:srgbClr val="CBDDEF"/>
            </a:solidFill>
            <a:prstDash val="solid"/>
            <a:round/>
            <a:headEnd len="sm" w="sm" type="none"/>
            <a:tailEnd len="sm" w="sm" type="none"/>
          </a:ln>
        </p:spPr>
        <p:txBody>
          <a:bodyPr anchorCtr="0" anchor="ctr" bIns="90000" lIns="180000" spcFirstLastPara="1" rIns="180000" wrap="square" tIns="900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68" name="Google Shape;568;h29ad1a1c935308b6_1_194"/>
          <p:cNvSpPr txBox="1"/>
          <p:nvPr/>
        </p:nvSpPr>
        <p:spPr>
          <a:xfrm>
            <a:off x="14130999" y="3080000"/>
            <a:ext cx="2900000" cy="3800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1800"/>
              <a:buFont typeface="Arial"/>
              <a:buNone/>
            </a:pPr>
            <a:r>
              <a:rPr b="1" i="0" lang="en-US" sz="1800" u="none" cap="none" strike="noStrike">
                <a:solidFill>
                  <a:srgbClr val="20538B"/>
                </a:solidFill>
                <a:latin typeface="Arial"/>
                <a:ea typeface="Arial"/>
                <a:cs typeface="Arial"/>
                <a:sym typeface="Arial"/>
              </a:rPr>
              <a:t>STEP 4</a:t>
            </a:r>
            <a:endParaRPr/>
          </a:p>
        </p:txBody>
      </p:sp>
      <p:sp>
        <p:nvSpPr>
          <p:cNvPr id="569" name="Google Shape;569;h29ad1a1c935308b6_1_194"/>
          <p:cNvSpPr txBox="1"/>
          <p:nvPr/>
        </p:nvSpPr>
        <p:spPr>
          <a:xfrm>
            <a:off x="14130999" y="3520000"/>
            <a:ext cx="2900000" cy="5600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2400"/>
              <a:buFont typeface="Arial"/>
              <a:buNone/>
            </a:pPr>
            <a:r>
              <a:rPr b="1" i="0" lang="en-US" sz="2400" u="none" cap="none" strike="noStrike">
                <a:solidFill>
                  <a:srgbClr val="20538B"/>
                </a:solidFill>
                <a:latin typeface="Arial"/>
                <a:ea typeface="Arial"/>
                <a:cs typeface="Arial"/>
                <a:sym typeface="Arial"/>
              </a:rPr>
              <a:t>보고서 생성</a:t>
            </a:r>
            <a:endParaRPr/>
          </a:p>
        </p:txBody>
      </p:sp>
      <p:sp>
        <p:nvSpPr>
          <p:cNvPr id="570" name="Google Shape;570;h29ad1a1c935308b6_1_194"/>
          <p:cNvSpPr txBox="1"/>
          <p:nvPr/>
        </p:nvSpPr>
        <p:spPr>
          <a:xfrm>
            <a:off x="14130999" y="4300000"/>
            <a:ext cx="2940000" cy="2600000"/>
          </a:xfrm>
          <a:prstGeom prst="rect">
            <a:avLst/>
          </a:prstGeom>
          <a:noFill/>
          <a:ln>
            <a:noFill/>
          </a:ln>
        </p:spPr>
        <p:txBody>
          <a:bodyPr anchorCtr="0" anchor="t" bIns="0" lIns="0" spcFirstLastPara="1" rIns="0" wrap="square" tIns="0">
            <a:noAutofit/>
          </a:bodyPr>
          <a:lstStyle/>
          <a:p>
            <a:pPr indent="-349250" lvl="0" marL="457200" marR="0" rtl="0" algn="l">
              <a:lnSpc>
                <a:spcPct val="140000"/>
              </a:lnSpc>
              <a:spcBef>
                <a:spcPts val="0"/>
              </a:spcBef>
              <a:spcAft>
                <a:spcPts val="0"/>
              </a:spcAft>
              <a:buClr>
                <a:srgbClr val="20538B"/>
              </a:buClr>
              <a:buSzPts val="1900"/>
              <a:buFont typeface="Arial"/>
              <a:buChar char="-"/>
            </a:pPr>
            <a:r>
              <a:rPr b="0" i="0" lang="en-US" sz="1900" u="none" cap="none" strike="noStrike">
                <a:solidFill>
                  <a:srgbClr val="20538B"/>
                </a:solidFill>
                <a:latin typeface="Arial"/>
                <a:ea typeface="Arial"/>
                <a:cs typeface="Arial"/>
                <a:sym typeface="Arial"/>
              </a:rPr>
              <a:t>경영진용 요약 PDF</a:t>
            </a:r>
            <a:endParaRPr/>
          </a:p>
          <a:p>
            <a:pPr indent="-349250" lvl="0" marL="457200" marR="0" rtl="0" algn="l">
              <a:lnSpc>
                <a:spcPct val="140000"/>
              </a:lnSpc>
              <a:spcBef>
                <a:spcPts val="700"/>
              </a:spcBef>
              <a:spcAft>
                <a:spcPts val="0"/>
              </a:spcAft>
              <a:buClr>
                <a:srgbClr val="20538B"/>
              </a:buClr>
              <a:buSzPts val="1900"/>
              <a:buFont typeface="Arial"/>
              <a:buChar char="-"/>
            </a:pPr>
            <a:r>
              <a:rPr b="0" i="0" lang="en-US" sz="1900" u="none" cap="none" strike="noStrike">
                <a:solidFill>
                  <a:srgbClr val="20538B"/>
                </a:solidFill>
                <a:latin typeface="Arial"/>
                <a:ea typeface="Arial"/>
                <a:cs typeface="Arial"/>
                <a:sym typeface="Arial"/>
              </a:rPr>
              <a:t>실무진용 상세 PDF</a:t>
            </a:r>
            <a:endParaRPr/>
          </a:p>
          <a:p>
            <a:pPr indent="-349250" lvl="0" marL="457200" marR="0" rtl="0" algn="l">
              <a:lnSpc>
                <a:spcPct val="140000"/>
              </a:lnSpc>
              <a:spcBef>
                <a:spcPts val="700"/>
              </a:spcBef>
              <a:spcAft>
                <a:spcPts val="0"/>
              </a:spcAft>
              <a:buClr>
                <a:srgbClr val="20538B"/>
              </a:buClr>
              <a:buSzPts val="1900"/>
              <a:buFont typeface="Arial"/>
              <a:buChar char="-"/>
            </a:pPr>
            <a:r>
              <a:rPr b="0" i="0" lang="en-US" sz="1900" u="none" cap="none" strike="noStrike">
                <a:solidFill>
                  <a:srgbClr val="20538B"/>
                </a:solidFill>
                <a:latin typeface="Arial"/>
                <a:ea typeface="Arial"/>
                <a:cs typeface="Arial"/>
                <a:sym typeface="Arial"/>
              </a:rPr>
              <a:t>위험도, 개선 방안, 유사 사례</a:t>
            </a:r>
            <a:endParaRPr/>
          </a:p>
        </p:txBody>
      </p:sp>
      <p:pic>
        <p:nvPicPr>
          <p:cNvPr id="571" name="Google Shape;571;h29ad1a1c935308b6_1_194"/>
          <p:cNvPicPr preferRelativeResize="0"/>
          <p:nvPr/>
        </p:nvPicPr>
        <p:blipFill rotWithShape="1">
          <a:blip r:embed="rId4">
            <a:alphaModFix/>
          </a:blip>
          <a:srcRect b="0" l="0" r="0" t="0"/>
          <a:stretch/>
        </p:blipFill>
        <p:spPr>
          <a:xfrm>
            <a:off x="1437501" y="7490000"/>
            <a:ext cx="330000" cy="330000"/>
          </a:xfrm>
          <a:prstGeom prst="rect">
            <a:avLst/>
          </a:prstGeom>
          <a:noFill/>
          <a:ln>
            <a:noFill/>
          </a:ln>
        </p:spPr>
      </p:pic>
      <p:sp>
        <p:nvSpPr>
          <p:cNvPr id="572" name="Google Shape;572;h29ad1a1c935308b6_1_194"/>
          <p:cNvSpPr txBox="1"/>
          <p:nvPr/>
        </p:nvSpPr>
        <p:spPr>
          <a:xfrm>
            <a:off x="1957501" y="7450000"/>
            <a:ext cx="5480000" cy="5200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00000"/>
              </a:buClr>
              <a:buSzPts val="2800"/>
              <a:buFont typeface="Arial"/>
              <a:buNone/>
            </a:pPr>
            <a:r>
              <a:rPr b="1" i="0" lang="en-US" sz="2800" u="none" cap="none" strike="noStrike">
                <a:solidFill>
                  <a:srgbClr val="20538B"/>
                </a:solidFill>
                <a:latin typeface="Arial"/>
                <a:ea typeface="Arial"/>
                <a:cs typeface="Arial"/>
                <a:sym typeface="Arial"/>
              </a:rPr>
              <a:t>점검 5개 영역</a:t>
            </a:r>
            <a:endParaRPr/>
          </a:p>
        </p:txBody>
      </p:sp>
      <p:sp>
        <p:nvSpPr>
          <p:cNvPr id="573" name="Google Shape;573;h29ad1a1c935308b6_1_194"/>
          <p:cNvSpPr/>
          <p:nvPr/>
        </p:nvSpPr>
        <p:spPr>
          <a:xfrm>
            <a:off x="1437501" y="8200000"/>
            <a:ext cx="1737360" cy="620000"/>
          </a:xfrm>
          <a:prstGeom prst="roundRect">
            <a:avLst>
              <a:gd fmla="val 50000" name="adj"/>
            </a:avLst>
          </a:prstGeom>
          <a:solidFill>
            <a:srgbClr val="CBDDEF"/>
          </a:solidFill>
          <a:ln>
            <a:noFill/>
          </a:ln>
        </p:spPr>
        <p:txBody>
          <a:bodyPr anchorCtr="0" anchor="ctr" bIns="50000" lIns="100000" spcFirstLastPara="1" rIns="100000" wrap="square" tIns="50000">
            <a:noAutofit/>
          </a:bodyPr>
          <a:lstStyle/>
          <a:p>
            <a:pPr indent="0" lvl="0" marL="0" marR="0" rtl="0" algn="ctr">
              <a:lnSpc>
                <a:spcPct val="100000"/>
              </a:lnSpc>
              <a:spcBef>
                <a:spcPts val="0"/>
              </a:spcBef>
              <a:spcAft>
                <a:spcPts val="0"/>
              </a:spcAft>
              <a:buClr>
                <a:srgbClr val="000000"/>
              </a:buClr>
              <a:buSzPts val="1900"/>
              <a:buFont typeface="Arial"/>
              <a:buNone/>
            </a:pPr>
            <a:r>
              <a:rPr b="1" i="0" lang="en-US" sz="1900" u="none" cap="none" strike="noStrike">
                <a:solidFill>
                  <a:srgbClr val="20538B"/>
                </a:solidFill>
                <a:latin typeface="Arial"/>
                <a:ea typeface="Arial"/>
                <a:cs typeface="Arial"/>
                <a:sym typeface="Arial"/>
              </a:rPr>
              <a:t>정보 누출</a:t>
            </a:r>
            <a:endParaRPr/>
          </a:p>
        </p:txBody>
      </p:sp>
      <p:sp>
        <p:nvSpPr>
          <p:cNvPr id="574" name="Google Shape;574;h29ad1a1c935308b6_1_194"/>
          <p:cNvSpPr/>
          <p:nvPr/>
        </p:nvSpPr>
        <p:spPr>
          <a:xfrm>
            <a:off x="3495208" y="8200000"/>
            <a:ext cx="2971800" cy="620000"/>
          </a:xfrm>
          <a:prstGeom prst="roundRect">
            <a:avLst>
              <a:gd fmla="val 50000" name="adj"/>
            </a:avLst>
          </a:prstGeom>
          <a:solidFill>
            <a:srgbClr val="CBDDEF"/>
          </a:solidFill>
          <a:ln>
            <a:noFill/>
          </a:ln>
        </p:spPr>
        <p:txBody>
          <a:bodyPr anchorCtr="0" anchor="ctr" bIns="50000" lIns="100000" spcFirstLastPara="1" rIns="100000" wrap="square" tIns="50000">
            <a:noAutofit/>
          </a:bodyPr>
          <a:lstStyle/>
          <a:p>
            <a:pPr indent="0" lvl="0" marL="0" marR="0" rtl="0" algn="ctr">
              <a:lnSpc>
                <a:spcPct val="100000"/>
              </a:lnSpc>
              <a:spcBef>
                <a:spcPts val="0"/>
              </a:spcBef>
              <a:spcAft>
                <a:spcPts val="0"/>
              </a:spcAft>
              <a:buClr>
                <a:srgbClr val="000000"/>
              </a:buClr>
              <a:buSzPts val="1900"/>
              <a:buFont typeface="Arial"/>
              <a:buNone/>
            </a:pPr>
            <a:r>
              <a:rPr b="1" i="0" lang="en-US" sz="1900" u="none" cap="none" strike="noStrike">
                <a:solidFill>
                  <a:srgbClr val="20538B"/>
                </a:solidFill>
                <a:latin typeface="Arial"/>
                <a:ea typeface="Arial"/>
                <a:cs typeface="Arial"/>
                <a:sym typeface="Arial"/>
              </a:rPr>
              <a:t>약한 비밀번호 정책</a:t>
            </a:r>
            <a:endParaRPr/>
          </a:p>
        </p:txBody>
      </p:sp>
      <p:sp>
        <p:nvSpPr>
          <p:cNvPr id="575" name="Google Shape;575;h29ad1a1c935308b6_1_194"/>
          <p:cNvSpPr/>
          <p:nvPr/>
        </p:nvSpPr>
        <p:spPr>
          <a:xfrm>
            <a:off x="6787355" y="8200000"/>
            <a:ext cx="3959352" cy="620000"/>
          </a:xfrm>
          <a:prstGeom prst="roundRect">
            <a:avLst>
              <a:gd fmla="val 50000" name="adj"/>
            </a:avLst>
          </a:prstGeom>
          <a:solidFill>
            <a:srgbClr val="CBDDEF"/>
          </a:solidFill>
          <a:ln>
            <a:noFill/>
          </a:ln>
        </p:spPr>
        <p:txBody>
          <a:bodyPr anchorCtr="0" anchor="ctr" bIns="50000" lIns="100000" spcFirstLastPara="1" rIns="100000" wrap="square" tIns="50000">
            <a:noAutofit/>
          </a:bodyPr>
          <a:lstStyle/>
          <a:p>
            <a:pPr indent="0" lvl="0" marL="0" marR="0" rtl="0" algn="ctr">
              <a:lnSpc>
                <a:spcPct val="100000"/>
              </a:lnSpc>
              <a:spcBef>
                <a:spcPts val="0"/>
              </a:spcBef>
              <a:spcAft>
                <a:spcPts val="0"/>
              </a:spcAft>
              <a:buClr>
                <a:srgbClr val="000000"/>
              </a:buClr>
              <a:buSzPts val="1900"/>
              <a:buFont typeface="Arial"/>
              <a:buNone/>
            </a:pPr>
            <a:r>
              <a:rPr b="1" i="0" lang="en-US" sz="1900" u="none" cap="none" strike="noStrike">
                <a:solidFill>
                  <a:srgbClr val="20538B"/>
                </a:solidFill>
                <a:latin typeface="Arial"/>
                <a:ea typeface="Arial"/>
                <a:cs typeface="Arial"/>
                <a:sym typeface="Arial"/>
              </a:rPr>
              <a:t>취약한 비밀번호 복구 절차</a:t>
            </a:r>
            <a:endParaRPr/>
          </a:p>
        </p:txBody>
      </p:sp>
      <p:sp>
        <p:nvSpPr>
          <p:cNvPr id="576" name="Google Shape;576;h29ad1a1c935308b6_1_194"/>
          <p:cNvSpPr/>
          <p:nvPr/>
        </p:nvSpPr>
        <p:spPr>
          <a:xfrm>
            <a:off x="11067054" y="8200000"/>
            <a:ext cx="2971800" cy="620000"/>
          </a:xfrm>
          <a:prstGeom prst="roundRect">
            <a:avLst>
              <a:gd fmla="val 50000" name="adj"/>
            </a:avLst>
          </a:prstGeom>
          <a:solidFill>
            <a:srgbClr val="CBDDEF"/>
          </a:solidFill>
          <a:ln>
            <a:noFill/>
          </a:ln>
        </p:spPr>
        <p:txBody>
          <a:bodyPr anchorCtr="0" anchor="ctr" bIns="50000" lIns="100000" spcFirstLastPara="1" rIns="100000" wrap="square" tIns="50000">
            <a:noAutofit/>
          </a:bodyPr>
          <a:lstStyle/>
          <a:p>
            <a:pPr indent="0" lvl="0" marL="0" marR="0" rtl="0" algn="ctr">
              <a:lnSpc>
                <a:spcPct val="100000"/>
              </a:lnSpc>
              <a:spcBef>
                <a:spcPts val="0"/>
              </a:spcBef>
              <a:spcAft>
                <a:spcPts val="0"/>
              </a:spcAft>
              <a:buClr>
                <a:srgbClr val="000000"/>
              </a:buClr>
              <a:buSzPts val="1900"/>
              <a:buFont typeface="Arial"/>
              <a:buNone/>
            </a:pPr>
            <a:r>
              <a:rPr b="1" i="0" lang="en-US" sz="1900" u="none" cap="none" strike="noStrike">
                <a:solidFill>
                  <a:srgbClr val="20538B"/>
                </a:solidFill>
                <a:latin typeface="Arial"/>
                <a:ea typeface="Arial"/>
                <a:cs typeface="Arial"/>
                <a:sym typeface="Arial"/>
              </a:rPr>
              <a:t>불충분한 인증 절차</a:t>
            </a:r>
            <a:endParaRPr/>
          </a:p>
        </p:txBody>
      </p:sp>
      <p:sp>
        <p:nvSpPr>
          <p:cNvPr id="577" name="Google Shape;577;h29ad1a1c935308b6_1_194"/>
          <p:cNvSpPr/>
          <p:nvPr/>
        </p:nvSpPr>
        <p:spPr>
          <a:xfrm>
            <a:off x="14359201" y="8200000"/>
            <a:ext cx="2971800" cy="620000"/>
          </a:xfrm>
          <a:prstGeom prst="roundRect">
            <a:avLst>
              <a:gd fmla="val 50000" name="adj"/>
            </a:avLst>
          </a:prstGeom>
          <a:solidFill>
            <a:srgbClr val="CBDDEF"/>
          </a:solidFill>
          <a:ln>
            <a:noFill/>
          </a:ln>
        </p:spPr>
        <p:txBody>
          <a:bodyPr anchorCtr="0" anchor="ctr" bIns="50000" lIns="100000" spcFirstLastPara="1" rIns="100000" wrap="square" tIns="50000">
            <a:noAutofit/>
          </a:bodyPr>
          <a:lstStyle/>
          <a:p>
            <a:pPr indent="0" lvl="0" marL="0" marR="0" rtl="0" algn="ctr">
              <a:lnSpc>
                <a:spcPct val="100000"/>
              </a:lnSpc>
              <a:spcBef>
                <a:spcPts val="0"/>
              </a:spcBef>
              <a:spcAft>
                <a:spcPts val="0"/>
              </a:spcAft>
              <a:buClr>
                <a:srgbClr val="000000"/>
              </a:buClr>
              <a:buSzPts val="1900"/>
              <a:buFont typeface="Arial"/>
              <a:buNone/>
            </a:pPr>
            <a:r>
              <a:rPr b="1" i="0" lang="en-US" sz="1900" u="none" cap="none" strike="noStrike">
                <a:solidFill>
                  <a:srgbClr val="20538B"/>
                </a:solidFill>
                <a:latin typeface="Arial"/>
                <a:ea typeface="Arial"/>
                <a:cs typeface="Arial"/>
                <a:sym typeface="Arial"/>
              </a:rPr>
              <a:t>불충분한 권한 검증</a:t>
            </a:r>
            <a:endParaRPr/>
          </a:p>
        </p:txBody>
      </p:sp>
      <p:sp>
        <p:nvSpPr>
          <p:cNvPr id="578" name="Google Shape;578;h29ad1a1c935308b6_1_194"/>
          <p:cNvSpPr txBox="1"/>
          <p:nvPr/>
        </p:nvSpPr>
        <p:spPr>
          <a:xfrm>
            <a:off x="2059463" y="753018"/>
            <a:ext cx="14918400" cy="1477328"/>
          </a:xfrm>
          <a:prstGeom prst="rect">
            <a:avLst/>
          </a:prstGeom>
          <a:noFill/>
          <a:ln>
            <a:noFill/>
          </a:ln>
        </p:spPr>
        <p:txBody>
          <a:bodyPr anchorCtr="0" anchor="ctr" bIns="0" lIns="0" spcFirstLastPara="1" rIns="0" wrap="square" tIns="0">
            <a:noAutofit/>
          </a:bodyPr>
          <a:lstStyle/>
          <a:p>
            <a:pPr indent="0" lvl="0" marL="0" marR="0" rtl="0" algn="l">
              <a:lnSpc>
                <a:spcPct val="192000"/>
              </a:lnSpc>
              <a:spcBef>
                <a:spcPts val="0"/>
              </a:spcBef>
              <a:spcAft>
                <a:spcPts val="0"/>
              </a:spcAft>
              <a:buClr>
                <a:srgbClr val="000000"/>
              </a:buClr>
              <a:buSzPts val="5000"/>
              <a:buFont typeface="Arial"/>
              <a:buNone/>
            </a:pPr>
            <a:r>
              <a:rPr b="1" i="0" lang="en-US" sz="5000" u="none" cap="none" strike="noStrike">
                <a:solidFill>
                  <a:srgbClr val="20538B"/>
                </a:solidFill>
                <a:latin typeface="Arial"/>
                <a:ea typeface="Arial"/>
                <a:cs typeface="Arial"/>
                <a:sym typeface="Arial"/>
              </a:rPr>
              <a:t>프로젝트 개요 </a:t>
            </a:r>
            <a:r>
              <a:rPr b="1" i="0" lang="en-US" sz="3500" u="none" cap="none" strike="noStrike">
                <a:solidFill>
                  <a:srgbClr val="20538B"/>
                </a:solidFill>
                <a:latin typeface="Arial"/>
                <a:ea typeface="Arial"/>
                <a:cs typeface="Arial"/>
                <a:sym typeface="Arial"/>
              </a:rPr>
              <a:t>– 프로젝트 구조</a:t>
            </a:r>
            <a:endParaRPr b="1" i="0" sz="5000" u="none" cap="none" strike="noStrike">
              <a:solidFill>
                <a:srgbClr val="20538B"/>
              </a:solidFill>
              <a:latin typeface="Arial"/>
              <a:ea typeface="Arial"/>
              <a:cs typeface="Arial"/>
              <a:sym typeface="Arial"/>
            </a:endParaRPr>
          </a:p>
        </p:txBody>
      </p:sp>
      <p:sp>
        <p:nvSpPr>
          <p:cNvPr id="579" name="Google Shape;579;h29ad1a1c935308b6_1_194"/>
          <p:cNvSpPr txBox="1"/>
          <p:nvPr/>
        </p:nvSpPr>
        <p:spPr>
          <a:xfrm>
            <a:off x="1192205" y="770619"/>
            <a:ext cx="834600" cy="1442126"/>
          </a:xfrm>
          <a:prstGeom prst="rect">
            <a:avLst/>
          </a:prstGeom>
          <a:noFill/>
          <a:ln>
            <a:noFill/>
          </a:ln>
        </p:spPr>
        <p:txBody>
          <a:bodyPr anchorCtr="0" anchor="ctr" bIns="0" lIns="0" spcFirstLastPara="1" rIns="0" wrap="square" tIns="0">
            <a:noAutofit/>
          </a:bodyPr>
          <a:lstStyle/>
          <a:p>
            <a:pPr indent="0" lvl="0" marL="0" marR="0" rtl="0" algn="l">
              <a:lnSpc>
                <a:spcPct val="192009"/>
              </a:lnSpc>
              <a:spcBef>
                <a:spcPts val="0"/>
              </a:spcBef>
              <a:spcAft>
                <a:spcPts val="0"/>
              </a:spcAft>
              <a:buClr>
                <a:srgbClr val="000000"/>
              </a:buClr>
              <a:buSzPts val="4881"/>
              <a:buFont typeface="Arial"/>
              <a:buNone/>
            </a:pPr>
            <a:r>
              <a:rPr b="1" i="0" lang="en-US" sz="4881" u="none" cap="none" strike="noStrike">
                <a:solidFill>
                  <a:srgbClr val="CBDDEF"/>
                </a:solidFill>
                <a:latin typeface="Arial"/>
                <a:ea typeface="Arial"/>
                <a:cs typeface="Arial"/>
                <a:sym typeface="Arial"/>
              </a:rPr>
              <a:t>01</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3" name="Shape 583"/>
        <p:cNvGrpSpPr/>
        <p:nvPr/>
      </p:nvGrpSpPr>
      <p:grpSpPr>
        <a:xfrm>
          <a:off x="0" y="0"/>
          <a:ext cx="0" cy="0"/>
          <a:chOff x="0" y="0"/>
          <a:chExt cx="0" cy="0"/>
        </a:xfrm>
      </p:grpSpPr>
      <p:grpSp>
        <p:nvGrpSpPr>
          <p:cNvPr id="584" name="Google Shape;584;h29ad1a1c935308b6_1_244"/>
          <p:cNvGrpSpPr/>
          <p:nvPr/>
        </p:nvGrpSpPr>
        <p:grpSpPr>
          <a:xfrm>
            <a:off x="-1081199" y="3274284"/>
            <a:ext cx="20615733" cy="7012716"/>
            <a:chOff x="-99238" y="-88"/>
            <a:chExt cx="27487644" cy="9350289"/>
          </a:xfrm>
        </p:grpSpPr>
        <p:grpSp>
          <p:nvGrpSpPr>
            <p:cNvPr id="585" name="Google Shape;585;h29ad1a1c935308b6_1_244"/>
            <p:cNvGrpSpPr/>
            <p:nvPr/>
          </p:nvGrpSpPr>
          <p:grpSpPr>
            <a:xfrm rot="-5400000">
              <a:off x="11107617" y="-11206943"/>
              <a:ext cx="4770761" cy="27184472"/>
              <a:chOff x="0" y="-38100"/>
              <a:chExt cx="1831597" cy="10436700"/>
            </a:xfrm>
          </p:grpSpPr>
          <p:sp>
            <p:nvSpPr>
              <p:cNvPr id="586" name="Google Shape;586;h29ad1a1c935308b6_1_244"/>
              <p:cNvSpPr/>
              <p:nvPr/>
            </p:nvSpPr>
            <p:spPr>
              <a:xfrm>
                <a:off x="0" y="0"/>
                <a:ext cx="1831597" cy="10398600"/>
              </a:xfrm>
              <a:custGeom>
                <a:rect b="b" l="l" r="r" t="t"/>
                <a:pathLst>
                  <a:path extrusionOk="0" h="10398600" w="1831597">
                    <a:moveTo>
                      <a:pt x="0" y="0"/>
                    </a:moveTo>
                    <a:lnTo>
                      <a:pt x="1831597" y="0"/>
                    </a:lnTo>
                    <a:lnTo>
                      <a:pt x="1831597" y="10398600"/>
                    </a:lnTo>
                    <a:lnTo>
                      <a:pt x="0" y="10398600"/>
                    </a:lnTo>
                    <a:close/>
                  </a:path>
                </a:pathLst>
              </a:custGeom>
              <a:solidFill>
                <a:srgbClr val="CBDDE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7" name="Google Shape;587;h29ad1a1c935308b6_1_244"/>
              <p:cNvSpPr txBox="1"/>
              <p:nvPr/>
            </p:nvSpPr>
            <p:spPr>
              <a:xfrm>
                <a:off x="0" y="-38100"/>
                <a:ext cx="1831500" cy="10436700"/>
              </a:xfrm>
              <a:prstGeom prst="rect">
                <a:avLst/>
              </a:prstGeom>
              <a:noFill/>
              <a:ln>
                <a:noFill/>
              </a:ln>
            </p:spPr>
            <p:txBody>
              <a:bodyPr anchorCtr="0" anchor="ctr" bIns="27000" lIns="27000" spcFirstLastPara="1" rIns="27000" wrap="square" tIns="27000">
                <a:noAutofit/>
              </a:bodyPr>
              <a:lstStyle/>
              <a:p>
                <a:pPr indent="0" lvl="0" marL="0" marR="0" rtl="0" algn="ctr">
                  <a:lnSpc>
                    <a:spcPct val="1555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588" name="Google Shape;588;h29ad1a1c935308b6_1_244"/>
            <p:cNvGrpSpPr/>
            <p:nvPr/>
          </p:nvGrpSpPr>
          <p:grpSpPr>
            <a:xfrm rot="-5400000">
              <a:off x="11637133" y="-6401071"/>
              <a:ext cx="4579844" cy="26922700"/>
              <a:chOff x="0" y="-38100"/>
              <a:chExt cx="1758300" cy="10336200"/>
            </a:xfrm>
          </p:grpSpPr>
          <p:sp>
            <p:nvSpPr>
              <p:cNvPr id="589" name="Google Shape;589;h29ad1a1c935308b6_1_244"/>
              <p:cNvSpPr/>
              <p:nvPr/>
            </p:nvSpPr>
            <p:spPr>
              <a:xfrm>
                <a:off x="0" y="0"/>
                <a:ext cx="1758210" cy="10298040"/>
              </a:xfrm>
              <a:custGeom>
                <a:rect b="b" l="l" r="r" t="t"/>
                <a:pathLst>
                  <a:path extrusionOk="0" h="10298040" w="1758210">
                    <a:moveTo>
                      <a:pt x="0" y="0"/>
                    </a:moveTo>
                    <a:lnTo>
                      <a:pt x="1758210" y="0"/>
                    </a:lnTo>
                    <a:lnTo>
                      <a:pt x="1758210" y="10298040"/>
                    </a:lnTo>
                    <a:lnTo>
                      <a:pt x="0" y="10298040"/>
                    </a:lnTo>
                    <a:close/>
                  </a:path>
                </a:pathLst>
              </a:custGeom>
              <a:solidFill>
                <a:srgbClr val="94B6DA"/>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0" name="Google Shape;590;h29ad1a1c935308b6_1_244"/>
              <p:cNvSpPr txBox="1"/>
              <p:nvPr/>
            </p:nvSpPr>
            <p:spPr>
              <a:xfrm>
                <a:off x="0" y="-38100"/>
                <a:ext cx="1758300" cy="10336200"/>
              </a:xfrm>
              <a:prstGeom prst="rect">
                <a:avLst/>
              </a:prstGeom>
              <a:noFill/>
              <a:ln>
                <a:noFill/>
              </a:ln>
            </p:spPr>
            <p:txBody>
              <a:bodyPr anchorCtr="0" anchor="ctr" bIns="27000" lIns="27000" spcFirstLastPara="1" rIns="27000" wrap="square" tIns="27000">
                <a:noAutofit/>
              </a:bodyPr>
              <a:lstStyle/>
              <a:p>
                <a:pPr indent="0" lvl="0" marL="0" marR="0" rtl="0" algn="ctr">
                  <a:lnSpc>
                    <a:spcPct val="1555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grpSp>
        <p:nvGrpSpPr>
          <p:cNvPr id="591" name="Google Shape;591;h29ad1a1c935308b6_1_244"/>
          <p:cNvGrpSpPr/>
          <p:nvPr/>
        </p:nvGrpSpPr>
        <p:grpSpPr>
          <a:xfrm>
            <a:off x="731085" y="628765"/>
            <a:ext cx="16825838" cy="9050173"/>
            <a:chOff x="0" y="-108813"/>
            <a:chExt cx="22434451" cy="12066897"/>
          </a:xfrm>
        </p:grpSpPr>
        <p:grpSp>
          <p:nvGrpSpPr>
            <p:cNvPr id="592" name="Google Shape;592;h29ad1a1c935308b6_1_244"/>
            <p:cNvGrpSpPr/>
            <p:nvPr/>
          </p:nvGrpSpPr>
          <p:grpSpPr>
            <a:xfrm>
              <a:off x="26537" y="10214891"/>
              <a:ext cx="22386840" cy="1743193"/>
              <a:chOff x="0" y="-47625"/>
              <a:chExt cx="9809754" cy="763855"/>
            </a:xfrm>
          </p:grpSpPr>
          <p:sp>
            <p:nvSpPr>
              <p:cNvPr id="593" name="Google Shape;593;h29ad1a1c935308b6_1_244"/>
              <p:cNvSpPr/>
              <p:nvPr/>
            </p:nvSpPr>
            <p:spPr>
              <a:xfrm>
                <a:off x="0" y="0"/>
                <a:ext cx="9809754" cy="716230"/>
              </a:xfrm>
              <a:custGeom>
                <a:rect b="b" l="l" r="r" t="t"/>
                <a:pathLst>
                  <a:path extrusionOk="0" h="716230" w="9809754">
                    <a:moveTo>
                      <a:pt x="0" y="0"/>
                    </a:moveTo>
                    <a:lnTo>
                      <a:pt x="9809754" y="0"/>
                    </a:lnTo>
                    <a:lnTo>
                      <a:pt x="9809754" y="716230"/>
                    </a:lnTo>
                    <a:lnTo>
                      <a:pt x="0" y="716230"/>
                    </a:lnTo>
                    <a:close/>
                  </a:path>
                </a:pathLst>
              </a:custGeom>
              <a:solidFill>
                <a:srgbClr val="20538B"/>
              </a:solidFill>
              <a:ln cap="sq" cmpd="sng" w="38100">
                <a:solidFill>
                  <a:srgbClr val="20538B"/>
                </a:solidFill>
                <a:prstDash val="solid"/>
                <a:miter lim="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4" name="Google Shape;594;h29ad1a1c935308b6_1_244"/>
              <p:cNvSpPr txBox="1"/>
              <p:nvPr/>
            </p:nvSpPr>
            <p:spPr>
              <a:xfrm>
                <a:off x="0" y="-47625"/>
                <a:ext cx="9809700" cy="763800"/>
              </a:xfrm>
              <a:prstGeom prst="rect">
                <a:avLst/>
              </a:prstGeom>
              <a:noFill/>
              <a:ln>
                <a:noFill/>
              </a:ln>
            </p:spPr>
            <p:txBody>
              <a:bodyPr anchorCtr="0" anchor="ctr" bIns="50800" lIns="50800" spcFirstLastPara="1" rIns="50800" wrap="square" tIns="50800">
                <a:noAutofit/>
              </a:bodyPr>
              <a:lstStyle/>
              <a:p>
                <a:pPr indent="0" lvl="0" marL="0" marR="0" rtl="0" algn="ctr">
                  <a:lnSpc>
                    <a:spcPct val="175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595" name="Google Shape;595;h29ad1a1c935308b6_1_244"/>
            <p:cNvGrpSpPr/>
            <p:nvPr/>
          </p:nvGrpSpPr>
          <p:grpSpPr>
            <a:xfrm>
              <a:off x="0" y="-108813"/>
              <a:ext cx="22434451" cy="11946166"/>
              <a:chOff x="0" y="-47625"/>
              <a:chExt cx="9819000" cy="5228539"/>
            </a:xfrm>
          </p:grpSpPr>
          <p:sp>
            <p:nvSpPr>
              <p:cNvPr id="596" name="Google Shape;596;h29ad1a1c935308b6_1_244"/>
              <p:cNvSpPr/>
              <p:nvPr/>
            </p:nvSpPr>
            <p:spPr>
              <a:xfrm>
                <a:off x="0" y="0"/>
                <a:ext cx="9818922" cy="5180914"/>
              </a:xfrm>
              <a:custGeom>
                <a:rect b="b" l="l" r="r" t="t"/>
                <a:pathLst>
                  <a:path extrusionOk="0" h="5180914" w="9818922">
                    <a:moveTo>
                      <a:pt x="0" y="0"/>
                    </a:moveTo>
                    <a:lnTo>
                      <a:pt x="9818922" y="0"/>
                    </a:lnTo>
                    <a:lnTo>
                      <a:pt x="9818922" y="5180914"/>
                    </a:lnTo>
                    <a:lnTo>
                      <a:pt x="0" y="5180914"/>
                    </a:lnTo>
                    <a:close/>
                  </a:path>
                </a:pathLst>
              </a:custGeom>
              <a:solidFill>
                <a:srgbClr val="FFFFFF"/>
              </a:solidFill>
              <a:ln cap="sq" cmpd="sng" w="38100">
                <a:solidFill>
                  <a:srgbClr val="20538B"/>
                </a:solidFill>
                <a:prstDash val="solid"/>
                <a:miter lim="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7" name="Google Shape;597;h29ad1a1c935308b6_1_244"/>
              <p:cNvSpPr txBox="1"/>
              <p:nvPr/>
            </p:nvSpPr>
            <p:spPr>
              <a:xfrm>
                <a:off x="0" y="-47625"/>
                <a:ext cx="9819000" cy="5228400"/>
              </a:xfrm>
              <a:prstGeom prst="rect">
                <a:avLst/>
              </a:prstGeom>
              <a:noFill/>
              <a:ln>
                <a:noFill/>
              </a:ln>
            </p:spPr>
            <p:txBody>
              <a:bodyPr anchorCtr="0" anchor="ctr" bIns="50800" lIns="50800" spcFirstLastPara="1" rIns="50800" wrap="square" tIns="50800">
                <a:noAutofit/>
              </a:bodyPr>
              <a:lstStyle/>
              <a:p>
                <a:pPr indent="0" lvl="0" marL="0" marR="0" rtl="0" algn="ctr">
                  <a:lnSpc>
                    <a:spcPct val="175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grpSp>
        <p:nvGrpSpPr>
          <p:cNvPr id="598" name="Google Shape;598;h29ad1a1c935308b6_1_244"/>
          <p:cNvGrpSpPr/>
          <p:nvPr/>
        </p:nvGrpSpPr>
        <p:grpSpPr>
          <a:xfrm>
            <a:off x="763743" y="662704"/>
            <a:ext cx="16759942" cy="1561150"/>
            <a:chOff x="0" y="-38100"/>
            <a:chExt cx="8581200" cy="799319"/>
          </a:xfrm>
        </p:grpSpPr>
        <p:sp>
          <p:nvSpPr>
            <p:cNvPr id="599" name="Google Shape;599;h29ad1a1c935308b6_1_244"/>
            <p:cNvSpPr/>
            <p:nvPr/>
          </p:nvSpPr>
          <p:spPr>
            <a:xfrm>
              <a:off x="0" y="0"/>
              <a:ext cx="8581180" cy="761219"/>
            </a:xfrm>
            <a:custGeom>
              <a:rect b="b" l="l" r="r" t="t"/>
              <a:pathLst>
                <a:path extrusionOk="0" h="761219" w="8581180">
                  <a:moveTo>
                    <a:pt x="0" y="0"/>
                  </a:moveTo>
                  <a:lnTo>
                    <a:pt x="8581180" y="0"/>
                  </a:lnTo>
                  <a:lnTo>
                    <a:pt x="8581180" y="761219"/>
                  </a:lnTo>
                  <a:lnTo>
                    <a:pt x="0" y="761219"/>
                  </a:lnTo>
                  <a:close/>
                </a:path>
              </a:pathLst>
            </a:custGeom>
            <a:solidFill>
              <a:srgbClr val="EEF6FF"/>
            </a:solidFill>
            <a:ln cap="sq" cmpd="sng" w="9525">
              <a:solidFill>
                <a:srgbClr val="20538B"/>
              </a:solidFill>
              <a:prstDash val="solid"/>
              <a:miter lim="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0" name="Google Shape;600;h29ad1a1c935308b6_1_244"/>
            <p:cNvSpPr txBox="1"/>
            <p:nvPr/>
          </p:nvSpPr>
          <p:spPr>
            <a:xfrm>
              <a:off x="0" y="-38100"/>
              <a:ext cx="8581200" cy="799200"/>
            </a:xfrm>
            <a:prstGeom prst="rect">
              <a:avLst/>
            </a:prstGeom>
            <a:noFill/>
            <a:ln>
              <a:noFill/>
            </a:ln>
          </p:spPr>
          <p:txBody>
            <a:bodyPr anchorCtr="0" anchor="ctr" bIns="39175" lIns="39175" spcFirstLastPara="1" rIns="39175" wrap="square" tIns="39175">
              <a:noAutofit/>
            </a:bodyPr>
            <a:lstStyle/>
            <a:p>
              <a:pPr indent="0" lvl="0" marL="0" marR="0" rtl="0" algn="ctr">
                <a:lnSpc>
                  <a:spcPct val="1555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601" name="Google Shape;601;h29ad1a1c935308b6_1_244"/>
          <p:cNvSpPr/>
          <p:nvPr/>
        </p:nvSpPr>
        <p:spPr>
          <a:xfrm>
            <a:off x="15531691" y="160918"/>
            <a:ext cx="996214" cy="1021758"/>
          </a:xfrm>
          <a:custGeom>
            <a:rect b="b" l="l" r="r" t="t"/>
            <a:pathLst>
              <a:path extrusionOk="0" h="1021758" w="996214">
                <a:moveTo>
                  <a:pt x="0" y="0"/>
                </a:moveTo>
                <a:lnTo>
                  <a:pt x="996214" y="0"/>
                </a:lnTo>
                <a:lnTo>
                  <a:pt x="996214" y="1021758"/>
                </a:lnTo>
                <a:lnTo>
                  <a:pt x="0" y="1021758"/>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2" name="Google Shape;602;h29ad1a1c935308b6_1_244"/>
          <p:cNvSpPr txBox="1"/>
          <p:nvPr/>
        </p:nvSpPr>
        <p:spPr>
          <a:xfrm>
            <a:off x="1437501" y="920715"/>
            <a:ext cx="834600" cy="215400"/>
          </a:xfrm>
          <a:prstGeom prst="rect">
            <a:avLst/>
          </a:prstGeom>
          <a:noFill/>
          <a:ln>
            <a:noFill/>
          </a:ln>
        </p:spPr>
        <p:txBody>
          <a:bodyPr anchorCtr="0" anchor="t" bIns="0" lIns="0" spcFirstLastPara="1" rIns="0" wrap="square" tIns="0">
            <a:spAutoFit/>
          </a:bodyPr>
          <a:lstStyle/>
          <a:p>
            <a:pPr indent="0" lvl="0" marL="0" marR="0" rtl="0" algn="l">
              <a:lnSpc>
                <a:spcPct val="192009"/>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3" name="Google Shape;603;h29ad1a1c935308b6_1_244"/>
          <p:cNvSpPr/>
          <p:nvPr/>
        </p:nvSpPr>
        <p:spPr>
          <a:xfrm>
            <a:off x="1437501" y="2800000"/>
            <a:ext cx="7700000" cy="4300000"/>
          </a:xfrm>
          <a:prstGeom prst="roundRect">
            <a:avLst>
              <a:gd fmla="val 5000" name="adj"/>
            </a:avLst>
          </a:prstGeom>
          <a:solidFill>
            <a:srgbClr val="EEF6FF"/>
          </a:solidFill>
          <a:ln cap="flat" cmpd="sng" w="19050">
            <a:solidFill>
              <a:srgbClr val="CBDDEF"/>
            </a:solidFill>
            <a:prstDash val="solid"/>
            <a:round/>
            <a:headEnd len="sm" w="sm" type="none"/>
            <a:tailEnd len="sm" w="sm" type="none"/>
          </a:ln>
        </p:spPr>
        <p:txBody>
          <a:bodyPr anchorCtr="0" anchor="ctr" bIns="90000" lIns="180000" spcFirstLastPara="1" rIns="180000" wrap="square" tIns="900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604" name="Google Shape;604;h29ad1a1c935308b6_1_244"/>
          <p:cNvPicPr preferRelativeResize="0"/>
          <p:nvPr/>
        </p:nvPicPr>
        <p:blipFill rotWithShape="1">
          <a:blip r:embed="rId4">
            <a:alphaModFix/>
          </a:blip>
          <a:srcRect b="0" l="0" r="0" t="0"/>
          <a:stretch/>
        </p:blipFill>
        <p:spPr>
          <a:xfrm>
            <a:off x="1837501" y="3170000"/>
            <a:ext cx="330000" cy="330000"/>
          </a:xfrm>
          <a:prstGeom prst="rect">
            <a:avLst/>
          </a:prstGeom>
          <a:noFill/>
          <a:ln>
            <a:noFill/>
          </a:ln>
        </p:spPr>
      </p:pic>
      <p:sp>
        <p:nvSpPr>
          <p:cNvPr id="605" name="Google Shape;605;h29ad1a1c935308b6_1_244"/>
          <p:cNvSpPr txBox="1"/>
          <p:nvPr/>
        </p:nvSpPr>
        <p:spPr>
          <a:xfrm>
            <a:off x="2357501" y="3130000"/>
            <a:ext cx="6380000" cy="5200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00000"/>
              </a:buClr>
              <a:buSzPts val="2800"/>
              <a:buFont typeface="Arial"/>
              <a:buNone/>
            </a:pPr>
            <a:r>
              <a:rPr b="1" i="0" lang="en-US" sz="2800" u="none" cap="none" strike="noStrike">
                <a:solidFill>
                  <a:srgbClr val="20538B"/>
                </a:solidFill>
                <a:latin typeface="Arial"/>
                <a:ea typeface="Arial"/>
                <a:cs typeface="Arial"/>
                <a:sym typeface="Arial"/>
              </a:rPr>
              <a:t>활용방안</a:t>
            </a:r>
            <a:endParaRPr/>
          </a:p>
        </p:txBody>
      </p:sp>
      <p:sp>
        <p:nvSpPr>
          <p:cNvPr id="606" name="Google Shape;606;h29ad1a1c935308b6_1_244"/>
          <p:cNvSpPr txBox="1"/>
          <p:nvPr/>
        </p:nvSpPr>
        <p:spPr>
          <a:xfrm>
            <a:off x="1887501" y="3950000"/>
            <a:ext cx="6800000" cy="2950000"/>
          </a:xfrm>
          <a:prstGeom prst="rect">
            <a:avLst/>
          </a:prstGeom>
          <a:noFill/>
          <a:ln>
            <a:noFill/>
          </a:ln>
        </p:spPr>
        <p:txBody>
          <a:bodyPr anchorCtr="0" anchor="t" bIns="0" lIns="0" spcFirstLastPara="1" rIns="0" wrap="square" tIns="0">
            <a:noAutofit/>
          </a:bodyPr>
          <a:lstStyle/>
          <a:p>
            <a:pPr indent="-349250" lvl="0" marL="457200" marR="0" rtl="0" algn="l">
              <a:lnSpc>
                <a:spcPct val="145000"/>
              </a:lnSpc>
              <a:spcBef>
                <a:spcPts val="0"/>
              </a:spcBef>
              <a:spcAft>
                <a:spcPts val="0"/>
              </a:spcAft>
              <a:buClr>
                <a:srgbClr val="20538B"/>
              </a:buClr>
              <a:buSzPts val="2000"/>
              <a:buFont typeface="Arial"/>
              <a:buChar char="-"/>
            </a:pPr>
            <a:r>
              <a:rPr b="0" i="0" lang="en-US" sz="2000" u="none" cap="none" strike="noStrike">
                <a:solidFill>
                  <a:srgbClr val="20538B"/>
                </a:solidFill>
                <a:latin typeface="Arial"/>
                <a:ea typeface="Arial"/>
                <a:cs typeface="Arial"/>
                <a:sym typeface="Arial"/>
              </a:rPr>
              <a:t>보안 인력이 부족한 소규모 교육·서비스 사업자의 자가 점검</a:t>
            </a:r>
            <a:endParaRPr/>
          </a:p>
          <a:p>
            <a:pPr indent="-349250" lvl="0" marL="457200" marR="0" rtl="0" algn="l">
              <a:lnSpc>
                <a:spcPct val="145000"/>
              </a:lnSpc>
              <a:spcBef>
                <a:spcPts val="800"/>
              </a:spcBef>
              <a:spcAft>
                <a:spcPts val="0"/>
              </a:spcAft>
              <a:buClr>
                <a:srgbClr val="20538B"/>
              </a:buClr>
              <a:buSzPts val="2000"/>
              <a:buFont typeface="Arial"/>
              <a:buChar char="-"/>
            </a:pPr>
            <a:r>
              <a:rPr b="0" i="0" lang="en-US" sz="2000" u="none" cap="none" strike="noStrike">
                <a:solidFill>
                  <a:srgbClr val="20538B"/>
                </a:solidFill>
                <a:latin typeface="Arial"/>
                <a:ea typeface="Arial"/>
                <a:cs typeface="Arial"/>
                <a:sym typeface="Arial"/>
              </a:rPr>
              <a:t>서비스 개발·배포 전 정기 취약점 점검 자동화</a:t>
            </a:r>
            <a:endParaRPr/>
          </a:p>
          <a:p>
            <a:pPr indent="-349250" lvl="0" marL="457200" marR="0" rtl="0" algn="l">
              <a:lnSpc>
                <a:spcPct val="145000"/>
              </a:lnSpc>
              <a:spcBef>
                <a:spcPts val="800"/>
              </a:spcBef>
              <a:spcAft>
                <a:spcPts val="0"/>
              </a:spcAft>
              <a:buClr>
                <a:srgbClr val="20538B"/>
              </a:buClr>
              <a:buSzPts val="2000"/>
              <a:buFont typeface="Arial"/>
              <a:buChar char="-"/>
            </a:pPr>
            <a:r>
              <a:rPr b="0" i="0" lang="en-US" sz="2000" u="none" cap="none" strike="noStrike">
                <a:solidFill>
                  <a:srgbClr val="20538B"/>
                </a:solidFill>
                <a:latin typeface="Arial"/>
                <a:ea typeface="Arial"/>
                <a:cs typeface="Arial"/>
                <a:sym typeface="Arial"/>
              </a:rPr>
              <a:t>ISMS-P 인증 준비 시 사전 점검 자료</a:t>
            </a:r>
            <a:endParaRPr/>
          </a:p>
          <a:p>
            <a:pPr indent="-349250" lvl="0" marL="457200" marR="0" rtl="0" algn="l">
              <a:lnSpc>
                <a:spcPct val="145000"/>
              </a:lnSpc>
              <a:spcBef>
                <a:spcPts val="800"/>
              </a:spcBef>
              <a:spcAft>
                <a:spcPts val="0"/>
              </a:spcAft>
              <a:buClr>
                <a:srgbClr val="20538B"/>
              </a:buClr>
              <a:buSzPts val="2000"/>
              <a:buFont typeface="Arial"/>
              <a:buChar char="-"/>
            </a:pPr>
            <a:r>
              <a:rPr b="0" i="0" lang="en-US" sz="2000" u="none" cap="none" strike="noStrike">
                <a:solidFill>
                  <a:srgbClr val="20538B"/>
                </a:solidFill>
                <a:latin typeface="Arial"/>
                <a:ea typeface="Arial"/>
                <a:cs typeface="Arial"/>
                <a:sym typeface="Arial"/>
              </a:rPr>
              <a:t>경영진 보고용 요약본과 실무 조치용 상세본을 함께 확보</a:t>
            </a:r>
            <a:endParaRPr/>
          </a:p>
        </p:txBody>
      </p:sp>
      <p:sp>
        <p:nvSpPr>
          <p:cNvPr id="607" name="Google Shape;607;h29ad1a1c935308b6_1_244"/>
          <p:cNvSpPr/>
          <p:nvPr/>
        </p:nvSpPr>
        <p:spPr>
          <a:xfrm>
            <a:off x="9631001" y="2800000"/>
            <a:ext cx="7700000" cy="4300000"/>
          </a:xfrm>
          <a:prstGeom prst="roundRect">
            <a:avLst>
              <a:gd fmla="val 5000" name="adj"/>
            </a:avLst>
          </a:prstGeom>
          <a:solidFill>
            <a:srgbClr val="EEF6FF"/>
          </a:solidFill>
          <a:ln cap="flat" cmpd="sng" w="19050">
            <a:solidFill>
              <a:srgbClr val="CBDDEF"/>
            </a:solidFill>
            <a:prstDash val="solid"/>
            <a:round/>
            <a:headEnd len="sm" w="sm" type="none"/>
            <a:tailEnd len="sm" w="sm" type="none"/>
          </a:ln>
        </p:spPr>
        <p:txBody>
          <a:bodyPr anchorCtr="0" anchor="ctr" bIns="90000" lIns="180000" spcFirstLastPara="1" rIns="180000" wrap="square" tIns="900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608" name="Google Shape;608;h29ad1a1c935308b6_1_244"/>
          <p:cNvPicPr preferRelativeResize="0"/>
          <p:nvPr/>
        </p:nvPicPr>
        <p:blipFill rotWithShape="1">
          <a:blip r:embed="rId4">
            <a:alphaModFix/>
          </a:blip>
          <a:srcRect b="0" l="0" r="0" t="0"/>
          <a:stretch/>
        </p:blipFill>
        <p:spPr>
          <a:xfrm>
            <a:off x="10031001" y="3170000"/>
            <a:ext cx="330000" cy="330000"/>
          </a:xfrm>
          <a:prstGeom prst="rect">
            <a:avLst/>
          </a:prstGeom>
          <a:noFill/>
          <a:ln>
            <a:noFill/>
          </a:ln>
        </p:spPr>
      </p:pic>
      <p:sp>
        <p:nvSpPr>
          <p:cNvPr id="609" name="Google Shape;609;h29ad1a1c935308b6_1_244"/>
          <p:cNvSpPr txBox="1"/>
          <p:nvPr/>
        </p:nvSpPr>
        <p:spPr>
          <a:xfrm>
            <a:off x="10551001" y="3130000"/>
            <a:ext cx="6380000" cy="5200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00000"/>
              </a:buClr>
              <a:buSzPts val="2800"/>
              <a:buFont typeface="Arial"/>
              <a:buNone/>
            </a:pPr>
            <a:r>
              <a:rPr b="1" i="0" lang="en-US" sz="2800" u="none" cap="none" strike="noStrike">
                <a:solidFill>
                  <a:srgbClr val="20538B"/>
                </a:solidFill>
                <a:latin typeface="Arial"/>
                <a:ea typeface="Arial"/>
                <a:cs typeface="Arial"/>
                <a:sym typeface="Arial"/>
              </a:rPr>
              <a:t>기대 효과</a:t>
            </a:r>
            <a:endParaRPr/>
          </a:p>
        </p:txBody>
      </p:sp>
      <p:sp>
        <p:nvSpPr>
          <p:cNvPr id="610" name="Google Shape;610;h29ad1a1c935308b6_1_244"/>
          <p:cNvSpPr txBox="1"/>
          <p:nvPr/>
        </p:nvSpPr>
        <p:spPr>
          <a:xfrm>
            <a:off x="10081001" y="3950000"/>
            <a:ext cx="6800000" cy="2950000"/>
          </a:xfrm>
          <a:prstGeom prst="rect">
            <a:avLst/>
          </a:prstGeom>
          <a:noFill/>
          <a:ln>
            <a:noFill/>
          </a:ln>
        </p:spPr>
        <p:txBody>
          <a:bodyPr anchorCtr="0" anchor="t" bIns="0" lIns="0" spcFirstLastPara="1" rIns="0" wrap="square" tIns="0">
            <a:noAutofit/>
          </a:bodyPr>
          <a:lstStyle/>
          <a:p>
            <a:pPr indent="-349250" lvl="0" marL="457200" marR="0" rtl="0" algn="l">
              <a:lnSpc>
                <a:spcPct val="145000"/>
              </a:lnSpc>
              <a:spcBef>
                <a:spcPts val="0"/>
              </a:spcBef>
              <a:spcAft>
                <a:spcPts val="0"/>
              </a:spcAft>
              <a:buClr>
                <a:srgbClr val="20538B"/>
              </a:buClr>
              <a:buSzPts val="2000"/>
              <a:buFont typeface="Arial"/>
              <a:buChar char="-"/>
            </a:pPr>
            <a:r>
              <a:rPr b="0" i="0" lang="en-US" sz="2000" u="none" cap="none" strike="noStrike">
                <a:solidFill>
                  <a:srgbClr val="20538B"/>
                </a:solidFill>
                <a:latin typeface="Arial"/>
                <a:ea typeface="Arial"/>
                <a:cs typeface="Arial"/>
                <a:sym typeface="Arial"/>
              </a:rPr>
              <a:t>취약점을 자동으로 진단해 보안 인력의 업무 부담 감소</a:t>
            </a:r>
            <a:endParaRPr/>
          </a:p>
          <a:p>
            <a:pPr indent="-349250" lvl="0" marL="457200" marR="0" rtl="0" algn="l">
              <a:lnSpc>
                <a:spcPct val="145000"/>
              </a:lnSpc>
              <a:spcBef>
                <a:spcPts val="800"/>
              </a:spcBef>
              <a:spcAft>
                <a:spcPts val="0"/>
              </a:spcAft>
              <a:buClr>
                <a:srgbClr val="20538B"/>
              </a:buClr>
              <a:buSzPts val="2000"/>
              <a:buFont typeface="Arial"/>
              <a:buChar char="-"/>
            </a:pPr>
            <a:r>
              <a:rPr b="0" i="0" lang="en-US" sz="2000" u="none" cap="none" strike="noStrike">
                <a:solidFill>
                  <a:srgbClr val="20538B"/>
                </a:solidFill>
                <a:latin typeface="Arial"/>
                <a:ea typeface="Arial"/>
                <a:cs typeface="Arial"/>
                <a:sym typeface="Arial"/>
              </a:rPr>
              <a:t>개인정보 유출을 예방해 사생활 보호</a:t>
            </a:r>
            <a:endParaRPr/>
          </a:p>
          <a:p>
            <a:pPr indent="-349250" lvl="0" marL="457200" marR="0" rtl="0" algn="l">
              <a:lnSpc>
                <a:spcPct val="145000"/>
              </a:lnSpc>
              <a:spcBef>
                <a:spcPts val="800"/>
              </a:spcBef>
              <a:spcAft>
                <a:spcPts val="0"/>
              </a:spcAft>
              <a:buClr>
                <a:srgbClr val="20538B"/>
              </a:buClr>
              <a:buSzPts val="2000"/>
              <a:buFont typeface="Arial"/>
              <a:buChar char="-"/>
            </a:pPr>
            <a:r>
              <a:rPr b="0" i="0" lang="en-US" sz="2000" u="none" cap="none" strike="noStrike">
                <a:solidFill>
                  <a:srgbClr val="20538B"/>
                </a:solidFill>
                <a:latin typeface="Arial"/>
                <a:ea typeface="Arial"/>
                <a:cs typeface="Arial"/>
                <a:sym typeface="Arial"/>
              </a:rPr>
              <a:t>향후 ISMS-P 인증 준비와 연계 가능</a:t>
            </a:r>
            <a:endParaRPr/>
          </a:p>
        </p:txBody>
      </p:sp>
      <p:sp>
        <p:nvSpPr>
          <p:cNvPr id="611" name="Google Shape;611;h29ad1a1c935308b6_1_244"/>
          <p:cNvSpPr/>
          <p:nvPr/>
        </p:nvSpPr>
        <p:spPr>
          <a:xfrm>
            <a:off x="1437501" y="7400000"/>
            <a:ext cx="15893500" cy="1150000"/>
          </a:xfrm>
          <a:prstGeom prst="roundRect">
            <a:avLst>
              <a:gd fmla="val 8000" name="adj"/>
            </a:avLst>
          </a:prstGeom>
          <a:solidFill>
            <a:srgbClr val="20538B"/>
          </a:solidFill>
          <a:ln>
            <a:noFill/>
          </a:ln>
        </p:spPr>
        <p:txBody>
          <a:bodyPr anchorCtr="0" anchor="ctr" bIns="200000" lIns="400000" spcFirstLastPara="1" rIns="400000" wrap="square" tIns="200000">
            <a:noAutofit/>
          </a:bodyPr>
          <a:lstStyle/>
          <a:p>
            <a:pPr indent="0" lvl="0" marL="0" marR="0" rtl="0" algn="l">
              <a:lnSpc>
                <a:spcPct val="135000"/>
              </a:lnSpc>
              <a:spcBef>
                <a:spcPts val="0"/>
              </a:spcBef>
              <a:spcAft>
                <a:spcPts val="0"/>
              </a:spcAft>
              <a:buClr>
                <a:srgbClr val="000000"/>
              </a:buClr>
              <a:buSzPts val="2200"/>
              <a:buFont typeface="Arial"/>
              <a:buNone/>
            </a:pPr>
            <a:r>
              <a:rPr b="1" i="0" lang="en-US" sz="2200" u="none" cap="none" strike="noStrike">
                <a:solidFill>
                  <a:srgbClr val="FFFFFF"/>
                </a:solidFill>
                <a:latin typeface="Arial"/>
                <a:ea typeface="Arial"/>
                <a:cs typeface="Arial"/>
                <a:sym typeface="Arial"/>
              </a:rPr>
              <a:t>점검부터 법적 영향, 조치 방안까지 한 번에 확인해 보안 인력이 없는 서비스도 스스로 점검·개선할 수 있다</a:t>
            </a:r>
            <a:endParaRPr/>
          </a:p>
        </p:txBody>
      </p:sp>
      <p:sp>
        <p:nvSpPr>
          <p:cNvPr id="612" name="Google Shape;612;h29ad1a1c935308b6_1_244"/>
          <p:cNvSpPr txBox="1"/>
          <p:nvPr/>
        </p:nvSpPr>
        <p:spPr>
          <a:xfrm>
            <a:off x="1437501" y="8800000"/>
            <a:ext cx="15893500" cy="4000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1800"/>
              <a:buFont typeface="Arial"/>
              <a:buNone/>
            </a:pPr>
            <a:r>
              <a:rPr b="0" i="0" lang="en-US" sz="1800" u="none" cap="none" strike="noStrike">
                <a:solidFill>
                  <a:srgbClr val="20538B"/>
                </a:solidFill>
                <a:latin typeface="Arial"/>
                <a:ea typeface="Arial"/>
                <a:cs typeface="Arial"/>
                <a:sym typeface="Arial"/>
              </a:rPr>
              <a:t>※ 현재 점검 대상: 내부망(localhost 등)에서 실행 중인 자체 구축 교육 플랫폼</a:t>
            </a:r>
            <a:endParaRPr/>
          </a:p>
        </p:txBody>
      </p:sp>
      <p:sp>
        <p:nvSpPr>
          <p:cNvPr id="613" name="Google Shape;613;h29ad1a1c935308b6_1_244"/>
          <p:cNvSpPr txBox="1"/>
          <p:nvPr/>
        </p:nvSpPr>
        <p:spPr>
          <a:xfrm>
            <a:off x="2059463" y="753018"/>
            <a:ext cx="14918400" cy="1477328"/>
          </a:xfrm>
          <a:prstGeom prst="rect">
            <a:avLst/>
          </a:prstGeom>
          <a:noFill/>
          <a:ln>
            <a:noFill/>
          </a:ln>
        </p:spPr>
        <p:txBody>
          <a:bodyPr anchorCtr="0" anchor="ctr" bIns="0" lIns="0" spcFirstLastPara="1" rIns="0" wrap="square" tIns="0">
            <a:noAutofit/>
          </a:bodyPr>
          <a:lstStyle/>
          <a:p>
            <a:pPr indent="0" lvl="0" marL="0" marR="0" rtl="0" algn="l">
              <a:lnSpc>
                <a:spcPct val="192000"/>
              </a:lnSpc>
              <a:spcBef>
                <a:spcPts val="0"/>
              </a:spcBef>
              <a:spcAft>
                <a:spcPts val="0"/>
              </a:spcAft>
              <a:buClr>
                <a:srgbClr val="000000"/>
              </a:buClr>
              <a:buSzPts val="5000"/>
              <a:buFont typeface="Arial"/>
              <a:buNone/>
            </a:pPr>
            <a:r>
              <a:rPr b="1" i="0" lang="en-US" sz="5000" u="none" cap="none" strike="noStrike">
                <a:solidFill>
                  <a:srgbClr val="20538B"/>
                </a:solidFill>
                <a:latin typeface="Arial"/>
                <a:ea typeface="Arial"/>
                <a:cs typeface="Arial"/>
                <a:sym typeface="Arial"/>
              </a:rPr>
              <a:t>프로젝트 개요 </a:t>
            </a:r>
            <a:r>
              <a:rPr b="1" i="0" lang="en-US" sz="3500" u="none" cap="none" strike="noStrike">
                <a:solidFill>
                  <a:srgbClr val="20538B"/>
                </a:solidFill>
                <a:latin typeface="Arial"/>
                <a:ea typeface="Arial"/>
                <a:cs typeface="Arial"/>
                <a:sym typeface="Arial"/>
              </a:rPr>
              <a:t>– 활용방안 및 기대효과</a:t>
            </a:r>
            <a:endParaRPr b="1" i="0" sz="5000" u="none" cap="none" strike="noStrike">
              <a:solidFill>
                <a:srgbClr val="20538B"/>
              </a:solidFill>
              <a:latin typeface="Arial"/>
              <a:ea typeface="Arial"/>
              <a:cs typeface="Arial"/>
              <a:sym typeface="Arial"/>
            </a:endParaRPr>
          </a:p>
        </p:txBody>
      </p:sp>
      <p:sp>
        <p:nvSpPr>
          <p:cNvPr id="614" name="Google Shape;614;h29ad1a1c935308b6_1_244"/>
          <p:cNvSpPr txBox="1"/>
          <p:nvPr/>
        </p:nvSpPr>
        <p:spPr>
          <a:xfrm>
            <a:off x="1192205" y="770619"/>
            <a:ext cx="834600" cy="1442126"/>
          </a:xfrm>
          <a:prstGeom prst="rect">
            <a:avLst/>
          </a:prstGeom>
          <a:noFill/>
          <a:ln>
            <a:noFill/>
          </a:ln>
        </p:spPr>
        <p:txBody>
          <a:bodyPr anchorCtr="0" anchor="ctr" bIns="0" lIns="0" spcFirstLastPara="1" rIns="0" wrap="square" tIns="0">
            <a:noAutofit/>
          </a:bodyPr>
          <a:lstStyle/>
          <a:p>
            <a:pPr indent="0" lvl="0" marL="0" marR="0" rtl="0" algn="l">
              <a:lnSpc>
                <a:spcPct val="192009"/>
              </a:lnSpc>
              <a:spcBef>
                <a:spcPts val="0"/>
              </a:spcBef>
              <a:spcAft>
                <a:spcPts val="0"/>
              </a:spcAft>
              <a:buClr>
                <a:srgbClr val="000000"/>
              </a:buClr>
              <a:buSzPts val="4881"/>
              <a:buFont typeface="Arial"/>
              <a:buNone/>
            </a:pPr>
            <a:r>
              <a:rPr b="1" i="0" lang="en-US" sz="4881" u="none" cap="none" strike="noStrike">
                <a:solidFill>
                  <a:srgbClr val="CBDDEF"/>
                </a:solidFill>
                <a:latin typeface="Arial"/>
                <a:ea typeface="Arial"/>
                <a:cs typeface="Arial"/>
                <a:sym typeface="Arial"/>
              </a:rPr>
              <a:t>01</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8" name="Shape 618"/>
        <p:cNvGrpSpPr/>
        <p:nvPr/>
      </p:nvGrpSpPr>
      <p:grpSpPr>
        <a:xfrm>
          <a:off x="0" y="0"/>
          <a:ext cx="0" cy="0"/>
          <a:chOff x="0" y="0"/>
          <a:chExt cx="0" cy="0"/>
        </a:xfrm>
      </p:grpSpPr>
      <p:grpSp>
        <p:nvGrpSpPr>
          <p:cNvPr id="619" name="Google Shape;619;h32a9095667746e33_6_52"/>
          <p:cNvGrpSpPr/>
          <p:nvPr/>
        </p:nvGrpSpPr>
        <p:grpSpPr>
          <a:xfrm>
            <a:off x="-1081199" y="3274283"/>
            <a:ext cx="20615733" cy="7012716"/>
            <a:chOff x="-99239" y="-86"/>
            <a:chExt cx="27487644" cy="9350288"/>
          </a:xfrm>
        </p:grpSpPr>
        <p:grpSp>
          <p:nvGrpSpPr>
            <p:cNvPr id="620" name="Google Shape;620;h32a9095667746e33_6_52"/>
            <p:cNvGrpSpPr/>
            <p:nvPr/>
          </p:nvGrpSpPr>
          <p:grpSpPr>
            <a:xfrm rot="-5400000">
              <a:off x="11107617" y="-11206942"/>
              <a:ext cx="4770761" cy="27184472"/>
              <a:chOff x="0" y="-38100"/>
              <a:chExt cx="1831597" cy="10436700"/>
            </a:xfrm>
          </p:grpSpPr>
          <p:sp>
            <p:nvSpPr>
              <p:cNvPr id="621" name="Google Shape;621;h32a9095667746e33_6_52"/>
              <p:cNvSpPr/>
              <p:nvPr/>
            </p:nvSpPr>
            <p:spPr>
              <a:xfrm>
                <a:off x="0" y="0"/>
                <a:ext cx="1831597" cy="10398600"/>
              </a:xfrm>
              <a:custGeom>
                <a:rect b="b" l="l" r="r" t="t"/>
                <a:pathLst>
                  <a:path extrusionOk="0" h="10398600" w="1831597">
                    <a:moveTo>
                      <a:pt x="0" y="0"/>
                    </a:moveTo>
                    <a:lnTo>
                      <a:pt x="1831597" y="0"/>
                    </a:lnTo>
                    <a:lnTo>
                      <a:pt x="1831597" y="10398600"/>
                    </a:lnTo>
                    <a:lnTo>
                      <a:pt x="0" y="10398600"/>
                    </a:lnTo>
                    <a:close/>
                  </a:path>
                </a:pathLst>
              </a:custGeom>
              <a:solidFill>
                <a:srgbClr val="CBDDEF"/>
              </a:solidFill>
              <a:ln>
                <a:noFill/>
              </a:ln>
            </p:spPr>
          </p:sp>
          <p:sp>
            <p:nvSpPr>
              <p:cNvPr id="622" name="Google Shape;622;h32a9095667746e33_6_52"/>
              <p:cNvSpPr txBox="1"/>
              <p:nvPr/>
            </p:nvSpPr>
            <p:spPr>
              <a:xfrm>
                <a:off x="0" y="-38100"/>
                <a:ext cx="1831500" cy="10436700"/>
              </a:xfrm>
              <a:prstGeom prst="rect">
                <a:avLst/>
              </a:prstGeom>
              <a:noFill/>
              <a:ln>
                <a:noFill/>
              </a:ln>
            </p:spPr>
            <p:txBody>
              <a:bodyPr anchorCtr="0" anchor="ctr" bIns="27000" lIns="27000" spcFirstLastPara="1" rIns="27000" wrap="square" tIns="27000">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623" name="Google Shape;623;h32a9095667746e33_6_52"/>
            <p:cNvGrpSpPr/>
            <p:nvPr/>
          </p:nvGrpSpPr>
          <p:grpSpPr>
            <a:xfrm rot="-5400000">
              <a:off x="11637133" y="-6401070"/>
              <a:ext cx="4579844" cy="26922700"/>
              <a:chOff x="0" y="-38100"/>
              <a:chExt cx="1758300" cy="10336200"/>
            </a:xfrm>
          </p:grpSpPr>
          <p:sp>
            <p:nvSpPr>
              <p:cNvPr id="624" name="Google Shape;624;h32a9095667746e33_6_52"/>
              <p:cNvSpPr/>
              <p:nvPr/>
            </p:nvSpPr>
            <p:spPr>
              <a:xfrm>
                <a:off x="0" y="0"/>
                <a:ext cx="1758210" cy="10298040"/>
              </a:xfrm>
              <a:custGeom>
                <a:rect b="b" l="l" r="r" t="t"/>
                <a:pathLst>
                  <a:path extrusionOk="0" h="10298040" w="1758210">
                    <a:moveTo>
                      <a:pt x="0" y="0"/>
                    </a:moveTo>
                    <a:lnTo>
                      <a:pt x="1758210" y="0"/>
                    </a:lnTo>
                    <a:lnTo>
                      <a:pt x="1758210" y="10298040"/>
                    </a:lnTo>
                    <a:lnTo>
                      <a:pt x="0" y="10298040"/>
                    </a:lnTo>
                    <a:close/>
                  </a:path>
                </a:pathLst>
              </a:custGeom>
              <a:solidFill>
                <a:srgbClr val="94B6DA"/>
              </a:solidFill>
              <a:ln>
                <a:noFill/>
              </a:ln>
            </p:spPr>
          </p:sp>
          <p:sp>
            <p:nvSpPr>
              <p:cNvPr id="625" name="Google Shape;625;h32a9095667746e33_6_52"/>
              <p:cNvSpPr txBox="1"/>
              <p:nvPr/>
            </p:nvSpPr>
            <p:spPr>
              <a:xfrm>
                <a:off x="0" y="-38100"/>
                <a:ext cx="1758300" cy="10336200"/>
              </a:xfrm>
              <a:prstGeom prst="rect">
                <a:avLst/>
              </a:prstGeom>
              <a:noFill/>
              <a:ln>
                <a:noFill/>
              </a:ln>
            </p:spPr>
            <p:txBody>
              <a:bodyPr anchorCtr="0" anchor="ctr" bIns="27000" lIns="27000" spcFirstLastPara="1" rIns="27000" wrap="square" tIns="27000">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grpSp>
        <p:nvGrpSpPr>
          <p:cNvPr id="626" name="Google Shape;626;h32a9095667746e33_6_52"/>
          <p:cNvGrpSpPr/>
          <p:nvPr/>
        </p:nvGrpSpPr>
        <p:grpSpPr>
          <a:xfrm>
            <a:off x="731085" y="622850"/>
            <a:ext cx="16825838" cy="9050174"/>
            <a:chOff x="0" y="-108814"/>
            <a:chExt cx="22434451" cy="12066898"/>
          </a:xfrm>
        </p:grpSpPr>
        <p:grpSp>
          <p:nvGrpSpPr>
            <p:cNvPr id="627" name="Google Shape;627;h32a9095667746e33_6_52"/>
            <p:cNvGrpSpPr/>
            <p:nvPr/>
          </p:nvGrpSpPr>
          <p:grpSpPr>
            <a:xfrm>
              <a:off x="26537" y="10214891"/>
              <a:ext cx="22386840" cy="1743193"/>
              <a:chOff x="0" y="-47625"/>
              <a:chExt cx="9809754" cy="763855"/>
            </a:xfrm>
          </p:grpSpPr>
          <p:sp>
            <p:nvSpPr>
              <p:cNvPr id="628" name="Google Shape;628;h32a9095667746e33_6_52"/>
              <p:cNvSpPr/>
              <p:nvPr/>
            </p:nvSpPr>
            <p:spPr>
              <a:xfrm>
                <a:off x="0" y="0"/>
                <a:ext cx="9809754" cy="716230"/>
              </a:xfrm>
              <a:custGeom>
                <a:rect b="b" l="l" r="r" t="t"/>
                <a:pathLst>
                  <a:path extrusionOk="0" h="716230" w="9809754">
                    <a:moveTo>
                      <a:pt x="0" y="0"/>
                    </a:moveTo>
                    <a:lnTo>
                      <a:pt x="9809754" y="0"/>
                    </a:lnTo>
                    <a:lnTo>
                      <a:pt x="9809754" y="716230"/>
                    </a:lnTo>
                    <a:lnTo>
                      <a:pt x="0" y="716230"/>
                    </a:lnTo>
                    <a:close/>
                  </a:path>
                </a:pathLst>
              </a:custGeom>
              <a:solidFill>
                <a:srgbClr val="20538B"/>
              </a:solidFill>
              <a:ln cap="sq" cmpd="sng" w="38100">
                <a:solidFill>
                  <a:srgbClr val="20538B"/>
                </a:solidFill>
                <a:prstDash val="solid"/>
                <a:miter lim="8000"/>
                <a:headEnd len="sm" w="sm" type="none"/>
                <a:tailEnd len="sm" w="sm" type="none"/>
              </a:ln>
            </p:spPr>
          </p:sp>
          <p:sp>
            <p:nvSpPr>
              <p:cNvPr id="629" name="Google Shape;629;h32a9095667746e33_6_52"/>
              <p:cNvSpPr txBox="1"/>
              <p:nvPr/>
            </p:nvSpPr>
            <p:spPr>
              <a:xfrm>
                <a:off x="0" y="-47625"/>
                <a:ext cx="9809700" cy="763800"/>
              </a:xfrm>
              <a:prstGeom prst="rect">
                <a:avLst/>
              </a:prstGeom>
              <a:noFill/>
              <a:ln>
                <a:noFill/>
              </a:ln>
            </p:spPr>
            <p:txBody>
              <a:bodyPr anchorCtr="0" anchor="ctr" bIns="50800" lIns="50800" spcFirstLastPara="1" rIns="50800" wrap="square" tIns="50800">
                <a:noAutofit/>
              </a:bodyPr>
              <a:lstStyle/>
              <a:p>
                <a:pPr indent="0" lvl="0" marL="0" marR="0" rtl="0" algn="ctr">
                  <a:lnSpc>
                    <a:spcPct val="175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630" name="Google Shape;630;h32a9095667746e33_6_52"/>
            <p:cNvGrpSpPr/>
            <p:nvPr/>
          </p:nvGrpSpPr>
          <p:grpSpPr>
            <a:xfrm>
              <a:off x="0" y="-108814"/>
              <a:ext cx="22434451" cy="11946166"/>
              <a:chOff x="0" y="-47625"/>
              <a:chExt cx="9819000" cy="5228539"/>
            </a:xfrm>
          </p:grpSpPr>
          <p:sp>
            <p:nvSpPr>
              <p:cNvPr id="631" name="Google Shape;631;h32a9095667746e33_6_52"/>
              <p:cNvSpPr/>
              <p:nvPr/>
            </p:nvSpPr>
            <p:spPr>
              <a:xfrm>
                <a:off x="0" y="0"/>
                <a:ext cx="9818922" cy="5180914"/>
              </a:xfrm>
              <a:custGeom>
                <a:rect b="b" l="l" r="r" t="t"/>
                <a:pathLst>
                  <a:path extrusionOk="0" h="5180914" w="9818922">
                    <a:moveTo>
                      <a:pt x="0" y="0"/>
                    </a:moveTo>
                    <a:lnTo>
                      <a:pt x="9818922" y="0"/>
                    </a:lnTo>
                    <a:lnTo>
                      <a:pt x="9818922" y="5180914"/>
                    </a:lnTo>
                    <a:lnTo>
                      <a:pt x="0" y="5180914"/>
                    </a:lnTo>
                    <a:close/>
                  </a:path>
                </a:pathLst>
              </a:custGeom>
              <a:solidFill>
                <a:srgbClr val="FFFFFF"/>
              </a:solidFill>
              <a:ln cap="sq" cmpd="sng" w="38100">
                <a:solidFill>
                  <a:srgbClr val="20538B"/>
                </a:solidFill>
                <a:prstDash val="solid"/>
                <a:miter lim="8000"/>
                <a:headEnd len="sm" w="sm" type="none"/>
                <a:tailEnd len="sm" w="sm" type="none"/>
              </a:ln>
            </p:spPr>
          </p:sp>
          <p:sp>
            <p:nvSpPr>
              <p:cNvPr id="632" name="Google Shape;632;h32a9095667746e33_6_52"/>
              <p:cNvSpPr txBox="1"/>
              <p:nvPr/>
            </p:nvSpPr>
            <p:spPr>
              <a:xfrm>
                <a:off x="0" y="-47625"/>
                <a:ext cx="9819000" cy="5228400"/>
              </a:xfrm>
              <a:prstGeom prst="rect">
                <a:avLst/>
              </a:prstGeom>
              <a:noFill/>
              <a:ln>
                <a:noFill/>
              </a:ln>
            </p:spPr>
            <p:txBody>
              <a:bodyPr anchorCtr="0" anchor="ctr" bIns="50800" lIns="50800" spcFirstLastPara="1" rIns="50800" wrap="square" tIns="50800">
                <a:noAutofit/>
              </a:bodyPr>
              <a:lstStyle/>
              <a:p>
                <a:pPr indent="0" lvl="0" marL="0" marR="0" rtl="0" algn="ctr">
                  <a:lnSpc>
                    <a:spcPct val="175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grpSp>
        <p:nvGrpSpPr>
          <p:cNvPr id="633" name="Google Shape;633;h32a9095667746e33_6_52"/>
          <p:cNvGrpSpPr/>
          <p:nvPr/>
        </p:nvGrpSpPr>
        <p:grpSpPr>
          <a:xfrm>
            <a:off x="763743" y="662704"/>
            <a:ext cx="16759942" cy="1561150"/>
            <a:chOff x="0" y="-38100"/>
            <a:chExt cx="8581200" cy="799319"/>
          </a:xfrm>
        </p:grpSpPr>
        <p:sp>
          <p:nvSpPr>
            <p:cNvPr id="634" name="Google Shape;634;h32a9095667746e33_6_52"/>
            <p:cNvSpPr/>
            <p:nvPr/>
          </p:nvSpPr>
          <p:spPr>
            <a:xfrm>
              <a:off x="0" y="0"/>
              <a:ext cx="8581180" cy="761219"/>
            </a:xfrm>
            <a:custGeom>
              <a:rect b="b" l="l" r="r" t="t"/>
              <a:pathLst>
                <a:path extrusionOk="0" h="761219" w="8581180">
                  <a:moveTo>
                    <a:pt x="0" y="0"/>
                  </a:moveTo>
                  <a:lnTo>
                    <a:pt x="8581180" y="0"/>
                  </a:lnTo>
                  <a:lnTo>
                    <a:pt x="8581180" y="761219"/>
                  </a:lnTo>
                  <a:lnTo>
                    <a:pt x="0" y="761219"/>
                  </a:lnTo>
                  <a:close/>
                </a:path>
              </a:pathLst>
            </a:custGeom>
            <a:solidFill>
              <a:srgbClr val="EEF6FF"/>
            </a:solidFill>
            <a:ln cap="sq" cmpd="sng" w="9525">
              <a:solidFill>
                <a:srgbClr val="20538B"/>
              </a:solidFill>
              <a:prstDash val="solid"/>
              <a:miter lim="8000"/>
              <a:headEnd len="sm" w="sm" type="none"/>
              <a:tailEnd len="sm" w="sm" type="none"/>
            </a:ln>
          </p:spPr>
        </p:sp>
        <p:sp>
          <p:nvSpPr>
            <p:cNvPr id="635" name="Google Shape;635;h32a9095667746e33_6_52"/>
            <p:cNvSpPr txBox="1"/>
            <p:nvPr/>
          </p:nvSpPr>
          <p:spPr>
            <a:xfrm>
              <a:off x="0" y="-38100"/>
              <a:ext cx="8581200" cy="799200"/>
            </a:xfrm>
            <a:prstGeom prst="rect">
              <a:avLst/>
            </a:prstGeom>
            <a:noFill/>
            <a:ln>
              <a:noFill/>
            </a:ln>
          </p:spPr>
          <p:txBody>
            <a:bodyPr anchorCtr="0" anchor="ctr" bIns="39175" lIns="39175" spcFirstLastPara="1" rIns="39175" wrap="square" tIns="39175">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636" name="Google Shape;636;h32a9095667746e33_6_52"/>
          <p:cNvSpPr/>
          <p:nvPr/>
        </p:nvSpPr>
        <p:spPr>
          <a:xfrm>
            <a:off x="8529670" y="4041017"/>
            <a:ext cx="614330" cy="466891"/>
          </a:xfrm>
          <a:custGeom>
            <a:rect b="b" l="l" r="r" t="t"/>
            <a:pathLst>
              <a:path extrusionOk="0" h="466891" w="614330">
                <a:moveTo>
                  <a:pt x="0" y="0"/>
                </a:moveTo>
                <a:lnTo>
                  <a:pt x="614330" y="0"/>
                </a:lnTo>
                <a:lnTo>
                  <a:pt x="614330" y="466891"/>
                </a:lnTo>
                <a:lnTo>
                  <a:pt x="0" y="466891"/>
                </a:lnTo>
                <a:lnTo>
                  <a:pt x="0" y="0"/>
                </a:lnTo>
                <a:close/>
              </a:path>
            </a:pathLst>
          </a:custGeom>
          <a:blipFill rotWithShape="1">
            <a:blip r:embed="rId3">
              <a:alphaModFix/>
            </a:blip>
            <a:stretch>
              <a:fillRect b="0" l="0" r="0" t="0"/>
            </a:stretch>
          </a:blipFill>
          <a:ln>
            <a:noFill/>
          </a:ln>
        </p:spPr>
      </p:sp>
      <p:sp>
        <p:nvSpPr>
          <p:cNvPr id="637" name="Google Shape;637;h32a9095667746e33_6_52"/>
          <p:cNvSpPr/>
          <p:nvPr/>
        </p:nvSpPr>
        <p:spPr>
          <a:xfrm rot="10800000">
            <a:off x="8529670" y="5869584"/>
            <a:ext cx="614330" cy="466891"/>
          </a:xfrm>
          <a:custGeom>
            <a:rect b="b" l="l" r="r" t="t"/>
            <a:pathLst>
              <a:path extrusionOk="0" h="466891" w="614330">
                <a:moveTo>
                  <a:pt x="614330" y="466890"/>
                </a:moveTo>
                <a:lnTo>
                  <a:pt x="0" y="466890"/>
                </a:lnTo>
                <a:lnTo>
                  <a:pt x="0" y="0"/>
                </a:lnTo>
                <a:lnTo>
                  <a:pt x="614330" y="0"/>
                </a:lnTo>
                <a:lnTo>
                  <a:pt x="614330" y="466890"/>
                </a:lnTo>
                <a:close/>
              </a:path>
            </a:pathLst>
          </a:custGeom>
          <a:blipFill rotWithShape="1">
            <a:blip r:embed="rId3">
              <a:alphaModFix/>
            </a:blip>
            <a:stretch>
              <a:fillRect b="0" l="0" r="0" t="0"/>
            </a:stretch>
          </a:blipFill>
          <a:ln>
            <a:noFill/>
          </a:ln>
        </p:spPr>
      </p:sp>
      <p:sp>
        <p:nvSpPr>
          <p:cNvPr id="638" name="Google Shape;638;h32a9095667746e33_6_52"/>
          <p:cNvSpPr/>
          <p:nvPr/>
        </p:nvSpPr>
        <p:spPr>
          <a:xfrm>
            <a:off x="15531691" y="160918"/>
            <a:ext cx="996214" cy="1021758"/>
          </a:xfrm>
          <a:custGeom>
            <a:rect b="b" l="l" r="r" t="t"/>
            <a:pathLst>
              <a:path extrusionOk="0" h="1021758" w="996214">
                <a:moveTo>
                  <a:pt x="0" y="0"/>
                </a:moveTo>
                <a:lnTo>
                  <a:pt x="996214" y="0"/>
                </a:lnTo>
                <a:lnTo>
                  <a:pt x="996214" y="1021758"/>
                </a:lnTo>
                <a:lnTo>
                  <a:pt x="0" y="1021758"/>
                </a:lnTo>
                <a:lnTo>
                  <a:pt x="0" y="0"/>
                </a:lnTo>
                <a:close/>
              </a:path>
            </a:pathLst>
          </a:custGeom>
          <a:blipFill rotWithShape="1">
            <a:blip r:embed="rId4">
              <a:alphaModFix/>
            </a:blip>
            <a:stretch>
              <a:fillRect b="0" l="0" r="0" t="0"/>
            </a:stretch>
          </a:blipFill>
          <a:ln>
            <a:noFill/>
          </a:ln>
        </p:spPr>
      </p:sp>
      <p:sp>
        <p:nvSpPr>
          <p:cNvPr id="639" name="Google Shape;639;h32a9095667746e33_6_52"/>
          <p:cNvSpPr txBox="1"/>
          <p:nvPr/>
        </p:nvSpPr>
        <p:spPr>
          <a:xfrm>
            <a:off x="2381350" y="893150"/>
            <a:ext cx="9984900" cy="10467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None/>
            </a:pPr>
            <a:r>
              <a:rPr b="1" lang="en-US" sz="5000">
                <a:solidFill>
                  <a:srgbClr val="20538B"/>
                </a:solidFill>
              </a:rPr>
              <a:t>에듀체크</a:t>
            </a:r>
            <a:endParaRPr b="1" sz="1800">
              <a:solidFill>
                <a:srgbClr val="20538B"/>
              </a:solidFill>
            </a:endParaRPr>
          </a:p>
          <a:p>
            <a:pPr indent="0" lvl="0" marL="0" rtl="0" algn="l">
              <a:lnSpc>
                <a:spcPct val="140000"/>
              </a:lnSpc>
              <a:spcBef>
                <a:spcPts val="0"/>
              </a:spcBef>
              <a:spcAft>
                <a:spcPts val="0"/>
              </a:spcAft>
              <a:buNone/>
            </a:pPr>
            <a:r>
              <a:rPr lang="en-US" sz="1800">
                <a:solidFill>
                  <a:srgbClr val="20538B"/>
                </a:solidFill>
              </a:rPr>
              <a:t>생성형 AI를 활용한 개인정보 유출 취약점 자동 진단 및 ISMS-P 인증기준 확인</a:t>
            </a:r>
            <a:endParaRPr b="1" sz="1800">
              <a:solidFill>
                <a:srgbClr val="20538B"/>
              </a:solidFill>
            </a:endParaRPr>
          </a:p>
        </p:txBody>
      </p:sp>
      <p:sp>
        <p:nvSpPr>
          <p:cNvPr id="640" name="Google Shape;640;h32a9095667746e33_6_52"/>
          <p:cNvSpPr txBox="1"/>
          <p:nvPr/>
        </p:nvSpPr>
        <p:spPr>
          <a:xfrm>
            <a:off x="1437501" y="920715"/>
            <a:ext cx="834600" cy="751200"/>
          </a:xfrm>
          <a:prstGeom prst="rect">
            <a:avLst/>
          </a:prstGeom>
          <a:noFill/>
          <a:ln>
            <a:noFill/>
          </a:ln>
        </p:spPr>
        <p:txBody>
          <a:bodyPr anchorCtr="0" anchor="t" bIns="0" lIns="0" spcFirstLastPara="1" rIns="0" wrap="square" tIns="0">
            <a:spAutoFit/>
          </a:bodyPr>
          <a:lstStyle/>
          <a:p>
            <a:pPr indent="0" lvl="0" marL="0" marR="0" rtl="0" algn="l">
              <a:lnSpc>
                <a:spcPct val="192009"/>
              </a:lnSpc>
              <a:spcBef>
                <a:spcPts val="0"/>
              </a:spcBef>
              <a:spcAft>
                <a:spcPts val="0"/>
              </a:spcAft>
              <a:buNone/>
            </a:pPr>
            <a:r>
              <a:rPr b="1" i="0" lang="en-US" sz="4881" u="none" cap="none" strike="noStrike">
                <a:solidFill>
                  <a:srgbClr val="CBDDEF"/>
                </a:solidFill>
                <a:latin typeface="Arial"/>
                <a:ea typeface="Arial"/>
                <a:cs typeface="Arial"/>
                <a:sym typeface="Arial"/>
              </a:rPr>
              <a:t>0</a:t>
            </a:r>
            <a:r>
              <a:rPr b="1" lang="en-US" sz="4881">
                <a:solidFill>
                  <a:srgbClr val="CBDDEF"/>
                </a:solidFill>
              </a:rPr>
              <a:t>2</a:t>
            </a:r>
            <a:endParaRPr/>
          </a:p>
        </p:txBody>
      </p:sp>
      <p:sp>
        <p:nvSpPr>
          <p:cNvPr id="641" name="Google Shape;641;h32a9095667746e33_6_52"/>
          <p:cNvSpPr txBox="1"/>
          <p:nvPr/>
        </p:nvSpPr>
        <p:spPr>
          <a:xfrm>
            <a:off x="4014349" y="4803993"/>
            <a:ext cx="9645000" cy="769500"/>
          </a:xfrm>
          <a:prstGeom prst="rect">
            <a:avLst/>
          </a:prstGeom>
          <a:noFill/>
          <a:ln>
            <a:noFill/>
          </a:ln>
        </p:spPr>
        <p:txBody>
          <a:bodyPr anchorCtr="0" anchor="t" bIns="0" lIns="0" spcFirstLastPara="1" rIns="0" wrap="square" tIns="0">
            <a:spAutoFit/>
          </a:bodyPr>
          <a:lstStyle/>
          <a:p>
            <a:pPr indent="0" lvl="0" marL="0" marR="0" rtl="0" algn="ctr">
              <a:lnSpc>
                <a:spcPct val="140012"/>
              </a:lnSpc>
              <a:spcBef>
                <a:spcPts val="0"/>
              </a:spcBef>
              <a:spcAft>
                <a:spcPts val="0"/>
              </a:spcAft>
              <a:buNone/>
            </a:pPr>
            <a:r>
              <a:rPr b="1" lang="en-US" sz="5000">
                <a:solidFill>
                  <a:srgbClr val="20538B"/>
                </a:solidFill>
              </a:rPr>
              <a:t>프로젝트 팀 구성 및 역할 </a:t>
            </a:r>
            <a:endParaRPr b="1" sz="5000">
              <a:solidFill>
                <a:srgbClr val="20538B"/>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5" name="Shape 645"/>
        <p:cNvGrpSpPr/>
        <p:nvPr/>
      </p:nvGrpSpPr>
      <p:grpSpPr>
        <a:xfrm>
          <a:off x="0" y="0"/>
          <a:ext cx="0" cy="0"/>
          <a:chOff x="0" y="0"/>
          <a:chExt cx="0" cy="0"/>
        </a:xfrm>
      </p:grpSpPr>
      <p:grpSp>
        <p:nvGrpSpPr>
          <p:cNvPr id="646" name="Google Shape;646;h26f5b0a23d79581a_12_75"/>
          <p:cNvGrpSpPr/>
          <p:nvPr/>
        </p:nvGrpSpPr>
        <p:grpSpPr>
          <a:xfrm>
            <a:off x="-1081198" y="3274348"/>
            <a:ext cx="20615256" cy="7012652"/>
            <a:chOff x="-99237" y="-1"/>
            <a:chExt cx="27487007" cy="9350203"/>
          </a:xfrm>
        </p:grpSpPr>
        <p:grpSp>
          <p:nvGrpSpPr>
            <p:cNvPr id="647" name="Google Shape;647;h26f5b0a23d79581a_12_75"/>
            <p:cNvGrpSpPr/>
            <p:nvPr/>
          </p:nvGrpSpPr>
          <p:grpSpPr>
            <a:xfrm rot="-5400000">
              <a:off x="11107419" y="-11206657"/>
              <a:ext cx="4770675" cy="27183987"/>
              <a:chOff x="0" y="-38100"/>
              <a:chExt cx="1831597" cy="10436700"/>
            </a:xfrm>
          </p:grpSpPr>
          <p:sp>
            <p:nvSpPr>
              <p:cNvPr id="648" name="Google Shape;648;h26f5b0a23d79581a_12_75"/>
              <p:cNvSpPr/>
              <p:nvPr/>
            </p:nvSpPr>
            <p:spPr>
              <a:xfrm>
                <a:off x="0" y="0"/>
                <a:ext cx="1831597" cy="10398600"/>
              </a:xfrm>
              <a:custGeom>
                <a:rect b="b" l="l" r="r" t="t"/>
                <a:pathLst>
                  <a:path extrusionOk="0" h="10398600" w="1831597">
                    <a:moveTo>
                      <a:pt x="0" y="0"/>
                    </a:moveTo>
                    <a:lnTo>
                      <a:pt x="1831597" y="0"/>
                    </a:lnTo>
                    <a:lnTo>
                      <a:pt x="1831597" y="10398600"/>
                    </a:lnTo>
                    <a:lnTo>
                      <a:pt x="0" y="10398600"/>
                    </a:lnTo>
                    <a:close/>
                  </a:path>
                </a:pathLst>
              </a:custGeom>
              <a:solidFill>
                <a:srgbClr val="CBDDE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pc="0" sz="1400" u="none" cap="none" strike="noStrike">
                  <a:solidFill>
                    <a:srgbClr val="000000"/>
                  </a:solidFill>
                  <a:latin typeface="Arial"/>
                  <a:ea typeface="Arial"/>
                  <a:cs typeface="Arial"/>
                  <a:sym typeface="Arial"/>
                </a:endParaRPr>
              </a:p>
            </p:txBody>
          </p:sp>
          <p:sp>
            <p:nvSpPr>
              <p:cNvPr id="649" name="Google Shape;649;h26f5b0a23d79581a_12_75"/>
              <p:cNvSpPr txBox="1"/>
              <p:nvPr/>
            </p:nvSpPr>
            <p:spPr>
              <a:xfrm>
                <a:off x="0" y="-38100"/>
                <a:ext cx="1831597" cy="10436700"/>
              </a:xfrm>
              <a:prstGeom prst="rect">
                <a:avLst/>
              </a:prstGeom>
              <a:noFill/>
              <a:ln>
                <a:noFill/>
              </a:ln>
            </p:spPr>
            <p:txBody>
              <a:bodyPr anchorCtr="0" anchor="ctr" bIns="27000" lIns="27000" spcFirstLastPara="1" rIns="27000" wrap="square" tIns="27000">
                <a:noAutofit/>
              </a:bodyPr>
              <a:lstStyle/>
              <a:p>
                <a:pPr indent="0" lvl="0" marL="0" marR="0" rtl="0" algn="ctr">
                  <a:lnSpc>
                    <a:spcPct val="155500"/>
                  </a:lnSpc>
                  <a:spcBef>
                    <a:spcPts val="0"/>
                  </a:spcBef>
                  <a:spcAft>
                    <a:spcPts val="0"/>
                  </a:spcAft>
                  <a:buClr>
                    <a:srgbClr val="000000"/>
                  </a:buClr>
                  <a:buSzPts val="1800"/>
                  <a:buFont typeface="Arial"/>
                  <a:buNone/>
                </a:pPr>
                <a:r>
                  <a:t/>
                </a:r>
                <a:endParaRPr b="0" i="0" spc="0" sz="1800" u="none" cap="none" strike="noStrike">
                  <a:solidFill>
                    <a:schemeClr val="dk1"/>
                  </a:solidFill>
                  <a:latin typeface="Calibri"/>
                  <a:ea typeface="Calibri"/>
                  <a:cs typeface="Calibri"/>
                  <a:sym typeface="Calibri"/>
                </a:endParaRPr>
              </a:p>
            </p:txBody>
          </p:sp>
        </p:grpSp>
        <p:grpSp>
          <p:nvGrpSpPr>
            <p:cNvPr id="650" name="Google Shape;650;h26f5b0a23d79581a_12_75"/>
            <p:cNvGrpSpPr/>
            <p:nvPr/>
          </p:nvGrpSpPr>
          <p:grpSpPr>
            <a:xfrm rot="-5400000">
              <a:off x="11636974" y="-6400594"/>
              <a:ext cx="4579528" cy="26922063"/>
              <a:chOff x="0" y="-38100"/>
              <a:chExt cx="1758210" cy="10336140"/>
            </a:xfrm>
          </p:grpSpPr>
          <p:sp>
            <p:nvSpPr>
              <p:cNvPr id="651" name="Google Shape;651;h26f5b0a23d79581a_12_75"/>
              <p:cNvSpPr/>
              <p:nvPr/>
            </p:nvSpPr>
            <p:spPr>
              <a:xfrm>
                <a:off x="0" y="0"/>
                <a:ext cx="1758210" cy="10298040"/>
              </a:xfrm>
              <a:custGeom>
                <a:rect b="b" l="l" r="r" t="t"/>
                <a:pathLst>
                  <a:path extrusionOk="0" h="10298040" w="1758210">
                    <a:moveTo>
                      <a:pt x="0" y="0"/>
                    </a:moveTo>
                    <a:lnTo>
                      <a:pt x="1758210" y="0"/>
                    </a:lnTo>
                    <a:lnTo>
                      <a:pt x="1758210" y="10298040"/>
                    </a:lnTo>
                    <a:lnTo>
                      <a:pt x="0" y="10298040"/>
                    </a:lnTo>
                    <a:close/>
                  </a:path>
                </a:pathLst>
              </a:custGeom>
              <a:solidFill>
                <a:srgbClr val="94B6DA"/>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pc="0" sz="1400" u="none" cap="none" strike="noStrike">
                  <a:solidFill>
                    <a:srgbClr val="000000"/>
                  </a:solidFill>
                  <a:latin typeface="Arial"/>
                  <a:ea typeface="Arial"/>
                  <a:cs typeface="Arial"/>
                  <a:sym typeface="Arial"/>
                </a:endParaRPr>
              </a:p>
            </p:txBody>
          </p:sp>
          <p:sp>
            <p:nvSpPr>
              <p:cNvPr id="652" name="Google Shape;652;h26f5b0a23d79581a_12_75"/>
              <p:cNvSpPr txBox="1"/>
              <p:nvPr/>
            </p:nvSpPr>
            <p:spPr>
              <a:xfrm>
                <a:off x="0" y="-38100"/>
                <a:ext cx="1758210" cy="10336140"/>
              </a:xfrm>
              <a:prstGeom prst="rect">
                <a:avLst/>
              </a:prstGeom>
              <a:noFill/>
              <a:ln>
                <a:noFill/>
              </a:ln>
            </p:spPr>
            <p:txBody>
              <a:bodyPr anchorCtr="0" anchor="ctr" bIns="27000" lIns="27000" spcFirstLastPara="1" rIns="27000" wrap="square" tIns="27000">
                <a:noAutofit/>
              </a:bodyPr>
              <a:lstStyle/>
              <a:p>
                <a:pPr indent="0" lvl="0" marL="0" marR="0" rtl="0" algn="ctr">
                  <a:lnSpc>
                    <a:spcPct val="155500"/>
                  </a:lnSpc>
                  <a:spcBef>
                    <a:spcPts val="0"/>
                  </a:spcBef>
                  <a:spcAft>
                    <a:spcPts val="0"/>
                  </a:spcAft>
                  <a:buClr>
                    <a:srgbClr val="000000"/>
                  </a:buClr>
                  <a:buSzPts val="1800"/>
                  <a:buFont typeface="Arial"/>
                  <a:buNone/>
                </a:pPr>
                <a:r>
                  <a:t/>
                </a:r>
                <a:endParaRPr b="0" i="0" spc="0" sz="1800" u="none" cap="none" strike="noStrike">
                  <a:solidFill>
                    <a:schemeClr val="dk1"/>
                  </a:solidFill>
                  <a:latin typeface="Calibri"/>
                  <a:ea typeface="Calibri"/>
                  <a:cs typeface="Calibri"/>
                  <a:sym typeface="Calibri"/>
                </a:endParaRPr>
              </a:p>
            </p:txBody>
          </p:sp>
        </p:grpSp>
      </p:grpSp>
      <p:grpSp>
        <p:nvGrpSpPr>
          <p:cNvPr id="653" name="Google Shape;653;h26f5b0a23d79581a_12_75"/>
          <p:cNvGrpSpPr/>
          <p:nvPr/>
        </p:nvGrpSpPr>
        <p:grpSpPr>
          <a:xfrm>
            <a:off x="731085" y="628765"/>
            <a:ext cx="16825832" cy="9050183"/>
            <a:chOff x="0" y="-108814"/>
            <a:chExt cx="22434442" cy="12066910"/>
          </a:xfrm>
        </p:grpSpPr>
        <p:grpSp>
          <p:nvGrpSpPr>
            <p:cNvPr id="654" name="Google Shape;654;h26f5b0a23d79581a_12_75"/>
            <p:cNvGrpSpPr/>
            <p:nvPr/>
          </p:nvGrpSpPr>
          <p:grpSpPr>
            <a:xfrm>
              <a:off x="26537" y="10214890"/>
              <a:ext cx="22386981" cy="1743206"/>
              <a:chOff x="0" y="-47625"/>
              <a:chExt cx="9809754" cy="763855"/>
            </a:xfrm>
          </p:grpSpPr>
          <p:sp>
            <p:nvSpPr>
              <p:cNvPr id="655" name="Google Shape;655;h26f5b0a23d79581a_12_75"/>
              <p:cNvSpPr/>
              <p:nvPr/>
            </p:nvSpPr>
            <p:spPr>
              <a:xfrm>
                <a:off x="0" y="0"/>
                <a:ext cx="9809754" cy="716230"/>
              </a:xfrm>
              <a:custGeom>
                <a:rect b="b" l="l" r="r" t="t"/>
                <a:pathLst>
                  <a:path extrusionOk="0" h="716230" w="9809754">
                    <a:moveTo>
                      <a:pt x="0" y="0"/>
                    </a:moveTo>
                    <a:lnTo>
                      <a:pt x="9809754" y="0"/>
                    </a:lnTo>
                    <a:lnTo>
                      <a:pt x="9809754" y="716230"/>
                    </a:lnTo>
                    <a:lnTo>
                      <a:pt x="0" y="716230"/>
                    </a:lnTo>
                    <a:close/>
                  </a:path>
                </a:pathLst>
              </a:custGeom>
              <a:solidFill>
                <a:srgbClr val="20538B"/>
              </a:solidFill>
              <a:ln cap="sq" cmpd="sng" w="38100">
                <a:solidFill>
                  <a:srgbClr val="20538B"/>
                </a:solidFill>
                <a:prstDash val="solid"/>
                <a:miter lim="8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pc="0" sz="1400" u="none" cap="none" strike="noStrike">
                  <a:solidFill>
                    <a:srgbClr val="000000"/>
                  </a:solidFill>
                  <a:latin typeface="Arial"/>
                  <a:ea typeface="Arial"/>
                  <a:cs typeface="Arial"/>
                  <a:sym typeface="Arial"/>
                </a:endParaRPr>
              </a:p>
            </p:txBody>
          </p:sp>
          <p:sp>
            <p:nvSpPr>
              <p:cNvPr id="656" name="Google Shape;656;h26f5b0a23d79581a_12_75"/>
              <p:cNvSpPr txBox="1"/>
              <p:nvPr/>
            </p:nvSpPr>
            <p:spPr>
              <a:xfrm>
                <a:off x="0" y="-47625"/>
                <a:ext cx="9809754" cy="763855"/>
              </a:xfrm>
              <a:prstGeom prst="rect">
                <a:avLst/>
              </a:prstGeom>
              <a:noFill/>
              <a:ln>
                <a:noFill/>
              </a:ln>
            </p:spPr>
            <p:txBody>
              <a:bodyPr anchorCtr="0" anchor="ctr" bIns="50800" lIns="50800" spcFirstLastPara="1" rIns="50800" wrap="square" tIns="50800">
                <a:noAutofit/>
              </a:bodyPr>
              <a:lstStyle/>
              <a:p>
                <a:pPr indent="0" lvl="0" marL="0" marR="0" rtl="0" algn="ctr">
                  <a:lnSpc>
                    <a:spcPct val="175722"/>
                  </a:lnSpc>
                  <a:spcBef>
                    <a:spcPts val="0"/>
                  </a:spcBef>
                  <a:spcAft>
                    <a:spcPts val="0"/>
                  </a:spcAft>
                  <a:buClr>
                    <a:srgbClr val="000000"/>
                  </a:buClr>
                  <a:buSzPts val="1800"/>
                  <a:buFont typeface="Arial"/>
                  <a:buNone/>
                </a:pPr>
                <a:r>
                  <a:t/>
                </a:r>
                <a:endParaRPr b="0" i="0" spc="0" sz="1800" u="none" cap="none" strike="noStrike">
                  <a:solidFill>
                    <a:schemeClr val="dk1"/>
                  </a:solidFill>
                  <a:latin typeface="Calibri"/>
                  <a:ea typeface="Calibri"/>
                  <a:cs typeface="Calibri"/>
                  <a:sym typeface="Calibri"/>
                </a:endParaRPr>
              </a:p>
            </p:txBody>
          </p:sp>
        </p:grpSp>
        <p:grpSp>
          <p:nvGrpSpPr>
            <p:cNvPr id="657" name="Google Shape;657;h26f5b0a23d79581a_12_75"/>
            <p:cNvGrpSpPr/>
            <p:nvPr/>
          </p:nvGrpSpPr>
          <p:grpSpPr>
            <a:xfrm>
              <a:off x="0" y="-108814"/>
              <a:ext cx="22434442" cy="11946255"/>
              <a:chOff x="0" y="-47625"/>
              <a:chExt cx="9818922" cy="5228539"/>
            </a:xfrm>
          </p:grpSpPr>
          <p:sp>
            <p:nvSpPr>
              <p:cNvPr id="658" name="Google Shape;658;h26f5b0a23d79581a_12_75"/>
              <p:cNvSpPr/>
              <p:nvPr/>
            </p:nvSpPr>
            <p:spPr>
              <a:xfrm>
                <a:off x="0" y="0"/>
                <a:ext cx="9818922" cy="5180914"/>
              </a:xfrm>
              <a:custGeom>
                <a:rect b="b" l="l" r="r" t="t"/>
                <a:pathLst>
                  <a:path extrusionOk="0" h="5180914" w="9818922">
                    <a:moveTo>
                      <a:pt x="0" y="0"/>
                    </a:moveTo>
                    <a:lnTo>
                      <a:pt x="9818922" y="0"/>
                    </a:lnTo>
                    <a:lnTo>
                      <a:pt x="9818922" y="5180914"/>
                    </a:lnTo>
                    <a:lnTo>
                      <a:pt x="0" y="5180914"/>
                    </a:lnTo>
                    <a:close/>
                  </a:path>
                </a:pathLst>
              </a:custGeom>
              <a:solidFill>
                <a:srgbClr val="FFFFFF"/>
              </a:solidFill>
              <a:ln cap="sq" cmpd="sng" w="38100">
                <a:solidFill>
                  <a:srgbClr val="20538B"/>
                </a:solidFill>
                <a:prstDash val="solid"/>
                <a:miter lim="8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pc="0" sz="1400" u="none" cap="none" strike="noStrike">
                  <a:solidFill>
                    <a:srgbClr val="000000"/>
                  </a:solidFill>
                  <a:latin typeface="Arial"/>
                  <a:ea typeface="Arial"/>
                  <a:cs typeface="Arial"/>
                  <a:sym typeface="Arial"/>
                </a:endParaRPr>
              </a:p>
            </p:txBody>
          </p:sp>
          <p:sp>
            <p:nvSpPr>
              <p:cNvPr id="659" name="Google Shape;659;h26f5b0a23d79581a_12_75"/>
              <p:cNvSpPr txBox="1"/>
              <p:nvPr/>
            </p:nvSpPr>
            <p:spPr>
              <a:xfrm>
                <a:off x="0" y="-47625"/>
                <a:ext cx="9818921" cy="5228539"/>
              </a:xfrm>
              <a:prstGeom prst="rect">
                <a:avLst/>
              </a:prstGeom>
              <a:noFill/>
              <a:ln>
                <a:noFill/>
              </a:ln>
            </p:spPr>
            <p:txBody>
              <a:bodyPr anchorCtr="0" anchor="ctr" bIns="50800" lIns="50800" spcFirstLastPara="1" rIns="50800" wrap="square" tIns="50800">
                <a:noAutofit/>
              </a:bodyPr>
              <a:lstStyle/>
              <a:p>
                <a:pPr indent="0" lvl="0" marL="0" marR="0" rtl="0" algn="ctr">
                  <a:lnSpc>
                    <a:spcPct val="175722"/>
                  </a:lnSpc>
                  <a:spcBef>
                    <a:spcPts val="0"/>
                  </a:spcBef>
                  <a:spcAft>
                    <a:spcPts val="0"/>
                  </a:spcAft>
                  <a:buClr>
                    <a:srgbClr val="000000"/>
                  </a:buClr>
                  <a:buSzPts val="1800"/>
                  <a:buFont typeface="Arial"/>
                  <a:buNone/>
                </a:pPr>
                <a:r>
                  <a:t/>
                </a:r>
                <a:endParaRPr b="0" i="0" spc="0" sz="1800" u="none" cap="none" strike="noStrike">
                  <a:solidFill>
                    <a:schemeClr val="dk1"/>
                  </a:solidFill>
                  <a:latin typeface="Calibri"/>
                  <a:ea typeface="Calibri"/>
                  <a:cs typeface="Calibri"/>
                  <a:sym typeface="Calibri"/>
                </a:endParaRPr>
              </a:p>
            </p:txBody>
          </p:sp>
        </p:grpSp>
      </p:grpSp>
      <p:grpSp>
        <p:nvGrpSpPr>
          <p:cNvPr id="660" name="Google Shape;660;h26f5b0a23d79581a_12_75"/>
          <p:cNvGrpSpPr/>
          <p:nvPr/>
        </p:nvGrpSpPr>
        <p:grpSpPr>
          <a:xfrm>
            <a:off x="763743" y="662703"/>
            <a:ext cx="16760151" cy="1561172"/>
            <a:chOff x="0" y="-38100"/>
            <a:chExt cx="8581180" cy="799319"/>
          </a:xfrm>
        </p:grpSpPr>
        <p:sp>
          <p:nvSpPr>
            <p:cNvPr id="661" name="Google Shape;661;h26f5b0a23d79581a_12_75"/>
            <p:cNvSpPr/>
            <p:nvPr/>
          </p:nvSpPr>
          <p:spPr>
            <a:xfrm>
              <a:off x="0" y="0"/>
              <a:ext cx="8581180" cy="761219"/>
            </a:xfrm>
            <a:custGeom>
              <a:rect b="b" l="l" r="r" t="t"/>
              <a:pathLst>
                <a:path extrusionOk="0" h="761219" w="8581180">
                  <a:moveTo>
                    <a:pt x="0" y="0"/>
                  </a:moveTo>
                  <a:lnTo>
                    <a:pt x="8581180" y="0"/>
                  </a:lnTo>
                  <a:lnTo>
                    <a:pt x="8581180" y="761219"/>
                  </a:lnTo>
                  <a:lnTo>
                    <a:pt x="0" y="761219"/>
                  </a:lnTo>
                  <a:close/>
                </a:path>
              </a:pathLst>
            </a:custGeom>
            <a:solidFill>
              <a:srgbClr val="EEF6FF"/>
            </a:solidFill>
            <a:ln cap="sq" cmpd="sng" w="9525">
              <a:solidFill>
                <a:srgbClr val="20538B"/>
              </a:solidFill>
              <a:prstDash val="solid"/>
              <a:miter lim="8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pc="0" sz="1400" u="none" cap="none" strike="noStrike">
                <a:solidFill>
                  <a:srgbClr val="000000"/>
                </a:solidFill>
                <a:latin typeface="Arial"/>
                <a:ea typeface="Arial"/>
                <a:cs typeface="Arial"/>
                <a:sym typeface="Arial"/>
              </a:endParaRPr>
            </a:p>
          </p:txBody>
        </p:sp>
        <p:sp>
          <p:nvSpPr>
            <p:cNvPr id="662" name="Google Shape;662;h26f5b0a23d79581a_12_75"/>
            <p:cNvSpPr txBox="1"/>
            <p:nvPr/>
          </p:nvSpPr>
          <p:spPr>
            <a:xfrm>
              <a:off x="0" y="-38100"/>
              <a:ext cx="8581180" cy="799319"/>
            </a:xfrm>
            <a:prstGeom prst="rect">
              <a:avLst/>
            </a:prstGeom>
            <a:noFill/>
            <a:ln>
              <a:noFill/>
            </a:ln>
          </p:spPr>
          <p:txBody>
            <a:bodyPr anchorCtr="0" anchor="ctr" bIns="39175" lIns="39175" spcFirstLastPara="1" rIns="39175" wrap="square" tIns="39175">
              <a:noAutofit/>
            </a:bodyPr>
            <a:lstStyle/>
            <a:p>
              <a:pPr indent="0" lvl="0" marL="0" marR="0" rtl="0" algn="ctr">
                <a:lnSpc>
                  <a:spcPct val="155500"/>
                </a:lnSpc>
                <a:spcBef>
                  <a:spcPts val="0"/>
                </a:spcBef>
                <a:spcAft>
                  <a:spcPts val="0"/>
                </a:spcAft>
                <a:buClr>
                  <a:srgbClr val="000000"/>
                </a:buClr>
                <a:buSzPts val="1800"/>
                <a:buFont typeface="Arial"/>
                <a:buNone/>
              </a:pPr>
              <a:r>
                <a:t/>
              </a:r>
              <a:endParaRPr b="0" i="0" spc="0" sz="1800" u="none" cap="none" strike="noStrike">
                <a:solidFill>
                  <a:schemeClr val="dk1"/>
                </a:solidFill>
                <a:latin typeface="Calibri"/>
                <a:ea typeface="Calibri"/>
                <a:cs typeface="Calibri"/>
                <a:sym typeface="Calibri"/>
              </a:endParaRPr>
            </a:p>
          </p:txBody>
        </p:sp>
      </p:grpSp>
      <p:sp>
        <p:nvSpPr>
          <p:cNvPr id="663" name="Google Shape;663;h26f5b0a23d79581a_12_75"/>
          <p:cNvSpPr/>
          <p:nvPr/>
        </p:nvSpPr>
        <p:spPr>
          <a:xfrm>
            <a:off x="15531691" y="160918"/>
            <a:ext cx="996214" cy="1021758"/>
          </a:xfrm>
          <a:custGeom>
            <a:rect b="b" l="l" r="r" t="t"/>
            <a:pathLst>
              <a:path extrusionOk="0" h="1021758" w="996214">
                <a:moveTo>
                  <a:pt x="0" y="0"/>
                </a:moveTo>
                <a:lnTo>
                  <a:pt x="996214" y="0"/>
                </a:lnTo>
                <a:lnTo>
                  <a:pt x="996214" y="1021758"/>
                </a:lnTo>
                <a:lnTo>
                  <a:pt x="0" y="1021758"/>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pc="0" sz="1400" u="none" cap="none" strike="noStrike">
              <a:solidFill>
                <a:srgbClr val="000000"/>
              </a:solidFill>
              <a:latin typeface="Arial"/>
              <a:ea typeface="Arial"/>
              <a:cs typeface="Arial"/>
              <a:sym typeface="Arial"/>
            </a:endParaRPr>
          </a:p>
        </p:txBody>
      </p:sp>
      <p:sp>
        <p:nvSpPr>
          <p:cNvPr id="664" name="Google Shape;664;h26f5b0a23d79581a_12_75"/>
          <p:cNvSpPr txBox="1"/>
          <p:nvPr/>
        </p:nvSpPr>
        <p:spPr>
          <a:xfrm>
            <a:off x="2332502" y="952100"/>
            <a:ext cx="8145000" cy="769500"/>
          </a:xfrm>
          <a:prstGeom prst="rect">
            <a:avLst/>
          </a:prstGeom>
          <a:noFill/>
          <a:ln>
            <a:noFill/>
          </a:ln>
        </p:spPr>
        <p:txBody>
          <a:bodyPr anchorCtr="0" anchor="t" bIns="0" lIns="0" spcFirstLastPara="1" rIns="0" wrap="square" tIns="0">
            <a:spAutoFit/>
          </a:bodyPr>
          <a:lstStyle/>
          <a:p>
            <a:pPr indent="0" lvl="0" marL="0" rtl="0" algn="l">
              <a:lnSpc>
                <a:spcPct val="140012"/>
              </a:lnSpc>
              <a:spcBef>
                <a:spcPts val="0"/>
              </a:spcBef>
              <a:spcAft>
                <a:spcPts val="0"/>
              </a:spcAft>
              <a:buClr>
                <a:schemeClr val="dk1"/>
              </a:buClr>
              <a:buFont typeface="Arial"/>
              <a:buNone/>
            </a:pPr>
            <a:r>
              <a:rPr b="1" lang="en-US" sz="5000">
                <a:solidFill>
                  <a:srgbClr val="20538B"/>
                </a:solidFill>
              </a:rPr>
              <a:t>프로젝트 팀 구성 및 역할</a:t>
            </a:r>
            <a:endParaRPr b="0" i="0" spc="0" sz="1400" u="none" cap="none" strike="noStrike">
              <a:solidFill>
                <a:srgbClr val="000000"/>
              </a:solidFill>
              <a:latin typeface="Arial"/>
              <a:ea typeface="Arial"/>
              <a:cs typeface="Arial"/>
              <a:sym typeface="Arial"/>
            </a:endParaRPr>
          </a:p>
        </p:txBody>
      </p:sp>
      <p:sp>
        <p:nvSpPr>
          <p:cNvPr id="665" name="Google Shape;665;h26f5b0a23d79581a_12_75"/>
          <p:cNvSpPr txBox="1"/>
          <p:nvPr/>
        </p:nvSpPr>
        <p:spPr>
          <a:xfrm>
            <a:off x="1437501" y="920715"/>
            <a:ext cx="834600" cy="1077600"/>
          </a:xfrm>
          <a:prstGeom prst="rect">
            <a:avLst/>
          </a:prstGeom>
          <a:noFill/>
          <a:ln>
            <a:noFill/>
          </a:ln>
        </p:spPr>
        <p:txBody>
          <a:bodyPr anchorCtr="0" anchor="t" bIns="0" lIns="0" spcFirstLastPara="1" rIns="0" wrap="square" tIns="0">
            <a:spAutoFit/>
          </a:bodyPr>
          <a:lstStyle/>
          <a:p>
            <a:pPr indent="0" lvl="0" marL="0" marR="0" rtl="0" algn="l">
              <a:lnSpc>
                <a:spcPct val="192009"/>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grpSp>
        <p:nvGrpSpPr>
          <p:cNvPr id="666" name="Google Shape;666;h26f5b0a23d79581a_12_75"/>
          <p:cNvGrpSpPr/>
          <p:nvPr/>
        </p:nvGrpSpPr>
        <p:grpSpPr>
          <a:xfrm>
            <a:off x="2332184" y="3190875"/>
            <a:ext cx="13623275" cy="939893"/>
            <a:chOff x="0" y="-239635"/>
            <a:chExt cx="18164367" cy="1253190"/>
          </a:xfrm>
        </p:grpSpPr>
        <p:grpSp>
          <p:nvGrpSpPr>
            <p:cNvPr id="667" name="Google Shape;667;h26f5b0a23d79581a_12_75"/>
            <p:cNvGrpSpPr/>
            <p:nvPr/>
          </p:nvGrpSpPr>
          <p:grpSpPr>
            <a:xfrm>
              <a:off x="3996106" y="-239635"/>
              <a:ext cx="14168261" cy="1253190"/>
              <a:chOff x="0" y="-47625"/>
              <a:chExt cx="2815800" cy="249059"/>
            </a:xfrm>
          </p:grpSpPr>
          <p:sp>
            <p:nvSpPr>
              <p:cNvPr id="668" name="Google Shape;668;h26f5b0a23d79581a_12_75"/>
              <p:cNvSpPr/>
              <p:nvPr/>
            </p:nvSpPr>
            <p:spPr>
              <a:xfrm>
                <a:off x="0" y="0"/>
                <a:ext cx="2815747" cy="201434"/>
              </a:xfrm>
              <a:custGeom>
                <a:rect b="b" l="l" r="r" t="t"/>
                <a:pathLst>
                  <a:path extrusionOk="0" h="201434" w="2815747">
                    <a:moveTo>
                      <a:pt x="0" y="0"/>
                    </a:moveTo>
                    <a:lnTo>
                      <a:pt x="2815747" y="0"/>
                    </a:lnTo>
                    <a:lnTo>
                      <a:pt x="2815747" y="201434"/>
                    </a:lnTo>
                    <a:lnTo>
                      <a:pt x="0" y="201434"/>
                    </a:lnTo>
                    <a:close/>
                  </a:path>
                </a:pathLst>
              </a:custGeom>
              <a:solidFill>
                <a:srgbClr val="EEF6FF"/>
              </a:solidFill>
              <a:ln cap="sq" cmpd="sng" w="9525">
                <a:solidFill>
                  <a:srgbClr val="20538B"/>
                </a:solidFill>
                <a:prstDash val="solid"/>
                <a:miter lim="8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pc="0" sz="1400" u="none" cap="none" strike="noStrike">
                  <a:solidFill>
                    <a:srgbClr val="000000"/>
                  </a:solidFill>
                  <a:latin typeface="Arial"/>
                  <a:ea typeface="Arial"/>
                  <a:cs typeface="Arial"/>
                  <a:sym typeface="Arial"/>
                </a:endParaRPr>
              </a:p>
            </p:txBody>
          </p:sp>
          <p:sp>
            <p:nvSpPr>
              <p:cNvPr id="669" name="Google Shape;669;h26f5b0a23d79581a_12_75"/>
              <p:cNvSpPr txBox="1"/>
              <p:nvPr/>
            </p:nvSpPr>
            <p:spPr>
              <a:xfrm>
                <a:off x="0" y="-47625"/>
                <a:ext cx="2815800" cy="249000"/>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Clr>
                    <a:srgbClr val="000000"/>
                  </a:buClr>
                  <a:buSzPts val="1800"/>
                  <a:buFont typeface="Arial"/>
                  <a:buNone/>
                </a:pPr>
                <a:r>
                  <a:t/>
                </a:r>
                <a:endParaRPr b="0" i="0" spc="0" sz="1800" u="none" cap="none" strike="noStrike">
                  <a:solidFill>
                    <a:schemeClr val="dk1"/>
                  </a:solidFill>
                  <a:latin typeface="Calibri"/>
                  <a:ea typeface="Calibri"/>
                  <a:cs typeface="Calibri"/>
                  <a:sym typeface="Calibri"/>
                </a:endParaRPr>
              </a:p>
            </p:txBody>
          </p:sp>
        </p:grpSp>
        <p:grpSp>
          <p:nvGrpSpPr>
            <p:cNvPr id="670" name="Google Shape;670;h26f5b0a23d79581a_12_75"/>
            <p:cNvGrpSpPr/>
            <p:nvPr/>
          </p:nvGrpSpPr>
          <p:grpSpPr>
            <a:xfrm>
              <a:off x="0" y="-239635"/>
              <a:ext cx="4889363" cy="1253190"/>
              <a:chOff x="0" y="-47625"/>
              <a:chExt cx="971712" cy="249059"/>
            </a:xfrm>
          </p:grpSpPr>
          <p:sp>
            <p:nvSpPr>
              <p:cNvPr id="671" name="Google Shape;671;h26f5b0a23d79581a_12_75"/>
              <p:cNvSpPr/>
              <p:nvPr/>
            </p:nvSpPr>
            <p:spPr>
              <a:xfrm>
                <a:off x="0" y="0"/>
                <a:ext cx="971712" cy="201434"/>
              </a:xfrm>
              <a:custGeom>
                <a:rect b="b" l="l" r="r" t="t"/>
                <a:pathLst>
                  <a:path extrusionOk="0" h="201434" w="971712">
                    <a:moveTo>
                      <a:pt x="0" y="0"/>
                    </a:moveTo>
                    <a:lnTo>
                      <a:pt x="971712" y="0"/>
                    </a:lnTo>
                    <a:lnTo>
                      <a:pt x="971712" y="201434"/>
                    </a:lnTo>
                    <a:lnTo>
                      <a:pt x="0" y="201434"/>
                    </a:lnTo>
                    <a:close/>
                  </a:path>
                </a:pathLst>
              </a:custGeom>
              <a:solidFill>
                <a:srgbClr val="94B6DA"/>
              </a:solidFill>
              <a:ln cap="sq" cmpd="sng" w="9525">
                <a:solidFill>
                  <a:srgbClr val="20538B"/>
                </a:solidFill>
                <a:prstDash val="solid"/>
                <a:miter lim="8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pc="0" sz="1400" u="none" cap="none" strike="noStrike">
                  <a:solidFill>
                    <a:srgbClr val="000000"/>
                  </a:solidFill>
                  <a:latin typeface="Arial"/>
                  <a:ea typeface="Arial"/>
                  <a:cs typeface="Arial"/>
                  <a:sym typeface="Arial"/>
                </a:endParaRPr>
              </a:p>
            </p:txBody>
          </p:sp>
          <p:sp>
            <p:nvSpPr>
              <p:cNvPr id="672" name="Google Shape;672;h26f5b0a23d79581a_12_75"/>
              <p:cNvSpPr txBox="1"/>
              <p:nvPr/>
            </p:nvSpPr>
            <p:spPr>
              <a:xfrm>
                <a:off x="0" y="-47625"/>
                <a:ext cx="971700" cy="249000"/>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Clr>
                    <a:srgbClr val="000000"/>
                  </a:buClr>
                  <a:buSzPts val="1800"/>
                  <a:buFont typeface="Arial"/>
                  <a:buNone/>
                </a:pPr>
                <a:r>
                  <a:t/>
                </a:r>
                <a:endParaRPr b="0" i="0" spc="0" sz="1800" u="none" cap="none" strike="noStrike">
                  <a:solidFill>
                    <a:schemeClr val="dk1"/>
                  </a:solidFill>
                  <a:latin typeface="Calibri"/>
                  <a:ea typeface="Calibri"/>
                  <a:cs typeface="Calibri"/>
                  <a:sym typeface="Calibri"/>
                </a:endParaRPr>
              </a:p>
            </p:txBody>
          </p:sp>
        </p:grpSp>
      </p:grpSp>
      <p:sp>
        <p:nvSpPr>
          <p:cNvPr id="673" name="Google Shape;673;h26f5b0a23d79581a_12_75"/>
          <p:cNvSpPr txBox="1"/>
          <p:nvPr/>
        </p:nvSpPr>
        <p:spPr>
          <a:xfrm>
            <a:off x="2583517" y="3476625"/>
            <a:ext cx="3164400" cy="4311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2800"/>
              <a:buFont typeface="Arial"/>
              <a:buNone/>
            </a:pPr>
            <a:r>
              <a:rPr b="1" i="0" lang="en-US" spc="0" sz="2800" u="none" cap="none" strike="noStrike">
                <a:solidFill>
                  <a:srgbClr val="FFFFFF"/>
                </a:solidFill>
                <a:latin typeface="Arial"/>
                <a:ea typeface="Arial"/>
                <a:cs typeface="Arial"/>
                <a:sym typeface="Arial"/>
              </a:rPr>
              <a:t>송예린</a:t>
            </a:r>
            <a:endParaRPr b="0" i="0" spc="0" sz="1400" u="none" cap="none" strike="noStrike">
              <a:solidFill>
                <a:srgbClr val="000000"/>
              </a:solidFill>
              <a:latin typeface="Arial"/>
              <a:ea typeface="Arial"/>
              <a:cs typeface="Arial"/>
              <a:sym typeface="Arial"/>
            </a:endParaRPr>
          </a:p>
        </p:txBody>
      </p:sp>
      <p:sp>
        <p:nvSpPr>
          <p:cNvPr id="674" name="Google Shape;674;h26f5b0a23d79581a_12_75"/>
          <p:cNvSpPr txBox="1"/>
          <p:nvPr/>
        </p:nvSpPr>
        <p:spPr>
          <a:xfrm>
            <a:off x="6276975" y="3605338"/>
            <a:ext cx="9525000" cy="277200"/>
          </a:xfrm>
          <a:prstGeom prst="rect">
            <a:avLst/>
          </a:prstGeom>
          <a:noFill/>
          <a:ln>
            <a:noFill/>
          </a:ln>
        </p:spPr>
        <p:txBody>
          <a:bodyPr anchorCtr="0" anchor="ctr" bIns="0" lIns="0" spcFirstLastPara="1" rIns="0" wrap="square" tIns="0">
            <a:spAutoFit/>
          </a:bodyPr>
          <a:lstStyle/>
          <a:p>
            <a:pPr indent="0" lvl="0" marL="0" marR="0" rtl="0" algn="l">
              <a:lnSpc>
                <a:spcPct val="115000"/>
              </a:lnSpc>
              <a:spcBef>
                <a:spcPts val="0"/>
              </a:spcBef>
              <a:spcAft>
                <a:spcPts val="0"/>
              </a:spcAft>
              <a:buClr>
                <a:srgbClr val="000000"/>
              </a:buClr>
              <a:buSzPts val="1800"/>
              <a:buFont typeface="Arial"/>
              <a:buNone/>
            </a:pPr>
            <a:r>
              <a:rPr lang="en-US" sz="1800">
                <a:solidFill>
                  <a:schemeClr val="dk2"/>
                </a:solidFill>
              </a:rPr>
              <a:t>보고서 모듈(엔진, 지식베이스) 구현, 발표</a:t>
            </a:r>
            <a:endParaRPr b="0" i="0" spc="0" sz="1800" u="none" cap="none" strike="noStrike">
              <a:solidFill>
                <a:schemeClr val="dk2"/>
              </a:solidFill>
              <a:latin typeface="Arial"/>
              <a:ea typeface="Arial"/>
              <a:cs typeface="Arial"/>
              <a:sym typeface="Arial"/>
            </a:endParaRPr>
          </a:p>
        </p:txBody>
      </p:sp>
      <p:grpSp>
        <p:nvGrpSpPr>
          <p:cNvPr id="675" name="Google Shape;675;h26f5b0a23d79581a_12_75"/>
          <p:cNvGrpSpPr/>
          <p:nvPr/>
        </p:nvGrpSpPr>
        <p:grpSpPr>
          <a:xfrm>
            <a:off x="2332171" y="4143375"/>
            <a:ext cx="13623275" cy="939893"/>
            <a:chOff x="0" y="-239635"/>
            <a:chExt cx="18164367" cy="1253190"/>
          </a:xfrm>
        </p:grpSpPr>
        <p:grpSp>
          <p:nvGrpSpPr>
            <p:cNvPr id="676" name="Google Shape;676;h26f5b0a23d79581a_12_75"/>
            <p:cNvGrpSpPr/>
            <p:nvPr/>
          </p:nvGrpSpPr>
          <p:grpSpPr>
            <a:xfrm>
              <a:off x="3996106" y="-239635"/>
              <a:ext cx="14168261" cy="1253190"/>
              <a:chOff x="0" y="-47625"/>
              <a:chExt cx="2815800" cy="249059"/>
            </a:xfrm>
          </p:grpSpPr>
          <p:sp>
            <p:nvSpPr>
              <p:cNvPr id="677" name="Google Shape;677;h26f5b0a23d79581a_12_75"/>
              <p:cNvSpPr/>
              <p:nvPr/>
            </p:nvSpPr>
            <p:spPr>
              <a:xfrm>
                <a:off x="0" y="0"/>
                <a:ext cx="2815747" cy="201434"/>
              </a:xfrm>
              <a:custGeom>
                <a:rect b="b" l="l" r="r" t="t"/>
                <a:pathLst>
                  <a:path extrusionOk="0" h="201434" w="2815747">
                    <a:moveTo>
                      <a:pt x="0" y="0"/>
                    </a:moveTo>
                    <a:lnTo>
                      <a:pt x="2815747" y="0"/>
                    </a:lnTo>
                    <a:lnTo>
                      <a:pt x="2815747" y="201434"/>
                    </a:lnTo>
                    <a:lnTo>
                      <a:pt x="0" y="201434"/>
                    </a:lnTo>
                    <a:close/>
                  </a:path>
                </a:pathLst>
              </a:custGeom>
              <a:solidFill>
                <a:srgbClr val="EEF6FF"/>
              </a:solidFill>
              <a:ln cap="sq" cmpd="sng" w="9525">
                <a:solidFill>
                  <a:srgbClr val="20538B"/>
                </a:solidFill>
                <a:prstDash val="solid"/>
                <a:miter lim="8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pc="0" sz="1400" u="none" cap="none" strike="noStrike">
                  <a:solidFill>
                    <a:srgbClr val="000000"/>
                  </a:solidFill>
                  <a:latin typeface="Arial"/>
                  <a:ea typeface="Arial"/>
                  <a:cs typeface="Arial"/>
                  <a:sym typeface="Arial"/>
                </a:endParaRPr>
              </a:p>
            </p:txBody>
          </p:sp>
          <p:sp>
            <p:nvSpPr>
              <p:cNvPr id="678" name="Google Shape;678;h26f5b0a23d79581a_12_75"/>
              <p:cNvSpPr txBox="1"/>
              <p:nvPr/>
            </p:nvSpPr>
            <p:spPr>
              <a:xfrm>
                <a:off x="0" y="-47625"/>
                <a:ext cx="2815800" cy="249000"/>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Clr>
                    <a:srgbClr val="000000"/>
                  </a:buClr>
                  <a:buSzPts val="1800"/>
                  <a:buFont typeface="Arial"/>
                  <a:buNone/>
                </a:pPr>
                <a:r>
                  <a:t/>
                </a:r>
                <a:endParaRPr b="0" i="0" spc="0" sz="1800" u="none" cap="none" strike="noStrike">
                  <a:solidFill>
                    <a:schemeClr val="dk1"/>
                  </a:solidFill>
                  <a:latin typeface="Calibri"/>
                  <a:ea typeface="Calibri"/>
                  <a:cs typeface="Calibri"/>
                  <a:sym typeface="Calibri"/>
                </a:endParaRPr>
              </a:p>
            </p:txBody>
          </p:sp>
        </p:grpSp>
        <p:grpSp>
          <p:nvGrpSpPr>
            <p:cNvPr id="679" name="Google Shape;679;h26f5b0a23d79581a_12_75"/>
            <p:cNvGrpSpPr/>
            <p:nvPr/>
          </p:nvGrpSpPr>
          <p:grpSpPr>
            <a:xfrm>
              <a:off x="0" y="-239635"/>
              <a:ext cx="4889363" cy="1253190"/>
              <a:chOff x="0" y="-47625"/>
              <a:chExt cx="971712" cy="249059"/>
            </a:xfrm>
          </p:grpSpPr>
          <p:sp>
            <p:nvSpPr>
              <p:cNvPr id="680" name="Google Shape;680;h26f5b0a23d79581a_12_75"/>
              <p:cNvSpPr/>
              <p:nvPr/>
            </p:nvSpPr>
            <p:spPr>
              <a:xfrm>
                <a:off x="0" y="0"/>
                <a:ext cx="971712" cy="201434"/>
              </a:xfrm>
              <a:custGeom>
                <a:rect b="b" l="l" r="r" t="t"/>
                <a:pathLst>
                  <a:path extrusionOk="0" h="201434" w="971712">
                    <a:moveTo>
                      <a:pt x="0" y="0"/>
                    </a:moveTo>
                    <a:lnTo>
                      <a:pt x="971712" y="0"/>
                    </a:lnTo>
                    <a:lnTo>
                      <a:pt x="971712" y="201434"/>
                    </a:lnTo>
                    <a:lnTo>
                      <a:pt x="0" y="201434"/>
                    </a:lnTo>
                    <a:close/>
                  </a:path>
                </a:pathLst>
              </a:custGeom>
              <a:solidFill>
                <a:srgbClr val="94B6DA"/>
              </a:solidFill>
              <a:ln cap="sq" cmpd="sng" w="9525">
                <a:solidFill>
                  <a:srgbClr val="20538B"/>
                </a:solidFill>
                <a:prstDash val="solid"/>
                <a:miter lim="8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pc="0" sz="1400" u="none" cap="none" strike="noStrike">
                  <a:solidFill>
                    <a:srgbClr val="000000"/>
                  </a:solidFill>
                  <a:latin typeface="Arial"/>
                  <a:ea typeface="Arial"/>
                  <a:cs typeface="Arial"/>
                  <a:sym typeface="Arial"/>
                </a:endParaRPr>
              </a:p>
            </p:txBody>
          </p:sp>
          <p:sp>
            <p:nvSpPr>
              <p:cNvPr id="681" name="Google Shape;681;h26f5b0a23d79581a_12_75"/>
              <p:cNvSpPr txBox="1"/>
              <p:nvPr/>
            </p:nvSpPr>
            <p:spPr>
              <a:xfrm>
                <a:off x="0" y="-47625"/>
                <a:ext cx="971700" cy="249000"/>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Clr>
                    <a:srgbClr val="000000"/>
                  </a:buClr>
                  <a:buSzPts val="1800"/>
                  <a:buFont typeface="Arial"/>
                  <a:buNone/>
                </a:pPr>
                <a:r>
                  <a:t/>
                </a:r>
                <a:endParaRPr b="0" i="0" spc="0" sz="1800" u="none" cap="none" strike="noStrike">
                  <a:solidFill>
                    <a:schemeClr val="dk1"/>
                  </a:solidFill>
                  <a:latin typeface="Calibri"/>
                  <a:ea typeface="Calibri"/>
                  <a:cs typeface="Calibri"/>
                  <a:sym typeface="Calibri"/>
                </a:endParaRPr>
              </a:p>
            </p:txBody>
          </p:sp>
        </p:grpSp>
      </p:grpSp>
      <p:sp>
        <p:nvSpPr>
          <p:cNvPr id="682" name="Google Shape;682;h26f5b0a23d79581a_12_75"/>
          <p:cNvSpPr txBox="1"/>
          <p:nvPr/>
        </p:nvSpPr>
        <p:spPr>
          <a:xfrm>
            <a:off x="2583505" y="4429125"/>
            <a:ext cx="3164400" cy="4311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2800"/>
              <a:buFont typeface="Arial"/>
              <a:buNone/>
            </a:pPr>
            <a:r>
              <a:rPr b="1" i="0" lang="en-US" spc="0" sz="2800" u="none" cap="none" strike="noStrike">
                <a:solidFill>
                  <a:srgbClr val="FFFFFF"/>
                </a:solidFill>
                <a:latin typeface="Arial"/>
                <a:ea typeface="Arial"/>
                <a:cs typeface="Arial"/>
                <a:sym typeface="Arial"/>
              </a:rPr>
              <a:t>어승효</a:t>
            </a:r>
            <a:endParaRPr b="0" i="0" spc="0" sz="1400" u="none" cap="none" strike="noStrike">
              <a:solidFill>
                <a:srgbClr val="000000"/>
              </a:solidFill>
              <a:latin typeface="Arial"/>
              <a:ea typeface="Arial"/>
              <a:cs typeface="Arial"/>
              <a:sym typeface="Arial"/>
            </a:endParaRPr>
          </a:p>
        </p:txBody>
      </p:sp>
      <p:sp>
        <p:nvSpPr>
          <p:cNvPr id="683" name="Google Shape;683;h26f5b0a23d79581a_12_75"/>
          <p:cNvSpPr txBox="1"/>
          <p:nvPr/>
        </p:nvSpPr>
        <p:spPr>
          <a:xfrm>
            <a:off x="6223065" y="4573998"/>
            <a:ext cx="9525000" cy="749700"/>
          </a:xfrm>
          <a:prstGeom prst="rect">
            <a:avLst/>
          </a:prstGeom>
          <a:noFill/>
          <a:ln>
            <a:noFill/>
          </a:ln>
        </p:spPr>
        <p:txBody>
          <a:bodyPr anchorCtr="0" anchor="ctr" bIns="0" lIns="0" spcFirstLastPara="1" rIns="0" wrap="square" tIns="0">
            <a:spAutoFit/>
          </a:bodyPr>
          <a:lstStyle/>
          <a:p>
            <a:pPr indent="0" lvl="0" marL="0" rtl="0" algn="l">
              <a:lnSpc>
                <a:spcPct val="115000"/>
              </a:lnSpc>
              <a:spcBef>
                <a:spcPts val="1200"/>
              </a:spcBef>
              <a:spcAft>
                <a:spcPts val="0"/>
              </a:spcAft>
              <a:buClr>
                <a:schemeClr val="dk1"/>
              </a:buClr>
              <a:buSzPts val="1100"/>
              <a:buFont typeface="Arial"/>
              <a:buNone/>
            </a:pPr>
            <a:r>
              <a:rPr lang="en-US" sz="1800">
                <a:solidFill>
                  <a:srgbClr val="20538B"/>
                </a:solidFill>
              </a:rPr>
              <a:t>불충분한 인증 절차 진단 모듈 구현, Git 브랜치 통합 및 형상 관리</a:t>
            </a:r>
            <a:endParaRPr sz="1800">
              <a:solidFill>
                <a:srgbClr val="20538B"/>
              </a:solidFill>
            </a:endParaRPr>
          </a:p>
          <a:p>
            <a:pPr indent="0" lvl="0" marL="0" rtl="0" algn="l">
              <a:lnSpc>
                <a:spcPct val="115000"/>
              </a:lnSpc>
              <a:spcBef>
                <a:spcPts val="1200"/>
              </a:spcBef>
              <a:spcAft>
                <a:spcPts val="1200"/>
              </a:spcAft>
              <a:buClr>
                <a:schemeClr val="dk1"/>
              </a:buClr>
              <a:buSzPts val="1100"/>
              <a:buFont typeface="Arial"/>
              <a:buNone/>
            </a:pPr>
            <a:r>
              <a:t/>
            </a:r>
            <a:endParaRPr sz="1800">
              <a:solidFill>
                <a:srgbClr val="20538B"/>
              </a:solidFill>
            </a:endParaRPr>
          </a:p>
        </p:txBody>
      </p:sp>
      <p:grpSp>
        <p:nvGrpSpPr>
          <p:cNvPr id="684" name="Google Shape;684;h26f5b0a23d79581a_12_75"/>
          <p:cNvGrpSpPr/>
          <p:nvPr/>
        </p:nvGrpSpPr>
        <p:grpSpPr>
          <a:xfrm>
            <a:off x="2332184" y="5095875"/>
            <a:ext cx="13623275" cy="939892"/>
            <a:chOff x="0" y="-239635"/>
            <a:chExt cx="18164367" cy="1253190"/>
          </a:xfrm>
        </p:grpSpPr>
        <p:grpSp>
          <p:nvGrpSpPr>
            <p:cNvPr id="685" name="Google Shape;685;h26f5b0a23d79581a_12_75"/>
            <p:cNvGrpSpPr/>
            <p:nvPr/>
          </p:nvGrpSpPr>
          <p:grpSpPr>
            <a:xfrm>
              <a:off x="3996106" y="-239635"/>
              <a:ext cx="14168261" cy="1253190"/>
              <a:chOff x="0" y="-47625"/>
              <a:chExt cx="2815800" cy="249059"/>
            </a:xfrm>
          </p:grpSpPr>
          <p:sp>
            <p:nvSpPr>
              <p:cNvPr id="686" name="Google Shape;686;h26f5b0a23d79581a_12_75"/>
              <p:cNvSpPr/>
              <p:nvPr/>
            </p:nvSpPr>
            <p:spPr>
              <a:xfrm>
                <a:off x="0" y="0"/>
                <a:ext cx="2815747" cy="201434"/>
              </a:xfrm>
              <a:custGeom>
                <a:rect b="b" l="l" r="r" t="t"/>
                <a:pathLst>
                  <a:path extrusionOk="0" h="201434" w="2815747">
                    <a:moveTo>
                      <a:pt x="0" y="0"/>
                    </a:moveTo>
                    <a:lnTo>
                      <a:pt x="2815747" y="0"/>
                    </a:lnTo>
                    <a:lnTo>
                      <a:pt x="2815747" y="201434"/>
                    </a:lnTo>
                    <a:lnTo>
                      <a:pt x="0" y="201434"/>
                    </a:lnTo>
                    <a:close/>
                  </a:path>
                </a:pathLst>
              </a:custGeom>
              <a:solidFill>
                <a:srgbClr val="EEF6FF"/>
              </a:solidFill>
              <a:ln cap="sq" cmpd="sng" w="9525">
                <a:solidFill>
                  <a:srgbClr val="20538B"/>
                </a:solidFill>
                <a:prstDash val="solid"/>
                <a:miter lim="8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pc="0" sz="1400" u="none" cap="none" strike="noStrike">
                  <a:solidFill>
                    <a:srgbClr val="000000"/>
                  </a:solidFill>
                  <a:latin typeface="Arial"/>
                  <a:ea typeface="Arial"/>
                  <a:cs typeface="Arial"/>
                  <a:sym typeface="Arial"/>
                </a:endParaRPr>
              </a:p>
            </p:txBody>
          </p:sp>
          <p:sp>
            <p:nvSpPr>
              <p:cNvPr id="687" name="Google Shape;687;h26f5b0a23d79581a_12_75"/>
              <p:cNvSpPr txBox="1"/>
              <p:nvPr/>
            </p:nvSpPr>
            <p:spPr>
              <a:xfrm>
                <a:off x="0" y="-47625"/>
                <a:ext cx="2815800" cy="249000"/>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Clr>
                    <a:srgbClr val="000000"/>
                  </a:buClr>
                  <a:buSzPts val="1800"/>
                  <a:buFont typeface="Arial"/>
                  <a:buNone/>
                </a:pPr>
                <a:r>
                  <a:t/>
                </a:r>
                <a:endParaRPr b="0" i="0" spc="0" sz="1800" u="none" cap="none" strike="noStrike">
                  <a:solidFill>
                    <a:schemeClr val="dk1"/>
                  </a:solidFill>
                  <a:latin typeface="Calibri"/>
                  <a:ea typeface="Calibri"/>
                  <a:cs typeface="Calibri"/>
                  <a:sym typeface="Calibri"/>
                </a:endParaRPr>
              </a:p>
            </p:txBody>
          </p:sp>
        </p:grpSp>
        <p:grpSp>
          <p:nvGrpSpPr>
            <p:cNvPr id="688" name="Google Shape;688;h26f5b0a23d79581a_12_75"/>
            <p:cNvGrpSpPr/>
            <p:nvPr/>
          </p:nvGrpSpPr>
          <p:grpSpPr>
            <a:xfrm>
              <a:off x="0" y="-239635"/>
              <a:ext cx="4889363" cy="1253190"/>
              <a:chOff x="0" y="-47625"/>
              <a:chExt cx="971712" cy="249059"/>
            </a:xfrm>
          </p:grpSpPr>
          <p:sp>
            <p:nvSpPr>
              <p:cNvPr id="689" name="Google Shape;689;h26f5b0a23d79581a_12_75"/>
              <p:cNvSpPr/>
              <p:nvPr/>
            </p:nvSpPr>
            <p:spPr>
              <a:xfrm>
                <a:off x="0" y="0"/>
                <a:ext cx="971712" cy="201434"/>
              </a:xfrm>
              <a:custGeom>
                <a:rect b="b" l="l" r="r" t="t"/>
                <a:pathLst>
                  <a:path extrusionOk="0" h="201434" w="971712">
                    <a:moveTo>
                      <a:pt x="0" y="0"/>
                    </a:moveTo>
                    <a:lnTo>
                      <a:pt x="971712" y="0"/>
                    </a:lnTo>
                    <a:lnTo>
                      <a:pt x="971712" y="201434"/>
                    </a:lnTo>
                    <a:lnTo>
                      <a:pt x="0" y="201434"/>
                    </a:lnTo>
                    <a:close/>
                  </a:path>
                </a:pathLst>
              </a:custGeom>
              <a:solidFill>
                <a:srgbClr val="94B6DA"/>
              </a:solidFill>
              <a:ln cap="sq" cmpd="sng" w="9525">
                <a:solidFill>
                  <a:srgbClr val="20538B"/>
                </a:solidFill>
                <a:prstDash val="solid"/>
                <a:miter lim="8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pc="0" sz="1400" u="none" cap="none" strike="noStrike">
                  <a:solidFill>
                    <a:srgbClr val="000000"/>
                  </a:solidFill>
                  <a:latin typeface="Arial"/>
                  <a:ea typeface="Arial"/>
                  <a:cs typeface="Arial"/>
                  <a:sym typeface="Arial"/>
                </a:endParaRPr>
              </a:p>
            </p:txBody>
          </p:sp>
          <p:sp>
            <p:nvSpPr>
              <p:cNvPr id="690" name="Google Shape;690;h26f5b0a23d79581a_12_75"/>
              <p:cNvSpPr txBox="1"/>
              <p:nvPr/>
            </p:nvSpPr>
            <p:spPr>
              <a:xfrm>
                <a:off x="0" y="-47625"/>
                <a:ext cx="971700" cy="249000"/>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Clr>
                    <a:srgbClr val="000000"/>
                  </a:buClr>
                  <a:buSzPts val="1800"/>
                  <a:buFont typeface="Arial"/>
                  <a:buNone/>
                </a:pPr>
                <a:r>
                  <a:t/>
                </a:r>
                <a:endParaRPr b="0" i="0" spc="0" sz="1800" u="none" cap="none" strike="noStrike">
                  <a:solidFill>
                    <a:schemeClr val="dk1"/>
                  </a:solidFill>
                  <a:latin typeface="Calibri"/>
                  <a:ea typeface="Calibri"/>
                  <a:cs typeface="Calibri"/>
                  <a:sym typeface="Calibri"/>
                </a:endParaRPr>
              </a:p>
            </p:txBody>
          </p:sp>
        </p:grpSp>
      </p:grpSp>
      <p:sp>
        <p:nvSpPr>
          <p:cNvPr id="691" name="Google Shape;691;h26f5b0a23d79581a_12_75"/>
          <p:cNvSpPr txBox="1"/>
          <p:nvPr/>
        </p:nvSpPr>
        <p:spPr>
          <a:xfrm>
            <a:off x="2583517" y="5381625"/>
            <a:ext cx="3164400" cy="4311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2800"/>
              <a:buFont typeface="Arial"/>
              <a:buNone/>
            </a:pPr>
            <a:r>
              <a:rPr b="1" i="0" lang="en-US" spc="0" sz="2800" u="none" cap="none" strike="noStrike">
                <a:solidFill>
                  <a:srgbClr val="FFFFFF"/>
                </a:solidFill>
                <a:latin typeface="Arial"/>
                <a:ea typeface="Arial"/>
                <a:cs typeface="Arial"/>
                <a:sym typeface="Arial"/>
              </a:rPr>
              <a:t>윤경은</a:t>
            </a:r>
            <a:endParaRPr b="0" i="0" spc="0" sz="1400" u="none" cap="none" strike="noStrike">
              <a:solidFill>
                <a:srgbClr val="000000"/>
              </a:solidFill>
              <a:latin typeface="Arial"/>
              <a:ea typeface="Arial"/>
              <a:cs typeface="Arial"/>
              <a:sym typeface="Arial"/>
            </a:endParaRPr>
          </a:p>
        </p:txBody>
      </p:sp>
      <p:grpSp>
        <p:nvGrpSpPr>
          <p:cNvPr id="692" name="Google Shape;692;h26f5b0a23d79581a_12_75"/>
          <p:cNvGrpSpPr/>
          <p:nvPr/>
        </p:nvGrpSpPr>
        <p:grpSpPr>
          <a:xfrm>
            <a:off x="2332171" y="6048375"/>
            <a:ext cx="13623275" cy="939893"/>
            <a:chOff x="0" y="-239635"/>
            <a:chExt cx="18164367" cy="1253190"/>
          </a:xfrm>
        </p:grpSpPr>
        <p:grpSp>
          <p:nvGrpSpPr>
            <p:cNvPr id="693" name="Google Shape;693;h26f5b0a23d79581a_12_75"/>
            <p:cNvGrpSpPr/>
            <p:nvPr/>
          </p:nvGrpSpPr>
          <p:grpSpPr>
            <a:xfrm>
              <a:off x="3996106" y="-239635"/>
              <a:ext cx="14168261" cy="1253190"/>
              <a:chOff x="0" y="-47625"/>
              <a:chExt cx="2815800" cy="249059"/>
            </a:xfrm>
          </p:grpSpPr>
          <p:sp>
            <p:nvSpPr>
              <p:cNvPr id="694" name="Google Shape;694;h26f5b0a23d79581a_12_75"/>
              <p:cNvSpPr/>
              <p:nvPr/>
            </p:nvSpPr>
            <p:spPr>
              <a:xfrm>
                <a:off x="0" y="0"/>
                <a:ext cx="2815747" cy="201434"/>
              </a:xfrm>
              <a:custGeom>
                <a:rect b="b" l="l" r="r" t="t"/>
                <a:pathLst>
                  <a:path extrusionOk="0" h="201434" w="2815747">
                    <a:moveTo>
                      <a:pt x="0" y="0"/>
                    </a:moveTo>
                    <a:lnTo>
                      <a:pt x="2815747" y="0"/>
                    </a:lnTo>
                    <a:lnTo>
                      <a:pt x="2815747" y="201434"/>
                    </a:lnTo>
                    <a:lnTo>
                      <a:pt x="0" y="201434"/>
                    </a:lnTo>
                    <a:close/>
                  </a:path>
                </a:pathLst>
              </a:custGeom>
              <a:solidFill>
                <a:srgbClr val="EEF6FF"/>
              </a:solidFill>
              <a:ln cap="sq" cmpd="sng" w="9525">
                <a:solidFill>
                  <a:srgbClr val="20538B"/>
                </a:solidFill>
                <a:prstDash val="solid"/>
                <a:miter lim="8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pc="0" sz="1400" u="none" cap="none" strike="noStrike">
                  <a:solidFill>
                    <a:srgbClr val="000000"/>
                  </a:solidFill>
                  <a:latin typeface="Arial"/>
                  <a:ea typeface="Arial"/>
                  <a:cs typeface="Arial"/>
                  <a:sym typeface="Arial"/>
                </a:endParaRPr>
              </a:p>
            </p:txBody>
          </p:sp>
          <p:sp>
            <p:nvSpPr>
              <p:cNvPr id="695" name="Google Shape;695;h26f5b0a23d79581a_12_75"/>
              <p:cNvSpPr txBox="1"/>
              <p:nvPr/>
            </p:nvSpPr>
            <p:spPr>
              <a:xfrm>
                <a:off x="0" y="-47625"/>
                <a:ext cx="2815800" cy="249000"/>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Clr>
                    <a:srgbClr val="000000"/>
                  </a:buClr>
                  <a:buSzPts val="1800"/>
                  <a:buFont typeface="Arial"/>
                  <a:buNone/>
                </a:pPr>
                <a:r>
                  <a:t/>
                </a:r>
                <a:endParaRPr b="0" i="0" spc="0" sz="1800" u="none" cap="none" strike="noStrike">
                  <a:solidFill>
                    <a:schemeClr val="dk1"/>
                  </a:solidFill>
                  <a:latin typeface="Calibri"/>
                  <a:ea typeface="Calibri"/>
                  <a:cs typeface="Calibri"/>
                  <a:sym typeface="Calibri"/>
                </a:endParaRPr>
              </a:p>
            </p:txBody>
          </p:sp>
        </p:grpSp>
        <p:grpSp>
          <p:nvGrpSpPr>
            <p:cNvPr id="696" name="Google Shape;696;h26f5b0a23d79581a_12_75"/>
            <p:cNvGrpSpPr/>
            <p:nvPr/>
          </p:nvGrpSpPr>
          <p:grpSpPr>
            <a:xfrm>
              <a:off x="0" y="-239635"/>
              <a:ext cx="4889363" cy="1253190"/>
              <a:chOff x="0" y="-47625"/>
              <a:chExt cx="971712" cy="249059"/>
            </a:xfrm>
          </p:grpSpPr>
          <p:sp>
            <p:nvSpPr>
              <p:cNvPr id="697" name="Google Shape;697;h26f5b0a23d79581a_12_75"/>
              <p:cNvSpPr/>
              <p:nvPr/>
            </p:nvSpPr>
            <p:spPr>
              <a:xfrm>
                <a:off x="0" y="0"/>
                <a:ext cx="971712" cy="201434"/>
              </a:xfrm>
              <a:custGeom>
                <a:rect b="b" l="l" r="r" t="t"/>
                <a:pathLst>
                  <a:path extrusionOk="0" h="201434" w="971712">
                    <a:moveTo>
                      <a:pt x="0" y="0"/>
                    </a:moveTo>
                    <a:lnTo>
                      <a:pt x="971712" y="0"/>
                    </a:lnTo>
                    <a:lnTo>
                      <a:pt x="971712" y="201434"/>
                    </a:lnTo>
                    <a:lnTo>
                      <a:pt x="0" y="201434"/>
                    </a:lnTo>
                    <a:close/>
                  </a:path>
                </a:pathLst>
              </a:custGeom>
              <a:solidFill>
                <a:srgbClr val="94B6DA"/>
              </a:solidFill>
              <a:ln cap="sq" cmpd="sng" w="9525">
                <a:solidFill>
                  <a:srgbClr val="20538B"/>
                </a:solidFill>
                <a:prstDash val="solid"/>
                <a:miter lim="8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pc="0" sz="1400" u="none" cap="none" strike="noStrike">
                  <a:solidFill>
                    <a:srgbClr val="000000"/>
                  </a:solidFill>
                  <a:latin typeface="Arial"/>
                  <a:ea typeface="Arial"/>
                  <a:cs typeface="Arial"/>
                  <a:sym typeface="Arial"/>
                </a:endParaRPr>
              </a:p>
            </p:txBody>
          </p:sp>
          <p:sp>
            <p:nvSpPr>
              <p:cNvPr id="698" name="Google Shape;698;h26f5b0a23d79581a_12_75"/>
              <p:cNvSpPr txBox="1"/>
              <p:nvPr/>
            </p:nvSpPr>
            <p:spPr>
              <a:xfrm>
                <a:off x="0" y="-47625"/>
                <a:ext cx="971700" cy="249000"/>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Clr>
                    <a:srgbClr val="000000"/>
                  </a:buClr>
                  <a:buSzPts val="1800"/>
                  <a:buFont typeface="Arial"/>
                  <a:buNone/>
                </a:pPr>
                <a:r>
                  <a:t/>
                </a:r>
                <a:endParaRPr b="0" i="0" spc="0" sz="1800" u="none" cap="none" strike="noStrike">
                  <a:solidFill>
                    <a:schemeClr val="dk1"/>
                  </a:solidFill>
                  <a:latin typeface="Calibri"/>
                  <a:ea typeface="Calibri"/>
                  <a:cs typeface="Calibri"/>
                  <a:sym typeface="Calibri"/>
                </a:endParaRPr>
              </a:p>
            </p:txBody>
          </p:sp>
        </p:grpSp>
      </p:grpSp>
      <p:sp>
        <p:nvSpPr>
          <p:cNvPr id="699" name="Google Shape;699;h26f5b0a23d79581a_12_75"/>
          <p:cNvSpPr txBox="1"/>
          <p:nvPr/>
        </p:nvSpPr>
        <p:spPr>
          <a:xfrm>
            <a:off x="2583505" y="6334125"/>
            <a:ext cx="3164400" cy="4311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2800"/>
              <a:buFont typeface="Arial"/>
              <a:buNone/>
            </a:pPr>
            <a:r>
              <a:rPr b="1" i="0" lang="en-US" spc="0" sz="2800" u="none" cap="none" strike="noStrike">
                <a:solidFill>
                  <a:srgbClr val="FFFFFF"/>
                </a:solidFill>
                <a:latin typeface="Arial"/>
                <a:ea typeface="Arial"/>
                <a:cs typeface="Arial"/>
                <a:sym typeface="Arial"/>
              </a:rPr>
              <a:t>장은빈</a:t>
            </a:r>
            <a:endParaRPr b="0" i="0" spc="0" sz="1400" u="none" cap="none" strike="noStrike">
              <a:solidFill>
                <a:srgbClr val="000000"/>
              </a:solidFill>
              <a:latin typeface="Arial"/>
              <a:ea typeface="Arial"/>
              <a:cs typeface="Arial"/>
              <a:sym typeface="Arial"/>
            </a:endParaRPr>
          </a:p>
        </p:txBody>
      </p:sp>
      <p:sp>
        <p:nvSpPr>
          <p:cNvPr id="700" name="Google Shape;700;h26f5b0a23d79581a_12_75"/>
          <p:cNvSpPr txBox="1"/>
          <p:nvPr/>
        </p:nvSpPr>
        <p:spPr>
          <a:xfrm>
            <a:off x="6276975" y="6406250"/>
            <a:ext cx="9525000" cy="261600"/>
          </a:xfrm>
          <a:prstGeom prst="rect">
            <a:avLst/>
          </a:prstGeom>
          <a:noFill/>
          <a:ln>
            <a:noFill/>
          </a:ln>
        </p:spPr>
        <p:txBody>
          <a:bodyPr anchorCtr="0" anchor="ctr" bIns="0" lIns="0" spcFirstLastPara="1" rIns="0" wrap="square" tIns="0">
            <a:spAutoFit/>
          </a:bodyPr>
          <a:lstStyle/>
          <a:p>
            <a:pPr indent="0" lvl="0" marL="0" marR="0" rtl="0" algn="l">
              <a:lnSpc>
                <a:spcPct val="140000"/>
              </a:lnSpc>
              <a:spcBef>
                <a:spcPts val="0"/>
              </a:spcBef>
              <a:spcAft>
                <a:spcPts val="0"/>
              </a:spcAft>
              <a:buClr>
                <a:srgbClr val="000000"/>
              </a:buClr>
              <a:buSzPts val="1400"/>
              <a:buFont typeface="Arial"/>
              <a:buNone/>
            </a:pPr>
            <a:r>
              <a:rPr lang="en-US" sz="1700">
                <a:solidFill>
                  <a:schemeClr val="dk2"/>
                </a:solidFill>
              </a:rPr>
              <a:t>비밀번호</a:t>
            </a:r>
            <a:r>
              <a:rPr lang="en-US" sz="1700">
                <a:solidFill>
                  <a:schemeClr val="dk2"/>
                </a:solidFill>
              </a:rPr>
              <a:t> 재설정 기능 구현, 취약한 비밀번호 복구 절차 진단 도구 구현</a:t>
            </a:r>
            <a:endParaRPr b="0" i="0" spc="0" sz="1700" u="none" cap="none" strike="noStrike">
              <a:solidFill>
                <a:schemeClr val="dk2"/>
              </a:solidFill>
              <a:latin typeface="Arial"/>
              <a:ea typeface="Arial"/>
              <a:cs typeface="Arial"/>
              <a:sym typeface="Arial"/>
            </a:endParaRPr>
          </a:p>
        </p:txBody>
      </p:sp>
      <p:grpSp>
        <p:nvGrpSpPr>
          <p:cNvPr id="701" name="Google Shape;701;h26f5b0a23d79581a_12_75"/>
          <p:cNvGrpSpPr/>
          <p:nvPr/>
        </p:nvGrpSpPr>
        <p:grpSpPr>
          <a:xfrm>
            <a:off x="2332359" y="7953375"/>
            <a:ext cx="13623275" cy="939893"/>
            <a:chOff x="0" y="-239635"/>
            <a:chExt cx="18164367" cy="1253190"/>
          </a:xfrm>
        </p:grpSpPr>
        <p:grpSp>
          <p:nvGrpSpPr>
            <p:cNvPr id="702" name="Google Shape;702;h26f5b0a23d79581a_12_75"/>
            <p:cNvGrpSpPr/>
            <p:nvPr/>
          </p:nvGrpSpPr>
          <p:grpSpPr>
            <a:xfrm>
              <a:off x="3996106" y="-239635"/>
              <a:ext cx="14168261" cy="1253190"/>
              <a:chOff x="0" y="-47625"/>
              <a:chExt cx="2815800" cy="249059"/>
            </a:xfrm>
          </p:grpSpPr>
          <p:sp>
            <p:nvSpPr>
              <p:cNvPr id="703" name="Google Shape;703;h26f5b0a23d79581a_12_75"/>
              <p:cNvSpPr/>
              <p:nvPr/>
            </p:nvSpPr>
            <p:spPr>
              <a:xfrm>
                <a:off x="0" y="0"/>
                <a:ext cx="2815747" cy="201434"/>
              </a:xfrm>
              <a:custGeom>
                <a:rect b="b" l="l" r="r" t="t"/>
                <a:pathLst>
                  <a:path extrusionOk="0" h="201434" w="2815747">
                    <a:moveTo>
                      <a:pt x="0" y="0"/>
                    </a:moveTo>
                    <a:lnTo>
                      <a:pt x="2815747" y="0"/>
                    </a:lnTo>
                    <a:lnTo>
                      <a:pt x="2815747" y="201434"/>
                    </a:lnTo>
                    <a:lnTo>
                      <a:pt x="0" y="201434"/>
                    </a:lnTo>
                    <a:close/>
                  </a:path>
                </a:pathLst>
              </a:custGeom>
              <a:solidFill>
                <a:srgbClr val="EEF6FF"/>
              </a:solidFill>
              <a:ln cap="sq" cmpd="sng" w="9525">
                <a:solidFill>
                  <a:srgbClr val="20538B"/>
                </a:solidFill>
                <a:prstDash val="solid"/>
                <a:miter lim="8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pc="0" sz="1400" u="none" cap="none" strike="noStrike">
                  <a:solidFill>
                    <a:srgbClr val="000000"/>
                  </a:solidFill>
                  <a:latin typeface="Arial"/>
                  <a:ea typeface="Arial"/>
                  <a:cs typeface="Arial"/>
                  <a:sym typeface="Arial"/>
                </a:endParaRPr>
              </a:p>
            </p:txBody>
          </p:sp>
          <p:sp>
            <p:nvSpPr>
              <p:cNvPr id="704" name="Google Shape;704;h26f5b0a23d79581a_12_75"/>
              <p:cNvSpPr txBox="1"/>
              <p:nvPr/>
            </p:nvSpPr>
            <p:spPr>
              <a:xfrm>
                <a:off x="0" y="-47625"/>
                <a:ext cx="2815800" cy="249000"/>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Clr>
                    <a:srgbClr val="000000"/>
                  </a:buClr>
                  <a:buSzPts val="1800"/>
                  <a:buFont typeface="Arial"/>
                  <a:buNone/>
                </a:pPr>
                <a:r>
                  <a:t/>
                </a:r>
                <a:endParaRPr b="0" i="0" spc="0" sz="1800" u="none" cap="none" strike="noStrike">
                  <a:solidFill>
                    <a:schemeClr val="dk1"/>
                  </a:solidFill>
                  <a:latin typeface="Calibri"/>
                  <a:ea typeface="Calibri"/>
                  <a:cs typeface="Calibri"/>
                  <a:sym typeface="Calibri"/>
                </a:endParaRPr>
              </a:p>
            </p:txBody>
          </p:sp>
        </p:grpSp>
        <p:grpSp>
          <p:nvGrpSpPr>
            <p:cNvPr id="705" name="Google Shape;705;h26f5b0a23d79581a_12_75"/>
            <p:cNvGrpSpPr/>
            <p:nvPr/>
          </p:nvGrpSpPr>
          <p:grpSpPr>
            <a:xfrm>
              <a:off x="0" y="-239635"/>
              <a:ext cx="4889363" cy="1253190"/>
              <a:chOff x="0" y="-47625"/>
              <a:chExt cx="971712" cy="249059"/>
            </a:xfrm>
          </p:grpSpPr>
          <p:sp>
            <p:nvSpPr>
              <p:cNvPr id="706" name="Google Shape;706;h26f5b0a23d79581a_12_75"/>
              <p:cNvSpPr/>
              <p:nvPr/>
            </p:nvSpPr>
            <p:spPr>
              <a:xfrm>
                <a:off x="0" y="0"/>
                <a:ext cx="971712" cy="201434"/>
              </a:xfrm>
              <a:custGeom>
                <a:rect b="b" l="l" r="r" t="t"/>
                <a:pathLst>
                  <a:path extrusionOk="0" h="201434" w="971712">
                    <a:moveTo>
                      <a:pt x="0" y="0"/>
                    </a:moveTo>
                    <a:lnTo>
                      <a:pt x="971712" y="0"/>
                    </a:lnTo>
                    <a:lnTo>
                      <a:pt x="971712" y="201434"/>
                    </a:lnTo>
                    <a:lnTo>
                      <a:pt x="0" y="201434"/>
                    </a:lnTo>
                    <a:close/>
                  </a:path>
                </a:pathLst>
              </a:custGeom>
              <a:solidFill>
                <a:srgbClr val="94B6DA"/>
              </a:solidFill>
              <a:ln cap="sq" cmpd="sng" w="9525">
                <a:solidFill>
                  <a:srgbClr val="20538B"/>
                </a:solidFill>
                <a:prstDash val="solid"/>
                <a:miter lim="8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pc="0" sz="1400" u="none" cap="none" strike="noStrike">
                  <a:solidFill>
                    <a:srgbClr val="000000"/>
                  </a:solidFill>
                  <a:latin typeface="Arial"/>
                  <a:ea typeface="Arial"/>
                  <a:cs typeface="Arial"/>
                  <a:sym typeface="Arial"/>
                </a:endParaRPr>
              </a:p>
            </p:txBody>
          </p:sp>
          <p:sp>
            <p:nvSpPr>
              <p:cNvPr id="707" name="Google Shape;707;h26f5b0a23d79581a_12_75"/>
              <p:cNvSpPr txBox="1"/>
              <p:nvPr/>
            </p:nvSpPr>
            <p:spPr>
              <a:xfrm>
                <a:off x="0" y="-47625"/>
                <a:ext cx="971700" cy="249000"/>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Clr>
                    <a:srgbClr val="000000"/>
                  </a:buClr>
                  <a:buSzPts val="1800"/>
                  <a:buFont typeface="Arial"/>
                  <a:buNone/>
                </a:pPr>
                <a:r>
                  <a:t/>
                </a:r>
                <a:endParaRPr b="0" i="0" spc="0" sz="1800" u="none" cap="none" strike="noStrike">
                  <a:solidFill>
                    <a:schemeClr val="dk1"/>
                  </a:solidFill>
                  <a:latin typeface="Calibri"/>
                  <a:ea typeface="Calibri"/>
                  <a:cs typeface="Calibri"/>
                  <a:sym typeface="Calibri"/>
                </a:endParaRPr>
              </a:p>
            </p:txBody>
          </p:sp>
        </p:grpSp>
      </p:grpSp>
      <p:sp>
        <p:nvSpPr>
          <p:cNvPr id="708" name="Google Shape;708;h26f5b0a23d79581a_12_75"/>
          <p:cNvSpPr txBox="1"/>
          <p:nvPr/>
        </p:nvSpPr>
        <p:spPr>
          <a:xfrm>
            <a:off x="2583692" y="8239125"/>
            <a:ext cx="3164400" cy="4311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2800"/>
              <a:buFont typeface="Arial"/>
              <a:buNone/>
            </a:pPr>
            <a:r>
              <a:rPr b="1" i="0" lang="en-US" spc="0" sz="2800" u="none" cap="none" strike="noStrike">
                <a:solidFill>
                  <a:srgbClr val="FFFFFF"/>
                </a:solidFill>
                <a:latin typeface="Arial"/>
                <a:ea typeface="Arial"/>
                <a:cs typeface="Arial"/>
                <a:sym typeface="Arial"/>
              </a:rPr>
              <a:t>홍용민</a:t>
            </a:r>
            <a:endParaRPr b="0" i="0" spc="0" sz="1400" u="none" cap="none" strike="noStrike">
              <a:solidFill>
                <a:srgbClr val="000000"/>
              </a:solidFill>
              <a:latin typeface="Arial"/>
              <a:ea typeface="Arial"/>
              <a:cs typeface="Arial"/>
              <a:sym typeface="Arial"/>
            </a:endParaRPr>
          </a:p>
        </p:txBody>
      </p:sp>
      <p:grpSp>
        <p:nvGrpSpPr>
          <p:cNvPr id="709" name="Google Shape;709;h26f5b0a23d79581a_12_75"/>
          <p:cNvGrpSpPr/>
          <p:nvPr/>
        </p:nvGrpSpPr>
        <p:grpSpPr>
          <a:xfrm>
            <a:off x="2332184" y="7000875"/>
            <a:ext cx="13623275" cy="939893"/>
            <a:chOff x="0" y="-239635"/>
            <a:chExt cx="18164367" cy="1253190"/>
          </a:xfrm>
        </p:grpSpPr>
        <p:grpSp>
          <p:nvGrpSpPr>
            <p:cNvPr id="710" name="Google Shape;710;h26f5b0a23d79581a_12_75"/>
            <p:cNvGrpSpPr/>
            <p:nvPr/>
          </p:nvGrpSpPr>
          <p:grpSpPr>
            <a:xfrm>
              <a:off x="3996106" y="-239635"/>
              <a:ext cx="14168261" cy="1253190"/>
              <a:chOff x="0" y="-47625"/>
              <a:chExt cx="2815800" cy="249059"/>
            </a:xfrm>
          </p:grpSpPr>
          <p:sp>
            <p:nvSpPr>
              <p:cNvPr id="711" name="Google Shape;711;h26f5b0a23d79581a_12_75"/>
              <p:cNvSpPr/>
              <p:nvPr/>
            </p:nvSpPr>
            <p:spPr>
              <a:xfrm>
                <a:off x="0" y="0"/>
                <a:ext cx="2815747" cy="201434"/>
              </a:xfrm>
              <a:custGeom>
                <a:rect b="b" l="l" r="r" t="t"/>
                <a:pathLst>
                  <a:path extrusionOk="0" h="201434" w="2815747">
                    <a:moveTo>
                      <a:pt x="0" y="0"/>
                    </a:moveTo>
                    <a:lnTo>
                      <a:pt x="2815747" y="0"/>
                    </a:lnTo>
                    <a:lnTo>
                      <a:pt x="2815747" y="201434"/>
                    </a:lnTo>
                    <a:lnTo>
                      <a:pt x="0" y="201434"/>
                    </a:lnTo>
                    <a:close/>
                  </a:path>
                </a:pathLst>
              </a:custGeom>
              <a:solidFill>
                <a:srgbClr val="EEF6FF"/>
              </a:solidFill>
              <a:ln cap="sq" cmpd="sng" w="9525">
                <a:solidFill>
                  <a:srgbClr val="20538B"/>
                </a:solidFill>
                <a:prstDash val="solid"/>
                <a:miter lim="8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pc="0" sz="1400" u="none" cap="none" strike="noStrike">
                  <a:solidFill>
                    <a:srgbClr val="000000"/>
                  </a:solidFill>
                  <a:latin typeface="Arial"/>
                  <a:ea typeface="Arial"/>
                  <a:cs typeface="Arial"/>
                  <a:sym typeface="Arial"/>
                </a:endParaRPr>
              </a:p>
            </p:txBody>
          </p:sp>
          <p:sp>
            <p:nvSpPr>
              <p:cNvPr id="712" name="Google Shape;712;h26f5b0a23d79581a_12_75"/>
              <p:cNvSpPr txBox="1"/>
              <p:nvPr/>
            </p:nvSpPr>
            <p:spPr>
              <a:xfrm>
                <a:off x="0" y="-47625"/>
                <a:ext cx="2815800" cy="249000"/>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Clr>
                    <a:srgbClr val="000000"/>
                  </a:buClr>
                  <a:buSzPts val="1800"/>
                  <a:buFont typeface="Arial"/>
                  <a:buNone/>
                </a:pPr>
                <a:r>
                  <a:t/>
                </a:r>
                <a:endParaRPr b="0" i="0" spc="0" sz="1800" u="none" cap="none" strike="noStrike">
                  <a:solidFill>
                    <a:schemeClr val="dk1"/>
                  </a:solidFill>
                  <a:latin typeface="Calibri"/>
                  <a:ea typeface="Calibri"/>
                  <a:cs typeface="Calibri"/>
                  <a:sym typeface="Calibri"/>
                </a:endParaRPr>
              </a:p>
            </p:txBody>
          </p:sp>
        </p:grpSp>
        <p:grpSp>
          <p:nvGrpSpPr>
            <p:cNvPr id="713" name="Google Shape;713;h26f5b0a23d79581a_12_75"/>
            <p:cNvGrpSpPr/>
            <p:nvPr/>
          </p:nvGrpSpPr>
          <p:grpSpPr>
            <a:xfrm>
              <a:off x="0" y="-239635"/>
              <a:ext cx="4889363" cy="1253190"/>
              <a:chOff x="0" y="-47625"/>
              <a:chExt cx="971712" cy="249059"/>
            </a:xfrm>
          </p:grpSpPr>
          <p:sp>
            <p:nvSpPr>
              <p:cNvPr id="714" name="Google Shape;714;h26f5b0a23d79581a_12_75"/>
              <p:cNvSpPr/>
              <p:nvPr/>
            </p:nvSpPr>
            <p:spPr>
              <a:xfrm>
                <a:off x="0" y="0"/>
                <a:ext cx="971712" cy="201434"/>
              </a:xfrm>
              <a:custGeom>
                <a:rect b="b" l="l" r="r" t="t"/>
                <a:pathLst>
                  <a:path extrusionOk="0" h="201434" w="971712">
                    <a:moveTo>
                      <a:pt x="0" y="0"/>
                    </a:moveTo>
                    <a:lnTo>
                      <a:pt x="971712" y="0"/>
                    </a:lnTo>
                    <a:lnTo>
                      <a:pt x="971712" y="201434"/>
                    </a:lnTo>
                    <a:lnTo>
                      <a:pt x="0" y="201434"/>
                    </a:lnTo>
                    <a:close/>
                  </a:path>
                </a:pathLst>
              </a:custGeom>
              <a:solidFill>
                <a:srgbClr val="94B6DA"/>
              </a:solidFill>
              <a:ln cap="sq" cmpd="sng" w="9525">
                <a:solidFill>
                  <a:srgbClr val="20538B"/>
                </a:solidFill>
                <a:prstDash val="solid"/>
                <a:miter lim="8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pc="0" sz="1400" u="none" cap="none" strike="noStrike">
                  <a:solidFill>
                    <a:srgbClr val="000000"/>
                  </a:solidFill>
                  <a:latin typeface="Arial"/>
                  <a:ea typeface="Arial"/>
                  <a:cs typeface="Arial"/>
                  <a:sym typeface="Arial"/>
                </a:endParaRPr>
              </a:p>
            </p:txBody>
          </p:sp>
          <p:sp>
            <p:nvSpPr>
              <p:cNvPr id="715" name="Google Shape;715;h26f5b0a23d79581a_12_75"/>
              <p:cNvSpPr txBox="1"/>
              <p:nvPr/>
            </p:nvSpPr>
            <p:spPr>
              <a:xfrm>
                <a:off x="0" y="-47625"/>
                <a:ext cx="971700" cy="249000"/>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Clr>
                    <a:srgbClr val="000000"/>
                  </a:buClr>
                  <a:buSzPts val="1800"/>
                  <a:buFont typeface="Arial"/>
                  <a:buNone/>
                </a:pPr>
                <a:r>
                  <a:t/>
                </a:r>
                <a:endParaRPr b="0" i="0" spc="0" sz="1800" u="none" cap="none" strike="noStrike">
                  <a:solidFill>
                    <a:schemeClr val="dk1"/>
                  </a:solidFill>
                  <a:latin typeface="Calibri"/>
                  <a:ea typeface="Calibri"/>
                  <a:cs typeface="Calibri"/>
                  <a:sym typeface="Calibri"/>
                </a:endParaRPr>
              </a:p>
            </p:txBody>
          </p:sp>
        </p:grpSp>
      </p:grpSp>
      <p:sp>
        <p:nvSpPr>
          <p:cNvPr id="716" name="Google Shape;716;h26f5b0a23d79581a_12_75"/>
          <p:cNvSpPr txBox="1"/>
          <p:nvPr/>
        </p:nvSpPr>
        <p:spPr>
          <a:xfrm>
            <a:off x="2583517" y="7286625"/>
            <a:ext cx="3164400" cy="4311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2800"/>
              <a:buFont typeface="Arial"/>
              <a:buNone/>
            </a:pPr>
            <a:r>
              <a:rPr b="1" i="0" lang="en-US" spc="0" sz="2800" u="none" cap="none" strike="noStrike">
                <a:solidFill>
                  <a:srgbClr val="FFFFFF"/>
                </a:solidFill>
                <a:latin typeface="Arial"/>
                <a:ea typeface="Arial"/>
                <a:cs typeface="Arial"/>
                <a:sym typeface="Arial"/>
              </a:rPr>
              <a:t>최재용</a:t>
            </a:r>
            <a:endParaRPr b="0" i="0" spc="0" sz="1400" u="none" cap="none" strike="noStrike">
              <a:solidFill>
                <a:srgbClr val="000000"/>
              </a:solidFill>
              <a:latin typeface="Arial"/>
              <a:ea typeface="Arial"/>
              <a:cs typeface="Arial"/>
              <a:sym typeface="Arial"/>
            </a:endParaRPr>
          </a:p>
        </p:txBody>
      </p:sp>
      <p:sp>
        <p:nvSpPr>
          <p:cNvPr id="717" name="Google Shape;717;h26f5b0a23d79581a_12_75"/>
          <p:cNvSpPr txBox="1"/>
          <p:nvPr/>
        </p:nvSpPr>
        <p:spPr>
          <a:xfrm>
            <a:off x="6276975" y="7371376"/>
            <a:ext cx="9525000" cy="261600"/>
          </a:xfrm>
          <a:prstGeom prst="rect">
            <a:avLst/>
          </a:prstGeom>
          <a:noFill/>
          <a:ln>
            <a:noFill/>
          </a:ln>
        </p:spPr>
        <p:txBody>
          <a:bodyPr anchorCtr="0" anchor="ctr" bIns="0" lIns="0" spcFirstLastPara="1" rIns="0" wrap="square" tIns="0">
            <a:spAutoFit/>
          </a:bodyPr>
          <a:lstStyle/>
          <a:p>
            <a:pPr indent="0" lvl="0" marL="0" rtl="0" algn="l">
              <a:lnSpc>
                <a:spcPct val="140000"/>
              </a:lnSpc>
              <a:spcBef>
                <a:spcPts val="0"/>
              </a:spcBef>
              <a:spcAft>
                <a:spcPts val="0"/>
              </a:spcAft>
              <a:buClr>
                <a:schemeClr val="dk1"/>
              </a:buClr>
              <a:buSzPts val="1100"/>
              <a:buFont typeface="Arial"/>
              <a:buNone/>
            </a:pPr>
            <a:r>
              <a:rPr lang="en-US" sz="1700">
                <a:solidFill>
                  <a:srgbClr val="20538B"/>
                </a:solidFill>
              </a:rPr>
              <a:t>법령 매핑 모듈 (취약점 → ISMS-P 인증기준 · 개인정보 보호법 · 안전성 확보조치 기준 조문·항)</a:t>
            </a:r>
            <a:endParaRPr sz="1700">
              <a:solidFill>
                <a:srgbClr val="20538B"/>
              </a:solidFill>
            </a:endParaRPr>
          </a:p>
        </p:txBody>
      </p:sp>
      <p:grpSp>
        <p:nvGrpSpPr>
          <p:cNvPr id="718" name="Google Shape;718;h26f5b0a23d79581a_12_75"/>
          <p:cNvGrpSpPr/>
          <p:nvPr/>
        </p:nvGrpSpPr>
        <p:grpSpPr>
          <a:xfrm>
            <a:off x="2332371" y="2238375"/>
            <a:ext cx="13623275" cy="939893"/>
            <a:chOff x="0" y="-239635"/>
            <a:chExt cx="18164367" cy="1253190"/>
          </a:xfrm>
        </p:grpSpPr>
        <p:grpSp>
          <p:nvGrpSpPr>
            <p:cNvPr id="719" name="Google Shape;719;h26f5b0a23d79581a_12_75"/>
            <p:cNvGrpSpPr/>
            <p:nvPr/>
          </p:nvGrpSpPr>
          <p:grpSpPr>
            <a:xfrm>
              <a:off x="3996106" y="-239635"/>
              <a:ext cx="14168261" cy="1253190"/>
              <a:chOff x="0" y="-47625"/>
              <a:chExt cx="2815800" cy="249059"/>
            </a:xfrm>
          </p:grpSpPr>
          <p:sp>
            <p:nvSpPr>
              <p:cNvPr id="720" name="Google Shape;720;h26f5b0a23d79581a_12_75"/>
              <p:cNvSpPr/>
              <p:nvPr/>
            </p:nvSpPr>
            <p:spPr>
              <a:xfrm>
                <a:off x="0" y="0"/>
                <a:ext cx="2815747" cy="201434"/>
              </a:xfrm>
              <a:custGeom>
                <a:rect b="b" l="l" r="r" t="t"/>
                <a:pathLst>
                  <a:path extrusionOk="0" h="201434" w="2815747">
                    <a:moveTo>
                      <a:pt x="0" y="0"/>
                    </a:moveTo>
                    <a:lnTo>
                      <a:pt x="2815747" y="0"/>
                    </a:lnTo>
                    <a:lnTo>
                      <a:pt x="2815747" y="201434"/>
                    </a:lnTo>
                    <a:lnTo>
                      <a:pt x="0" y="201434"/>
                    </a:lnTo>
                    <a:close/>
                  </a:path>
                </a:pathLst>
              </a:custGeom>
              <a:solidFill>
                <a:srgbClr val="EEF6FF"/>
              </a:solidFill>
              <a:ln cap="sq" cmpd="sng" w="9525">
                <a:solidFill>
                  <a:srgbClr val="20538B"/>
                </a:solidFill>
                <a:prstDash val="solid"/>
                <a:miter lim="8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pc="0" sz="1400" u="none" cap="none" strike="noStrike">
                  <a:solidFill>
                    <a:srgbClr val="000000"/>
                  </a:solidFill>
                  <a:latin typeface="Arial"/>
                  <a:ea typeface="Arial"/>
                  <a:cs typeface="Arial"/>
                  <a:sym typeface="Arial"/>
                </a:endParaRPr>
              </a:p>
            </p:txBody>
          </p:sp>
          <p:sp>
            <p:nvSpPr>
              <p:cNvPr id="721" name="Google Shape;721;h26f5b0a23d79581a_12_75"/>
              <p:cNvSpPr txBox="1"/>
              <p:nvPr/>
            </p:nvSpPr>
            <p:spPr>
              <a:xfrm>
                <a:off x="0" y="-47625"/>
                <a:ext cx="2815800" cy="249000"/>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Clr>
                    <a:srgbClr val="000000"/>
                  </a:buClr>
                  <a:buSzPts val="1800"/>
                  <a:buFont typeface="Arial"/>
                  <a:buNone/>
                </a:pPr>
                <a:r>
                  <a:t/>
                </a:r>
                <a:endParaRPr b="0" i="0" spc="0" sz="1800" u="none" cap="none" strike="noStrike">
                  <a:solidFill>
                    <a:schemeClr val="dk1"/>
                  </a:solidFill>
                  <a:latin typeface="Calibri"/>
                  <a:ea typeface="Calibri"/>
                  <a:cs typeface="Calibri"/>
                  <a:sym typeface="Calibri"/>
                </a:endParaRPr>
              </a:p>
            </p:txBody>
          </p:sp>
        </p:grpSp>
        <p:grpSp>
          <p:nvGrpSpPr>
            <p:cNvPr id="722" name="Google Shape;722;h26f5b0a23d79581a_12_75"/>
            <p:cNvGrpSpPr/>
            <p:nvPr/>
          </p:nvGrpSpPr>
          <p:grpSpPr>
            <a:xfrm>
              <a:off x="0" y="-239635"/>
              <a:ext cx="4889363" cy="1253190"/>
              <a:chOff x="0" y="-47625"/>
              <a:chExt cx="971712" cy="249059"/>
            </a:xfrm>
          </p:grpSpPr>
          <p:sp>
            <p:nvSpPr>
              <p:cNvPr id="723" name="Google Shape;723;h26f5b0a23d79581a_12_75"/>
              <p:cNvSpPr/>
              <p:nvPr/>
            </p:nvSpPr>
            <p:spPr>
              <a:xfrm>
                <a:off x="0" y="0"/>
                <a:ext cx="971712" cy="201434"/>
              </a:xfrm>
              <a:custGeom>
                <a:rect b="b" l="l" r="r" t="t"/>
                <a:pathLst>
                  <a:path extrusionOk="0" h="201434" w="971712">
                    <a:moveTo>
                      <a:pt x="0" y="0"/>
                    </a:moveTo>
                    <a:lnTo>
                      <a:pt x="971712" y="0"/>
                    </a:lnTo>
                    <a:lnTo>
                      <a:pt x="971712" y="201434"/>
                    </a:lnTo>
                    <a:lnTo>
                      <a:pt x="0" y="201434"/>
                    </a:lnTo>
                    <a:close/>
                  </a:path>
                </a:pathLst>
              </a:custGeom>
              <a:solidFill>
                <a:srgbClr val="94B6DA"/>
              </a:solidFill>
              <a:ln cap="sq" cmpd="sng" w="9525">
                <a:solidFill>
                  <a:srgbClr val="20538B"/>
                </a:solidFill>
                <a:prstDash val="solid"/>
                <a:miter lim="8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pc="0" sz="1400" u="none" cap="none" strike="noStrike">
                  <a:solidFill>
                    <a:srgbClr val="000000"/>
                  </a:solidFill>
                  <a:latin typeface="Arial"/>
                  <a:ea typeface="Arial"/>
                  <a:cs typeface="Arial"/>
                  <a:sym typeface="Arial"/>
                </a:endParaRPr>
              </a:p>
            </p:txBody>
          </p:sp>
          <p:sp>
            <p:nvSpPr>
              <p:cNvPr id="724" name="Google Shape;724;h26f5b0a23d79581a_12_75"/>
              <p:cNvSpPr txBox="1"/>
              <p:nvPr/>
            </p:nvSpPr>
            <p:spPr>
              <a:xfrm>
                <a:off x="0" y="-47625"/>
                <a:ext cx="971700" cy="249000"/>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Clr>
                    <a:srgbClr val="000000"/>
                  </a:buClr>
                  <a:buSzPts val="1800"/>
                  <a:buFont typeface="Arial"/>
                  <a:buNone/>
                </a:pPr>
                <a:r>
                  <a:t/>
                </a:r>
                <a:endParaRPr b="0" i="0" spc="0" sz="1800" u="none" cap="none" strike="noStrike">
                  <a:solidFill>
                    <a:schemeClr val="dk1"/>
                  </a:solidFill>
                  <a:latin typeface="Calibri"/>
                  <a:ea typeface="Calibri"/>
                  <a:cs typeface="Calibri"/>
                  <a:sym typeface="Calibri"/>
                </a:endParaRPr>
              </a:p>
            </p:txBody>
          </p:sp>
        </p:grpSp>
      </p:grpSp>
      <p:sp>
        <p:nvSpPr>
          <p:cNvPr id="725" name="Google Shape;725;h26f5b0a23d79581a_12_75"/>
          <p:cNvSpPr txBox="1"/>
          <p:nvPr/>
        </p:nvSpPr>
        <p:spPr>
          <a:xfrm>
            <a:off x="2583705" y="2524125"/>
            <a:ext cx="3164400" cy="4311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2800"/>
              <a:buFont typeface="Arial"/>
              <a:buNone/>
            </a:pPr>
            <a:r>
              <a:rPr b="1" i="0" lang="en-US" spc="0" sz="2800" u="none" cap="none" strike="noStrike">
                <a:solidFill>
                  <a:srgbClr val="FFFFFF"/>
                </a:solidFill>
                <a:latin typeface="Arial"/>
                <a:ea typeface="Arial"/>
                <a:cs typeface="Arial"/>
                <a:sym typeface="Arial"/>
              </a:rPr>
              <a:t>박경민</a:t>
            </a:r>
            <a:endParaRPr b="0" i="0" spc="0" sz="1400" u="none" cap="none" strike="noStrike">
              <a:solidFill>
                <a:srgbClr val="000000"/>
              </a:solidFill>
              <a:latin typeface="Arial"/>
              <a:ea typeface="Arial"/>
              <a:cs typeface="Arial"/>
              <a:sym typeface="Arial"/>
            </a:endParaRPr>
          </a:p>
        </p:txBody>
      </p:sp>
      <p:sp>
        <p:nvSpPr>
          <p:cNvPr id="726" name="Google Shape;726;h26f5b0a23d79581a_12_75"/>
          <p:cNvSpPr txBox="1"/>
          <p:nvPr/>
        </p:nvSpPr>
        <p:spPr>
          <a:xfrm>
            <a:off x="6276975" y="2652264"/>
            <a:ext cx="9525000" cy="261600"/>
          </a:xfrm>
          <a:prstGeom prst="rect">
            <a:avLst/>
          </a:prstGeom>
          <a:noFill/>
          <a:ln>
            <a:noFill/>
          </a:ln>
        </p:spPr>
        <p:txBody>
          <a:bodyPr anchorCtr="0" anchor="ctr" bIns="0" lIns="0" spcFirstLastPara="1" rIns="0" wrap="square" tIns="0">
            <a:spAutoFit/>
          </a:bodyPr>
          <a:lstStyle/>
          <a:p>
            <a:pPr indent="0" lvl="0" marL="0" marR="0" rtl="0" algn="l">
              <a:lnSpc>
                <a:spcPct val="140000"/>
              </a:lnSpc>
              <a:spcBef>
                <a:spcPts val="0"/>
              </a:spcBef>
              <a:spcAft>
                <a:spcPts val="0"/>
              </a:spcAft>
              <a:buClr>
                <a:srgbClr val="000000"/>
              </a:buClr>
              <a:buSzPts val="1400"/>
              <a:buFont typeface="Arial"/>
              <a:buNone/>
            </a:pPr>
            <a:r>
              <a:rPr lang="en-US" sz="1700">
                <a:solidFill>
                  <a:srgbClr val="20538B"/>
                </a:solidFill>
              </a:rPr>
              <a:t>불충분한 권한검증 진단 도구 구현, 발표</a:t>
            </a:r>
            <a:endParaRPr b="0" i="0" spc="0" sz="1700" u="none" cap="none" strike="noStrike">
              <a:solidFill>
                <a:srgbClr val="20538B"/>
              </a:solidFill>
              <a:latin typeface="Arial"/>
              <a:ea typeface="Arial"/>
              <a:cs typeface="Arial"/>
              <a:sym typeface="Arial"/>
            </a:endParaRPr>
          </a:p>
        </p:txBody>
      </p:sp>
      <p:sp>
        <p:nvSpPr>
          <p:cNvPr id="727" name="Google Shape;727;h26f5b0a23d79581a_12_75"/>
          <p:cNvSpPr txBox="1"/>
          <p:nvPr/>
        </p:nvSpPr>
        <p:spPr>
          <a:xfrm>
            <a:off x="6276975" y="8347976"/>
            <a:ext cx="9525000" cy="261600"/>
          </a:xfrm>
          <a:prstGeom prst="rect">
            <a:avLst/>
          </a:prstGeom>
          <a:noFill/>
          <a:ln>
            <a:noFill/>
          </a:ln>
        </p:spPr>
        <p:txBody>
          <a:bodyPr anchorCtr="0" anchor="ctr" bIns="0" lIns="0" spcFirstLastPara="1" rIns="0" wrap="square" tIns="0">
            <a:spAutoFit/>
          </a:bodyPr>
          <a:lstStyle/>
          <a:p>
            <a:pPr indent="0" lvl="0" marL="0" rtl="0" algn="l">
              <a:lnSpc>
                <a:spcPct val="140000"/>
              </a:lnSpc>
              <a:spcBef>
                <a:spcPts val="0"/>
              </a:spcBef>
              <a:spcAft>
                <a:spcPts val="0"/>
              </a:spcAft>
              <a:buClr>
                <a:schemeClr val="dk1"/>
              </a:buClr>
              <a:buSzPts val="1100"/>
              <a:buFont typeface="Arial"/>
              <a:buNone/>
            </a:pPr>
            <a:r>
              <a:rPr lang="en-US" sz="1700">
                <a:solidFill>
                  <a:srgbClr val="20538B"/>
                </a:solidFill>
              </a:rPr>
              <a:t>대상 서비스 구현, 정보 누출/약한 비밀번호 진단 도구 구현</a:t>
            </a:r>
            <a:endParaRPr sz="1700">
              <a:solidFill>
                <a:srgbClr val="20538B"/>
              </a:solidFill>
            </a:endParaRPr>
          </a:p>
        </p:txBody>
      </p:sp>
      <p:sp>
        <p:nvSpPr>
          <p:cNvPr id="728" name="Google Shape;728;h26f5b0a23d79581a_12_75"/>
          <p:cNvSpPr txBox="1"/>
          <p:nvPr/>
        </p:nvSpPr>
        <p:spPr>
          <a:xfrm>
            <a:off x="6123375" y="5455175"/>
            <a:ext cx="62061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US" sz="1800">
                <a:solidFill>
                  <a:schemeClr val="dk2"/>
                </a:solidFill>
              </a:rPr>
              <a:t>취약점 진단 통합 실행 모듈 구현</a:t>
            </a:r>
            <a:endParaRPr sz="1800">
              <a:solidFill>
                <a:schemeClr val="dk2"/>
              </a:solidFill>
            </a:endParaRPr>
          </a:p>
        </p:txBody>
      </p:sp>
      <p:sp>
        <p:nvSpPr>
          <p:cNvPr id="729" name="Google Shape;729;h26f5b0a23d79581a_12_75"/>
          <p:cNvSpPr txBox="1"/>
          <p:nvPr/>
        </p:nvSpPr>
        <p:spPr>
          <a:xfrm>
            <a:off x="1437501" y="920715"/>
            <a:ext cx="834600" cy="751200"/>
          </a:xfrm>
          <a:prstGeom prst="rect">
            <a:avLst/>
          </a:prstGeom>
          <a:noFill/>
          <a:ln>
            <a:noFill/>
          </a:ln>
        </p:spPr>
        <p:txBody>
          <a:bodyPr anchorCtr="0" anchor="t" bIns="0" lIns="0" spcFirstLastPara="1" rIns="0" wrap="square" tIns="0">
            <a:spAutoFit/>
          </a:bodyPr>
          <a:lstStyle/>
          <a:p>
            <a:pPr indent="0" lvl="0" marL="0" marR="0" rtl="0" algn="l">
              <a:lnSpc>
                <a:spcPct val="192009"/>
              </a:lnSpc>
              <a:spcBef>
                <a:spcPts val="0"/>
              </a:spcBef>
              <a:spcAft>
                <a:spcPts val="0"/>
              </a:spcAft>
              <a:buNone/>
            </a:pPr>
            <a:r>
              <a:rPr b="1" i="0" lang="en-US" sz="4881" u="none" cap="none" strike="noStrike">
                <a:solidFill>
                  <a:srgbClr val="CBDDEF"/>
                </a:solidFill>
                <a:latin typeface="Arial"/>
                <a:ea typeface="Arial"/>
                <a:cs typeface="Arial"/>
                <a:sym typeface="Arial"/>
              </a:rPr>
              <a:t>0</a:t>
            </a:r>
            <a:r>
              <a:rPr b="1" lang="en-US" sz="4881">
                <a:solidFill>
                  <a:srgbClr val="CBDDEF"/>
                </a:solidFill>
              </a:rPr>
              <a:t>2</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3" name="Shape 733"/>
        <p:cNvGrpSpPr/>
        <p:nvPr/>
      </p:nvGrpSpPr>
      <p:grpSpPr>
        <a:xfrm>
          <a:off x="0" y="0"/>
          <a:ext cx="0" cy="0"/>
          <a:chOff x="0" y="0"/>
          <a:chExt cx="0" cy="0"/>
        </a:xfrm>
      </p:grpSpPr>
      <p:grpSp>
        <p:nvGrpSpPr>
          <p:cNvPr id="734" name="Google Shape;734;h32a9095667746e33_6_78"/>
          <p:cNvGrpSpPr/>
          <p:nvPr/>
        </p:nvGrpSpPr>
        <p:grpSpPr>
          <a:xfrm>
            <a:off x="-1081199" y="3274283"/>
            <a:ext cx="20615733" cy="7012716"/>
            <a:chOff x="-99239" y="-86"/>
            <a:chExt cx="27487644" cy="9350288"/>
          </a:xfrm>
        </p:grpSpPr>
        <p:grpSp>
          <p:nvGrpSpPr>
            <p:cNvPr id="735" name="Google Shape;735;h32a9095667746e33_6_78"/>
            <p:cNvGrpSpPr/>
            <p:nvPr/>
          </p:nvGrpSpPr>
          <p:grpSpPr>
            <a:xfrm rot="-5400000">
              <a:off x="11107617" y="-11206942"/>
              <a:ext cx="4770761" cy="27184472"/>
              <a:chOff x="0" y="-38100"/>
              <a:chExt cx="1831597" cy="10436700"/>
            </a:xfrm>
          </p:grpSpPr>
          <p:sp>
            <p:nvSpPr>
              <p:cNvPr id="736" name="Google Shape;736;h32a9095667746e33_6_78"/>
              <p:cNvSpPr/>
              <p:nvPr/>
            </p:nvSpPr>
            <p:spPr>
              <a:xfrm>
                <a:off x="0" y="0"/>
                <a:ext cx="1831597" cy="10398600"/>
              </a:xfrm>
              <a:custGeom>
                <a:rect b="b" l="l" r="r" t="t"/>
                <a:pathLst>
                  <a:path extrusionOk="0" h="10398600" w="1831597">
                    <a:moveTo>
                      <a:pt x="0" y="0"/>
                    </a:moveTo>
                    <a:lnTo>
                      <a:pt x="1831597" y="0"/>
                    </a:lnTo>
                    <a:lnTo>
                      <a:pt x="1831597" y="10398600"/>
                    </a:lnTo>
                    <a:lnTo>
                      <a:pt x="0" y="10398600"/>
                    </a:lnTo>
                    <a:close/>
                  </a:path>
                </a:pathLst>
              </a:custGeom>
              <a:solidFill>
                <a:srgbClr val="CBDDEF"/>
              </a:solidFill>
              <a:ln>
                <a:noFill/>
              </a:ln>
            </p:spPr>
          </p:sp>
          <p:sp>
            <p:nvSpPr>
              <p:cNvPr id="737" name="Google Shape;737;h32a9095667746e33_6_78"/>
              <p:cNvSpPr txBox="1"/>
              <p:nvPr/>
            </p:nvSpPr>
            <p:spPr>
              <a:xfrm>
                <a:off x="0" y="-38100"/>
                <a:ext cx="1831500" cy="10436700"/>
              </a:xfrm>
              <a:prstGeom prst="rect">
                <a:avLst/>
              </a:prstGeom>
              <a:noFill/>
              <a:ln>
                <a:noFill/>
              </a:ln>
            </p:spPr>
            <p:txBody>
              <a:bodyPr anchorCtr="0" anchor="ctr" bIns="27000" lIns="27000" spcFirstLastPara="1" rIns="27000" wrap="square" tIns="27000">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738" name="Google Shape;738;h32a9095667746e33_6_78"/>
            <p:cNvGrpSpPr/>
            <p:nvPr/>
          </p:nvGrpSpPr>
          <p:grpSpPr>
            <a:xfrm rot="-5400000">
              <a:off x="11637133" y="-6401070"/>
              <a:ext cx="4579844" cy="26922700"/>
              <a:chOff x="0" y="-38100"/>
              <a:chExt cx="1758300" cy="10336200"/>
            </a:xfrm>
          </p:grpSpPr>
          <p:sp>
            <p:nvSpPr>
              <p:cNvPr id="739" name="Google Shape;739;h32a9095667746e33_6_78"/>
              <p:cNvSpPr/>
              <p:nvPr/>
            </p:nvSpPr>
            <p:spPr>
              <a:xfrm>
                <a:off x="0" y="0"/>
                <a:ext cx="1758210" cy="10298040"/>
              </a:xfrm>
              <a:custGeom>
                <a:rect b="b" l="l" r="r" t="t"/>
                <a:pathLst>
                  <a:path extrusionOk="0" h="10298040" w="1758210">
                    <a:moveTo>
                      <a:pt x="0" y="0"/>
                    </a:moveTo>
                    <a:lnTo>
                      <a:pt x="1758210" y="0"/>
                    </a:lnTo>
                    <a:lnTo>
                      <a:pt x="1758210" y="10298040"/>
                    </a:lnTo>
                    <a:lnTo>
                      <a:pt x="0" y="10298040"/>
                    </a:lnTo>
                    <a:close/>
                  </a:path>
                </a:pathLst>
              </a:custGeom>
              <a:solidFill>
                <a:srgbClr val="94B6DA"/>
              </a:solidFill>
              <a:ln>
                <a:noFill/>
              </a:ln>
            </p:spPr>
          </p:sp>
          <p:sp>
            <p:nvSpPr>
              <p:cNvPr id="740" name="Google Shape;740;h32a9095667746e33_6_78"/>
              <p:cNvSpPr txBox="1"/>
              <p:nvPr/>
            </p:nvSpPr>
            <p:spPr>
              <a:xfrm>
                <a:off x="0" y="-38100"/>
                <a:ext cx="1758300" cy="10336200"/>
              </a:xfrm>
              <a:prstGeom prst="rect">
                <a:avLst/>
              </a:prstGeom>
              <a:noFill/>
              <a:ln>
                <a:noFill/>
              </a:ln>
            </p:spPr>
            <p:txBody>
              <a:bodyPr anchorCtr="0" anchor="ctr" bIns="27000" lIns="27000" spcFirstLastPara="1" rIns="27000" wrap="square" tIns="27000">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grpSp>
        <p:nvGrpSpPr>
          <p:cNvPr id="741" name="Google Shape;741;h32a9095667746e33_6_78"/>
          <p:cNvGrpSpPr/>
          <p:nvPr/>
        </p:nvGrpSpPr>
        <p:grpSpPr>
          <a:xfrm>
            <a:off x="731085" y="622850"/>
            <a:ext cx="16825838" cy="9050174"/>
            <a:chOff x="0" y="-108814"/>
            <a:chExt cx="22434451" cy="12066898"/>
          </a:xfrm>
        </p:grpSpPr>
        <p:grpSp>
          <p:nvGrpSpPr>
            <p:cNvPr id="742" name="Google Shape;742;h32a9095667746e33_6_78"/>
            <p:cNvGrpSpPr/>
            <p:nvPr/>
          </p:nvGrpSpPr>
          <p:grpSpPr>
            <a:xfrm>
              <a:off x="26537" y="10214891"/>
              <a:ext cx="22386840" cy="1743193"/>
              <a:chOff x="0" y="-47625"/>
              <a:chExt cx="9809754" cy="763855"/>
            </a:xfrm>
          </p:grpSpPr>
          <p:sp>
            <p:nvSpPr>
              <p:cNvPr id="743" name="Google Shape;743;h32a9095667746e33_6_78"/>
              <p:cNvSpPr/>
              <p:nvPr/>
            </p:nvSpPr>
            <p:spPr>
              <a:xfrm>
                <a:off x="0" y="0"/>
                <a:ext cx="9809754" cy="716230"/>
              </a:xfrm>
              <a:custGeom>
                <a:rect b="b" l="l" r="r" t="t"/>
                <a:pathLst>
                  <a:path extrusionOk="0" h="716230" w="9809754">
                    <a:moveTo>
                      <a:pt x="0" y="0"/>
                    </a:moveTo>
                    <a:lnTo>
                      <a:pt x="9809754" y="0"/>
                    </a:lnTo>
                    <a:lnTo>
                      <a:pt x="9809754" y="716230"/>
                    </a:lnTo>
                    <a:lnTo>
                      <a:pt x="0" y="716230"/>
                    </a:lnTo>
                    <a:close/>
                  </a:path>
                </a:pathLst>
              </a:custGeom>
              <a:solidFill>
                <a:srgbClr val="20538B"/>
              </a:solidFill>
              <a:ln cap="sq" cmpd="sng" w="38100">
                <a:solidFill>
                  <a:srgbClr val="20538B"/>
                </a:solidFill>
                <a:prstDash val="solid"/>
                <a:miter lim="8000"/>
                <a:headEnd len="sm" w="sm" type="none"/>
                <a:tailEnd len="sm" w="sm" type="none"/>
              </a:ln>
            </p:spPr>
          </p:sp>
          <p:sp>
            <p:nvSpPr>
              <p:cNvPr id="744" name="Google Shape;744;h32a9095667746e33_6_78"/>
              <p:cNvSpPr txBox="1"/>
              <p:nvPr/>
            </p:nvSpPr>
            <p:spPr>
              <a:xfrm>
                <a:off x="0" y="-47625"/>
                <a:ext cx="9809700" cy="763800"/>
              </a:xfrm>
              <a:prstGeom prst="rect">
                <a:avLst/>
              </a:prstGeom>
              <a:noFill/>
              <a:ln>
                <a:noFill/>
              </a:ln>
            </p:spPr>
            <p:txBody>
              <a:bodyPr anchorCtr="0" anchor="ctr" bIns="50800" lIns="50800" spcFirstLastPara="1" rIns="50800" wrap="square" tIns="50800">
                <a:noAutofit/>
              </a:bodyPr>
              <a:lstStyle/>
              <a:p>
                <a:pPr indent="0" lvl="0" marL="0" marR="0" rtl="0" algn="ctr">
                  <a:lnSpc>
                    <a:spcPct val="175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745" name="Google Shape;745;h32a9095667746e33_6_78"/>
            <p:cNvGrpSpPr/>
            <p:nvPr/>
          </p:nvGrpSpPr>
          <p:grpSpPr>
            <a:xfrm>
              <a:off x="0" y="-108814"/>
              <a:ext cx="22434451" cy="11946166"/>
              <a:chOff x="0" y="-47625"/>
              <a:chExt cx="9819000" cy="5228539"/>
            </a:xfrm>
          </p:grpSpPr>
          <p:sp>
            <p:nvSpPr>
              <p:cNvPr id="746" name="Google Shape;746;h32a9095667746e33_6_78"/>
              <p:cNvSpPr/>
              <p:nvPr/>
            </p:nvSpPr>
            <p:spPr>
              <a:xfrm>
                <a:off x="0" y="0"/>
                <a:ext cx="9818922" cy="5180914"/>
              </a:xfrm>
              <a:custGeom>
                <a:rect b="b" l="l" r="r" t="t"/>
                <a:pathLst>
                  <a:path extrusionOk="0" h="5180914" w="9818922">
                    <a:moveTo>
                      <a:pt x="0" y="0"/>
                    </a:moveTo>
                    <a:lnTo>
                      <a:pt x="9818922" y="0"/>
                    </a:lnTo>
                    <a:lnTo>
                      <a:pt x="9818922" y="5180914"/>
                    </a:lnTo>
                    <a:lnTo>
                      <a:pt x="0" y="5180914"/>
                    </a:lnTo>
                    <a:close/>
                  </a:path>
                </a:pathLst>
              </a:custGeom>
              <a:solidFill>
                <a:srgbClr val="FFFFFF"/>
              </a:solidFill>
              <a:ln cap="sq" cmpd="sng" w="38100">
                <a:solidFill>
                  <a:srgbClr val="20538B"/>
                </a:solidFill>
                <a:prstDash val="solid"/>
                <a:miter lim="8000"/>
                <a:headEnd len="sm" w="sm" type="none"/>
                <a:tailEnd len="sm" w="sm" type="none"/>
              </a:ln>
            </p:spPr>
          </p:sp>
          <p:sp>
            <p:nvSpPr>
              <p:cNvPr id="747" name="Google Shape;747;h32a9095667746e33_6_78"/>
              <p:cNvSpPr txBox="1"/>
              <p:nvPr/>
            </p:nvSpPr>
            <p:spPr>
              <a:xfrm>
                <a:off x="0" y="-47625"/>
                <a:ext cx="9819000" cy="5228400"/>
              </a:xfrm>
              <a:prstGeom prst="rect">
                <a:avLst/>
              </a:prstGeom>
              <a:noFill/>
              <a:ln>
                <a:noFill/>
              </a:ln>
            </p:spPr>
            <p:txBody>
              <a:bodyPr anchorCtr="0" anchor="ctr" bIns="50800" lIns="50800" spcFirstLastPara="1" rIns="50800" wrap="square" tIns="50800">
                <a:noAutofit/>
              </a:bodyPr>
              <a:lstStyle/>
              <a:p>
                <a:pPr indent="0" lvl="0" marL="0" marR="0" rtl="0" algn="ctr">
                  <a:lnSpc>
                    <a:spcPct val="175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grpSp>
        <p:nvGrpSpPr>
          <p:cNvPr id="748" name="Google Shape;748;h32a9095667746e33_6_78"/>
          <p:cNvGrpSpPr/>
          <p:nvPr/>
        </p:nvGrpSpPr>
        <p:grpSpPr>
          <a:xfrm>
            <a:off x="763743" y="662704"/>
            <a:ext cx="16759942" cy="1561150"/>
            <a:chOff x="0" y="-38100"/>
            <a:chExt cx="8581200" cy="799319"/>
          </a:xfrm>
        </p:grpSpPr>
        <p:sp>
          <p:nvSpPr>
            <p:cNvPr id="749" name="Google Shape;749;h32a9095667746e33_6_78"/>
            <p:cNvSpPr/>
            <p:nvPr/>
          </p:nvSpPr>
          <p:spPr>
            <a:xfrm>
              <a:off x="0" y="0"/>
              <a:ext cx="8581180" cy="761219"/>
            </a:xfrm>
            <a:custGeom>
              <a:rect b="b" l="l" r="r" t="t"/>
              <a:pathLst>
                <a:path extrusionOk="0" h="761219" w="8581180">
                  <a:moveTo>
                    <a:pt x="0" y="0"/>
                  </a:moveTo>
                  <a:lnTo>
                    <a:pt x="8581180" y="0"/>
                  </a:lnTo>
                  <a:lnTo>
                    <a:pt x="8581180" y="761219"/>
                  </a:lnTo>
                  <a:lnTo>
                    <a:pt x="0" y="761219"/>
                  </a:lnTo>
                  <a:close/>
                </a:path>
              </a:pathLst>
            </a:custGeom>
            <a:solidFill>
              <a:srgbClr val="EEF6FF"/>
            </a:solidFill>
            <a:ln cap="sq" cmpd="sng" w="9525">
              <a:solidFill>
                <a:srgbClr val="20538B"/>
              </a:solidFill>
              <a:prstDash val="solid"/>
              <a:miter lim="8000"/>
              <a:headEnd len="sm" w="sm" type="none"/>
              <a:tailEnd len="sm" w="sm" type="none"/>
            </a:ln>
          </p:spPr>
        </p:sp>
        <p:sp>
          <p:nvSpPr>
            <p:cNvPr id="750" name="Google Shape;750;h32a9095667746e33_6_78"/>
            <p:cNvSpPr txBox="1"/>
            <p:nvPr/>
          </p:nvSpPr>
          <p:spPr>
            <a:xfrm>
              <a:off x="0" y="-38100"/>
              <a:ext cx="8581200" cy="799200"/>
            </a:xfrm>
            <a:prstGeom prst="rect">
              <a:avLst/>
            </a:prstGeom>
            <a:noFill/>
            <a:ln>
              <a:noFill/>
            </a:ln>
          </p:spPr>
          <p:txBody>
            <a:bodyPr anchorCtr="0" anchor="ctr" bIns="39175" lIns="39175" spcFirstLastPara="1" rIns="39175" wrap="square" tIns="39175">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751" name="Google Shape;751;h32a9095667746e33_6_78"/>
          <p:cNvSpPr/>
          <p:nvPr/>
        </p:nvSpPr>
        <p:spPr>
          <a:xfrm>
            <a:off x="8529670" y="4041017"/>
            <a:ext cx="614330" cy="466891"/>
          </a:xfrm>
          <a:custGeom>
            <a:rect b="b" l="l" r="r" t="t"/>
            <a:pathLst>
              <a:path extrusionOk="0" h="466891" w="614330">
                <a:moveTo>
                  <a:pt x="0" y="0"/>
                </a:moveTo>
                <a:lnTo>
                  <a:pt x="614330" y="0"/>
                </a:lnTo>
                <a:lnTo>
                  <a:pt x="614330" y="466891"/>
                </a:lnTo>
                <a:lnTo>
                  <a:pt x="0" y="466891"/>
                </a:lnTo>
                <a:lnTo>
                  <a:pt x="0" y="0"/>
                </a:lnTo>
                <a:close/>
              </a:path>
            </a:pathLst>
          </a:custGeom>
          <a:blipFill rotWithShape="1">
            <a:blip r:embed="rId3">
              <a:alphaModFix/>
            </a:blip>
            <a:stretch>
              <a:fillRect b="0" l="0" r="0" t="0"/>
            </a:stretch>
          </a:blipFill>
          <a:ln>
            <a:noFill/>
          </a:ln>
        </p:spPr>
      </p:sp>
      <p:sp>
        <p:nvSpPr>
          <p:cNvPr id="752" name="Google Shape;752;h32a9095667746e33_6_78"/>
          <p:cNvSpPr/>
          <p:nvPr/>
        </p:nvSpPr>
        <p:spPr>
          <a:xfrm rot="10800000">
            <a:off x="8529670" y="5869584"/>
            <a:ext cx="614330" cy="466891"/>
          </a:xfrm>
          <a:custGeom>
            <a:rect b="b" l="l" r="r" t="t"/>
            <a:pathLst>
              <a:path extrusionOk="0" h="466891" w="614330">
                <a:moveTo>
                  <a:pt x="614330" y="466890"/>
                </a:moveTo>
                <a:lnTo>
                  <a:pt x="0" y="466890"/>
                </a:lnTo>
                <a:lnTo>
                  <a:pt x="0" y="0"/>
                </a:lnTo>
                <a:lnTo>
                  <a:pt x="614330" y="0"/>
                </a:lnTo>
                <a:lnTo>
                  <a:pt x="614330" y="466890"/>
                </a:lnTo>
                <a:close/>
              </a:path>
            </a:pathLst>
          </a:custGeom>
          <a:blipFill rotWithShape="1">
            <a:blip r:embed="rId3">
              <a:alphaModFix/>
            </a:blip>
            <a:stretch>
              <a:fillRect b="0" l="0" r="0" t="0"/>
            </a:stretch>
          </a:blipFill>
          <a:ln>
            <a:noFill/>
          </a:ln>
        </p:spPr>
      </p:sp>
      <p:sp>
        <p:nvSpPr>
          <p:cNvPr id="753" name="Google Shape;753;h32a9095667746e33_6_78"/>
          <p:cNvSpPr/>
          <p:nvPr/>
        </p:nvSpPr>
        <p:spPr>
          <a:xfrm>
            <a:off x="15531691" y="160918"/>
            <a:ext cx="996214" cy="1021758"/>
          </a:xfrm>
          <a:custGeom>
            <a:rect b="b" l="l" r="r" t="t"/>
            <a:pathLst>
              <a:path extrusionOk="0" h="1021758" w="996214">
                <a:moveTo>
                  <a:pt x="0" y="0"/>
                </a:moveTo>
                <a:lnTo>
                  <a:pt x="996214" y="0"/>
                </a:lnTo>
                <a:lnTo>
                  <a:pt x="996214" y="1021758"/>
                </a:lnTo>
                <a:lnTo>
                  <a:pt x="0" y="1021758"/>
                </a:lnTo>
                <a:lnTo>
                  <a:pt x="0" y="0"/>
                </a:lnTo>
                <a:close/>
              </a:path>
            </a:pathLst>
          </a:custGeom>
          <a:blipFill rotWithShape="1">
            <a:blip r:embed="rId4">
              <a:alphaModFix/>
            </a:blip>
            <a:stretch>
              <a:fillRect b="0" l="0" r="0" t="0"/>
            </a:stretch>
          </a:blipFill>
          <a:ln>
            <a:noFill/>
          </a:ln>
        </p:spPr>
      </p:sp>
      <p:sp>
        <p:nvSpPr>
          <p:cNvPr id="754" name="Google Shape;754;h32a9095667746e33_6_78"/>
          <p:cNvSpPr txBox="1"/>
          <p:nvPr/>
        </p:nvSpPr>
        <p:spPr>
          <a:xfrm>
            <a:off x="2381350" y="893150"/>
            <a:ext cx="9984900" cy="10467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None/>
            </a:pPr>
            <a:r>
              <a:rPr b="1" lang="en-US" sz="5000">
                <a:solidFill>
                  <a:srgbClr val="20538B"/>
                </a:solidFill>
              </a:rPr>
              <a:t>에듀체크</a:t>
            </a:r>
            <a:endParaRPr b="1" sz="1800">
              <a:solidFill>
                <a:srgbClr val="20538B"/>
              </a:solidFill>
            </a:endParaRPr>
          </a:p>
          <a:p>
            <a:pPr indent="0" lvl="0" marL="0" rtl="0" algn="l">
              <a:lnSpc>
                <a:spcPct val="140000"/>
              </a:lnSpc>
              <a:spcBef>
                <a:spcPts val="0"/>
              </a:spcBef>
              <a:spcAft>
                <a:spcPts val="0"/>
              </a:spcAft>
              <a:buNone/>
            </a:pPr>
            <a:r>
              <a:rPr lang="en-US" sz="1800">
                <a:solidFill>
                  <a:srgbClr val="20538B"/>
                </a:solidFill>
              </a:rPr>
              <a:t>생성형 AI를 활용한 개인정보 유출 취약점 자동 진단 및 ISMS-P 인증기준 확인</a:t>
            </a:r>
            <a:endParaRPr b="1" sz="1800">
              <a:solidFill>
                <a:srgbClr val="20538B"/>
              </a:solidFill>
            </a:endParaRPr>
          </a:p>
        </p:txBody>
      </p:sp>
      <p:sp>
        <p:nvSpPr>
          <p:cNvPr id="755" name="Google Shape;755;h32a9095667746e33_6_78"/>
          <p:cNvSpPr txBox="1"/>
          <p:nvPr/>
        </p:nvSpPr>
        <p:spPr>
          <a:xfrm>
            <a:off x="1437501" y="920715"/>
            <a:ext cx="834600" cy="751200"/>
          </a:xfrm>
          <a:prstGeom prst="rect">
            <a:avLst/>
          </a:prstGeom>
          <a:noFill/>
          <a:ln>
            <a:noFill/>
          </a:ln>
        </p:spPr>
        <p:txBody>
          <a:bodyPr anchorCtr="0" anchor="t" bIns="0" lIns="0" spcFirstLastPara="1" rIns="0" wrap="square" tIns="0">
            <a:spAutoFit/>
          </a:bodyPr>
          <a:lstStyle/>
          <a:p>
            <a:pPr indent="0" lvl="0" marL="0" marR="0" rtl="0" algn="l">
              <a:lnSpc>
                <a:spcPct val="192009"/>
              </a:lnSpc>
              <a:spcBef>
                <a:spcPts val="0"/>
              </a:spcBef>
              <a:spcAft>
                <a:spcPts val="0"/>
              </a:spcAft>
              <a:buNone/>
            </a:pPr>
            <a:r>
              <a:rPr b="1" i="0" lang="en-US" sz="4881" u="none" cap="none" strike="noStrike">
                <a:solidFill>
                  <a:srgbClr val="CBDDEF"/>
                </a:solidFill>
                <a:latin typeface="Arial"/>
                <a:ea typeface="Arial"/>
                <a:cs typeface="Arial"/>
                <a:sym typeface="Arial"/>
              </a:rPr>
              <a:t>0</a:t>
            </a:r>
            <a:r>
              <a:rPr b="1" lang="en-US" sz="4881">
                <a:solidFill>
                  <a:srgbClr val="CBDDEF"/>
                </a:solidFill>
              </a:rPr>
              <a:t>3</a:t>
            </a:r>
            <a:endParaRPr/>
          </a:p>
        </p:txBody>
      </p:sp>
      <p:sp>
        <p:nvSpPr>
          <p:cNvPr id="756" name="Google Shape;756;h32a9095667746e33_6_78"/>
          <p:cNvSpPr txBox="1"/>
          <p:nvPr/>
        </p:nvSpPr>
        <p:spPr>
          <a:xfrm>
            <a:off x="4014349" y="4803993"/>
            <a:ext cx="9645000" cy="769500"/>
          </a:xfrm>
          <a:prstGeom prst="rect">
            <a:avLst/>
          </a:prstGeom>
          <a:noFill/>
          <a:ln>
            <a:noFill/>
          </a:ln>
        </p:spPr>
        <p:txBody>
          <a:bodyPr anchorCtr="0" anchor="t" bIns="0" lIns="0" spcFirstLastPara="1" rIns="0" wrap="square" tIns="0">
            <a:spAutoFit/>
          </a:bodyPr>
          <a:lstStyle/>
          <a:p>
            <a:pPr indent="0" lvl="0" marL="0" marR="0" rtl="0" algn="ctr">
              <a:lnSpc>
                <a:spcPct val="140012"/>
              </a:lnSpc>
              <a:spcBef>
                <a:spcPts val="0"/>
              </a:spcBef>
              <a:spcAft>
                <a:spcPts val="0"/>
              </a:spcAft>
              <a:buNone/>
            </a:pPr>
            <a:r>
              <a:rPr b="1" lang="en-US" sz="5000">
                <a:solidFill>
                  <a:srgbClr val="20538B"/>
                </a:solidFill>
              </a:rPr>
              <a:t>프로젝트 </a:t>
            </a:r>
            <a:r>
              <a:rPr b="1" lang="en-US" sz="5000">
                <a:solidFill>
                  <a:srgbClr val="20538B"/>
                </a:solidFill>
              </a:rPr>
              <a:t>수행 절차 및 방법</a:t>
            </a:r>
            <a:endParaRPr b="1" sz="5000">
              <a:solidFill>
                <a:srgbClr val="20538B"/>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0" name="Shape 760"/>
        <p:cNvGrpSpPr/>
        <p:nvPr/>
      </p:nvGrpSpPr>
      <p:grpSpPr>
        <a:xfrm>
          <a:off x="0" y="0"/>
          <a:ext cx="0" cy="0"/>
          <a:chOff x="0" y="0"/>
          <a:chExt cx="0" cy="0"/>
        </a:xfrm>
      </p:grpSpPr>
      <p:grpSp>
        <p:nvGrpSpPr>
          <p:cNvPr id="761" name="Google Shape;761;h29ad1a1c935308b6_1_353"/>
          <p:cNvGrpSpPr/>
          <p:nvPr/>
        </p:nvGrpSpPr>
        <p:grpSpPr>
          <a:xfrm>
            <a:off x="-1081199" y="3274283"/>
            <a:ext cx="20615733" cy="7012716"/>
            <a:chOff x="-99238" y="-87"/>
            <a:chExt cx="27487644" cy="9350289"/>
          </a:xfrm>
        </p:grpSpPr>
        <p:grpSp>
          <p:nvGrpSpPr>
            <p:cNvPr id="762" name="Google Shape;762;h29ad1a1c935308b6_1_353"/>
            <p:cNvGrpSpPr/>
            <p:nvPr/>
          </p:nvGrpSpPr>
          <p:grpSpPr>
            <a:xfrm rot="-5400000">
              <a:off x="11107617" y="-11206942"/>
              <a:ext cx="4770761" cy="27184472"/>
              <a:chOff x="0" y="-38100"/>
              <a:chExt cx="1831597" cy="10436700"/>
            </a:xfrm>
          </p:grpSpPr>
          <p:sp>
            <p:nvSpPr>
              <p:cNvPr id="763" name="Google Shape;763;h29ad1a1c935308b6_1_353"/>
              <p:cNvSpPr/>
              <p:nvPr/>
            </p:nvSpPr>
            <p:spPr>
              <a:xfrm>
                <a:off x="0" y="0"/>
                <a:ext cx="1831597" cy="10398600"/>
              </a:xfrm>
              <a:custGeom>
                <a:rect b="b" l="l" r="r" t="t"/>
                <a:pathLst>
                  <a:path extrusionOk="0" h="10398600" w="1831597">
                    <a:moveTo>
                      <a:pt x="0" y="0"/>
                    </a:moveTo>
                    <a:lnTo>
                      <a:pt x="1831597" y="0"/>
                    </a:lnTo>
                    <a:lnTo>
                      <a:pt x="1831597" y="10398600"/>
                    </a:lnTo>
                    <a:lnTo>
                      <a:pt x="0" y="10398600"/>
                    </a:lnTo>
                    <a:close/>
                  </a:path>
                </a:pathLst>
              </a:custGeom>
              <a:solidFill>
                <a:srgbClr val="CBDDE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64" name="Google Shape;764;h29ad1a1c935308b6_1_353"/>
              <p:cNvSpPr txBox="1"/>
              <p:nvPr/>
            </p:nvSpPr>
            <p:spPr>
              <a:xfrm>
                <a:off x="0" y="-38100"/>
                <a:ext cx="1831500" cy="10436700"/>
              </a:xfrm>
              <a:prstGeom prst="rect">
                <a:avLst/>
              </a:prstGeom>
              <a:noFill/>
              <a:ln>
                <a:noFill/>
              </a:ln>
            </p:spPr>
            <p:txBody>
              <a:bodyPr anchorCtr="0" anchor="ctr" bIns="27000" lIns="27000" spcFirstLastPara="1" rIns="27000" wrap="square" tIns="27000">
                <a:noAutofit/>
              </a:bodyPr>
              <a:lstStyle/>
              <a:p>
                <a:pPr indent="0" lvl="0" marL="0" marR="0" rtl="0" algn="ctr">
                  <a:lnSpc>
                    <a:spcPct val="1555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765" name="Google Shape;765;h29ad1a1c935308b6_1_353"/>
            <p:cNvGrpSpPr/>
            <p:nvPr/>
          </p:nvGrpSpPr>
          <p:grpSpPr>
            <a:xfrm rot="-5400000">
              <a:off x="11637133" y="-6401070"/>
              <a:ext cx="4579844" cy="26922700"/>
              <a:chOff x="0" y="-38100"/>
              <a:chExt cx="1758300" cy="10336200"/>
            </a:xfrm>
          </p:grpSpPr>
          <p:sp>
            <p:nvSpPr>
              <p:cNvPr id="766" name="Google Shape;766;h29ad1a1c935308b6_1_353"/>
              <p:cNvSpPr/>
              <p:nvPr/>
            </p:nvSpPr>
            <p:spPr>
              <a:xfrm>
                <a:off x="0" y="0"/>
                <a:ext cx="1758210" cy="10298040"/>
              </a:xfrm>
              <a:custGeom>
                <a:rect b="b" l="l" r="r" t="t"/>
                <a:pathLst>
                  <a:path extrusionOk="0" h="10298040" w="1758210">
                    <a:moveTo>
                      <a:pt x="0" y="0"/>
                    </a:moveTo>
                    <a:lnTo>
                      <a:pt x="1758210" y="0"/>
                    </a:lnTo>
                    <a:lnTo>
                      <a:pt x="1758210" y="10298040"/>
                    </a:lnTo>
                    <a:lnTo>
                      <a:pt x="0" y="10298040"/>
                    </a:lnTo>
                    <a:close/>
                  </a:path>
                </a:pathLst>
              </a:custGeom>
              <a:solidFill>
                <a:srgbClr val="94B6DA"/>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67" name="Google Shape;767;h29ad1a1c935308b6_1_353"/>
              <p:cNvSpPr txBox="1"/>
              <p:nvPr/>
            </p:nvSpPr>
            <p:spPr>
              <a:xfrm>
                <a:off x="0" y="-38100"/>
                <a:ext cx="1758300" cy="10336200"/>
              </a:xfrm>
              <a:prstGeom prst="rect">
                <a:avLst/>
              </a:prstGeom>
              <a:noFill/>
              <a:ln>
                <a:noFill/>
              </a:ln>
            </p:spPr>
            <p:txBody>
              <a:bodyPr anchorCtr="0" anchor="ctr" bIns="27000" lIns="27000" spcFirstLastPara="1" rIns="27000" wrap="square" tIns="27000">
                <a:noAutofit/>
              </a:bodyPr>
              <a:lstStyle/>
              <a:p>
                <a:pPr indent="0" lvl="0" marL="0" marR="0" rtl="0" algn="ctr">
                  <a:lnSpc>
                    <a:spcPct val="1555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grpSp>
        <p:nvGrpSpPr>
          <p:cNvPr id="768" name="Google Shape;768;h29ad1a1c935308b6_1_353"/>
          <p:cNvGrpSpPr/>
          <p:nvPr/>
        </p:nvGrpSpPr>
        <p:grpSpPr>
          <a:xfrm>
            <a:off x="731085" y="622850"/>
            <a:ext cx="16825838" cy="9050174"/>
            <a:chOff x="0" y="-108814"/>
            <a:chExt cx="22434451" cy="12066898"/>
          </a:xfrm>
        </p:grpSpPr>
        <p:grpSp>
          <p:nvGrpSpPr>
            <p:cNvPr id="769" name="Google Shape;769;h29ad1a1c935308b6_1_353"/>
            <p:cNvGrpSpPr/>
            <p:nvPr/>
          </p:nvGrpSpPr>
          <p:grpSpPr>
            <a:xfrm>
              <a:off x="26537" y="10214891"/>
              <a:ext cx="22386840" cy="1743193"/>
              <a:chOff x="0" y="-47625"/>
              <a:chExt cx="9809754" cy="763855"/>
            </a:xfrm>
          </p:grpSpPr>
          <p:sp>
            <p:nvSpPr>
              <p:cNvPr id="770" name="Google Shape;770;h29ad1a1c935308b6_1_353"/>
              <p:cNvSpPr/>
              <p:nvPr/>
            </p:nvSpPr>
            <p:spPr>
              <a:xfrm>
                <a:off x="0" y="0"/>
                <a:ext cx="9809754" cy="716230"/>
              </a:xfrm>
              <a:custGeom>
                <a:rect b="b" l="l" r="r" t="t"/>
                <a:pathLst>
                  <a:path extrusionOk="0" h="716230" w="9809754">
                    <a:moveTo>
                      <a:pt x="0" y="0"/>
                    </a:moveTo>
                    <a:lnTo>
                      <a:pt x="9809754" y="0"/>
                    </a:lnTo>
                    <a:lnTo>
                      <a:pt x="9809754" y="716230"/>
                    </a:lnTo>
                    <a:lnTo>
                      <a:pt x="0" y="716230"/>
                    </a:lnTo>
                    <a:close/>
                  </a:path>
                </a:pathLst>
              </a:custGeom>
              <a:solidFill>
                <a:srgbClr val="20538B"/>
              </a:solidFill>
              <a:ln cap="sq" cmpd="sng" w="38100">
                <a:solidFill>
                  <a:srgbClr val="20538B"/>
                </a:solidFill>
                <a:prstDash val="solid"/>
                <a:miter lim="8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71" name="Google Shape;771;h29ad1a1c935308b6_1_353"/>
              <p:cNvSpPr txBox="1"/>
              <p:nvPr/>
            </p:nvSpPr>
            <p:spPr>
              <a:xfrm>
                <a:off x="0" y="-47625"/>
                <a:ext cx="9809700" cy="763800"/>
              </a:xfrm>
              <a:prstGeom prst="rect">
                <a:avLst/>
              </a:prstGeom>
              <a:noFill/>
              <a:ln>
                <a:noFill/>
              </a:ln>
            </p:spPr>
            <p:txBody>
              <a:bodyPr anchorCtr="0" anchor="ctr" bIns="50800" lIns="50800" spcFirstLastPara="1" rIns="50800" wrap="square" tIns="50800">
                <a:noAutofit/>
              </a:bodyPr>
              <a:lstStyle/>
              <a:p>
                <a:pPr indent="0" lvl="0" marL="0" marR="0" rtl="0" algn="ctr">
                  <a:lnSpc>
                    <a:spcPct val="175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772" name="Google Shape;772;h29ad1a1c935308b6_1_353"/>
            <p:cNvGrpSpPr/>
            <p:nvPr/>
          </p:nvGrpSpPr>
          <p:grpSpPr>
            <a:xfrm>
              <a:off x="0" y="-108814"/>
              <a:ext cx="22434451" cy="11946166"/>
              <a:chOff x="0" y="-47625"/>
              <a:chExt cx="9819000" cy="5228539"/>
            </a:xfrm>
          </p:grpSpPr>
          <p:sp>
            <p:nvSpPr>
              <p:cNvPr id="773" name="Google Shape;773;h29ad1a1c935308b6_1_353"/>
              <p:cNvSpPr/>
              <p:nvPr/>
            </p:nvSpPr>
            <p:spPr>
              <a:xfrm>
                <a:off x="0" y="0"/>
                <a:ext cx="9818922" cy="5180914"/>
              </a:xfrm>
              <a:custGeom>
                <a:rect b="b" l="l" r="r" t="t"/>
                <a:pathLst>
                  <a:path extrusionOk="0" h="5180914" w="9818922">
                    <a:moveTo>
                      <a:pt x="0" y="0"/>
                    </a:moveTo>
                    <a:lnTo>
                      <a:pt x="9818922" y="0"/>
                    </a:lnTo>
                    <a:lnTo>
                      <a:pt x="9818922" y="5180914"/>
                    </a:lnTo>
                    <a:lnTo>
                      <a:pt x="0" y="5180914"/>
                    </a:lnTo>
                    <a:close/>
                  </a:path>
                </a:pathLst>
              </a:custGeom>
              <a:solidFill>
                <a:srgbClr val="FFFFFF"/>
              </a:solidFill>
              <a:ln cap="sq" cmpd="sng" w="38100">
                <a:solidFill>
                  <a:srgbClr val="20538B"/>
                </a:solidFill>
                <a:prstDash val="solid"/>
                <a:miter lim="8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74" name="Google Shape;774;h29ad1a1c935308b6_1_353"/>
              <p:cNvSpPr txBox="1"/>
              <p:nvPr/>
            </p:nvSpPr>
            <p:spPr>
              <a:xfrm>
                <a:off x="0" y="-47625"/>
                <a:ext cx="9819000" cy="5228400"/>
              </a:xfrm>
              <a:prstGeom prst="rect">
                <a:avLst/>
              </a:prstGeom>
              <a:noFill/>
              <a:ln>
                <a:noFill/>
              </a:ln>
            </p:spPr>
            <p:txBody>
              <a:bodyPr anchorCtr="0" anchor="ctr" bIns="50800" lIns="50800" spcFirstLastPara="1" rIns="50800" wrap="square" tIns="50800">
                <a:noAutofit/>
              </a:bodyPr>
              <a:lstStyle/>
              <a:p>
                <a:pPr indent="0" lvl="0" marL="0" marR="0" rtl="0" algn="ctr">
                  <a:lnSpc>
                    <a:spcPct val="175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grpSp>
        <p:nvGrpSpPr>
          <p:cNvPr id="775" name="Google Shape;775;h29ad1a1c935308b6_1_353"/>
          <p:cNvGrpSpPr/>
          <p:nvPr/>
        </p:nvGrpSpPr>
        <p:grpSpPr>
          <a:xfrm>
            <a:off x="763743" y="662704"/>
            <a:ext cx="16759942" cy="1561150"/>
            <a:chOff x="0" y="-38100"/>
            <a:chExt cx="8581200" cy="799319"/>
          </a:xfrm>
        </p:grpSpPr>
        <p:sp>
          <p:nvSpPr>
            <p:cNvPr id="776" name="Google Shape;776;h29ad1a1c935308b6_1_353"/>
            <p:cNvSpPr/>
            <p:nvPr/>
          </p:nvSpPr>
          <p:spPr>
            <a:xfrm>
              <a:off x="0" y="0"/>
              <a:ext cx="8581180" cy="761219"/>
            </a:xfrm>
            <a:custGeom>
              <a:rect b="b" l="l" r="r" t="t"/>
              <a:pathLst>
                <a:path extrusionOk="0" h="761219" w="8581180">
                  <a:moveTo>
                    <a:pt x="0" y="0"/>
                  </a:moveTo>
                  <a:lnTo>
                    <a:pt x="8581180" y="0"/>
                  </a:lnTo>
                  <a:lnTo>
                    <a:pt x="8581180" y="761219"/>
                  </a:lnTo>
                  <a:lnTo>
                    <a:pt x="0" y="761219"/>
                  </a:lnTo>
                  <a:close/>
                </a:path>
              </a:pathLst>
            </a:custGeom>
            <a:solidFill>
              <a:srgbClr val="EEF6FF"/>
            </a:solidFill>
            <a:ln cap="sq" cmpd="sng" w="9525">
              <a:solidFill>
                <a:srgbClr val="20538B"/>
              </a:solidFill>
              <a:prstDash val="solid"/>
              <a:miter lim="8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77" name="Google Shape;777;h29ad1a1c935308b6_1_353"/>
            <p:cNvSpPr txBox="1"/>
            <p:nvPr/>
          </p:nvSpPr>
          <p:spPr>
            <a:xfrm>
              <a:off x="0" y="-38100"/>
              <a:ext cx="8581200" cy="799200"/>
            </a:xfrm>
            <a:prstGeom prst="rect">
              <a:avLst/>
            </a:prstGeom>
            <a:noFill/>
            <a:ln>
              <a:noFill/>
            </a:ln>
          </p:spPr>
          <p:txBody>
            <a:bodyPr anchorCtr="0" anchor="ctr" bIns="39175" lIns="39175" spcFirstLastPara="1" rIns="39175" wrap="square" tIns="39175">
              <a:noAutofit/>
            </a:bodyPr>
            <a:lstStyle/>
            <a:p>
              <a:pPr indent="0" lvl="0" marL="0" marR="0" rtl="0" algn="ctr">
                <a:lnSpc>
                  <a:spcPct val="1555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778" name="Google Shape;778;h29ad1a1c935308b6_1_353"/>
          <p:cNvSpPr/>
          <p:nvPr/>
        </p:nvSpPr>
        <p:spPr>
          <a:xfrm>
            <a:off x="15531691" y="160918"/>
            <a:ext cx="996214" cy="1021758"/>
          </a:xfrm>
          <a:custGeom>
            <a:rect b="b" l="l" r="r" t="t"/>
            <a:pathLst>
              <a:path extrusionOk="0" h="1021758" w="996214">
                <a:moveTo>
                  <a:pt x="0" y="0"/>
                </a:moveTo>
                <a:lnTo>
                  <a:pt x="996214" y="0"/>
                </a:lnTo>
                <a:lnTo>
                  <a:pt x="996214" y="1021758"/>
                </a:lnTo>
                <a:lnTo>
                  <a:pt x="0" y="1021758"/>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aphicFrame>
        <p:nvGraphicFramePr>
          <p:cNvPr id="779" name="Google Shape;779;h29ad1a1c935308b6_1_353"/>
          <p:cNvGraphicFramePr/>
          <p:nvPr/>
        </p:nvGraphicFramePr>
        <p:xfrm>
          <a:off x="2144424" y="2506979"/>
          <a:ext cx="3000000" cy="3000000"/>
        </p:xfrm>
        <a:graphic>
          <a:graphicData uri="http://schemas.openxmlformats.org/drawingml/2006/table">
            <a:tbl>
              <a:tblPr>
                <a:noFill/>
                <a:tableStyleId>{359D9D09-1CD3-4013-A392-104B48C6B3C0}</a:tableStyleId>
              </a:tblPr>
              <a:tblGrid>
                <a:gridCol w="2912175"/>
                <a:gridCol w="2573000"/>
                <a:gridCol w="2577850"/>
                <a:gridCol w="2572400"/>
                <a:gridCol w="3529075"/>
              </a:tblGrid>
              <a:tr h="830400">
                <a:tc>
                  <a:txBody>
                    <a:bodyPr/>
                    <a:lstStyle/>
                    <a:p>
                      <a:pPr indent="0" lvl="0" marL="0" marR="0" rtl="0" algn="ctr">
                        <a:lnSpc>
                          <a:spcPct val="120000"/>
                        </a:lnSpc>
                        <a:spcBef>
                          <a:spcPts val="0"/>
                        </a:spcBef>
                        <a:spcAft>
                          <a:spcPts val="0"/>
                        </a:spcAft>
                        <a:buClr>
                          <a:srgbClr val="000000"/>
                        </a:buClr>
                        <a:buSzPts val="2200"/>
                        <a:buFont typeface="Arial"/>
                        <a:buNone/>
                      </a:pPr>
                      <a:r>
                        <a:rPr b="1" lang="en-US" sz="2200" u="none" cap="none" strike="noStrike">
                          <a:solidFill>
                            <a:srgbClr val="20538B"/>
                          </a:solidFill>
                        </a:rPr>
                        <a:t>구분</a:t>
                      </a:r>
                      <a:endParaRPr sz="2200" u="none" cap="none" strike="noStrike"/>
                    </a:p>
                  </a:txBody>
                  <a:tcPr marT="183400" marB="183400" marR="183400" marL="183400" anchor="ctr">
                    <a:lnL cap="flat" cmpd="sng" w="9525">
                      <a:solidFill>
                        <a:srgbClr val="20538B"/>
                      </a:solidFill>
                      <a:prstDash val="solid"/>
                      <a:round/>
                      <a:headEnd len="sm" w="sm" type="none"/>
                      <a:tailEnd len="sm" w="sm" type="none"/>
                    </a:lnL>
                    <a:lnR cap="flat" cmpd="sng" w="9525">
                      <a:solidFill>
                        <a:srgbClr val="20538B"/>
                      </a:solidFill>
                      <a:prstDash val="solid"/>
                      <a:round/>
                      <a:headEnd len="sm" w="sm" type="none"/>
                      <a:tailEnd len="sm" w="sm" type="none"/>
                    </a:lnR>
                    <a:lnT cap="flat" cmpd="sng" w="9525">
                      <a:solidFill>
                        <a:srgbClr val="20538B"/>
                      </a:solidFill>
                      <a:prstDash val="solid"/>
                      <a:round/>
                      <a:headEnd len="sm" w="sm" type="none"/>
                      <a:tailEnd len="sm" w="sm" type="none"/>
                    </a:lnT>
                    <a:lnB cap="flat" cmpd="sng" w="38100">
                      <a:solidFill>
                        <a:srgbClr val="20538B"/>
                      </a:solidFill>
                      <a:prstDash val="solid"/>
                      <a:round/>
                      <a:headEnd len="sm" w="sm" type="none"/>
                      <a:tailEnd len="sm" w="sm" type="none"/>
                    </a:lnB>
                    <a:solidFill>
                      <a:srgbClr val="CBDDEF"/>
                    </a:solidFill>
                  </a:tcPr>
                </a:tc>
                <a:tc>
                  <a:txBody>
                    <a:bodyPr/>
                    <a:lstStyle/>
                    <a:p>
                      <a:pPr indent="0" lvl="0" marL="0" marR="0" rtl="0" algn="ctr">
                        <a:lnSpc>
                          <a:spcPct val="120000"/>
                        </a:lnSpc>
                        <a:spcBef>
                          <a:spcPts val="0"/>
                        </a:spcBef>
                        <a:spcAft>
                          <a:spcPts val="0"/>
                        </a:spcAft>
                        <a:buClr>
                          <a:srgbClr val="000000"/>
                        </a:buClr>
                        <a:buSzPts val="2200"/>
                        <a:buFont typeface="Arial"/>
                        <a:buNone/>
                      </a:pPr>
                      <a:r>
                        <a:rPr b="1" lang="en-US" sz="2200" u="none" cap="none" strike="noStrike">
                          <a:solidFill>
                            <a:srgbClr val="20538B"/>
                          </a:solidFill>
                        </a:rPr>
                        <a:t>기간</a:t>
                      </a:r>
                      <a:endParaRPr sz="2200" u="none" cap="none" strike="noStrike"/>
                    </a:p>
                  </a:txBody>
                  <a:tcPr marT="183400" marB="183400" marR="183400" marL="183400" anchor="ctr">
                    <a:lnL cap="flat" cmpd="sng" w="9525">
                      <a:solidFill>
                        <a:srgbClr val="20538B"/>
                      </a:solidFill>
                      <a:prstDash val="solid"/>
                      <a:round/>
                      <a:headEnd len="sm" w="sm" type="none"/>
                      <a:tailEnd len="sm" w="sm" type="none"/>
                    </a:lnL>
                    <a:lnR cap="flat" cmpd="sng" w="9525">
                      <a:solidFill>
                        <a:srgbClr val="20538B"/>
                      </a:solidFill>
                      <a:prstDash val="solid"/>
                      <a:round/>
                      <a:headEnd len="sm" w="sm" type="none"/>
                      <a:tailEnd len="sm" w="sm" type="none"/>
                    </a:lnR>
                    <a:lnT cap="flat" cmpd="sng" w="9525">
                      <a:solidFill>
                        <a:srgbClr val="20538B"/>
                      </a:solidFill>
                      <a:prstDash val="solid"/>
                      <a:round/>
                      <a:headEnd len="sm" w="sm" type="none"/>
                      <a:tailEnd len="sm" w="sm" type="none"/>
                    </a:lnT>
                    <a:lnB cap="flat" cmpd="sng" w="38100">
                      <a:solidFill>
                        <a:srgbClr val="20538B"/>
                      </a:solidFill>
                      <a:prstDash val="solid"/>
                      <a:round/>
                      <a:headEnd len="sm" w="sm" type="none"/>
                      <a:tailEnd len="sm" w="sm" type="none"/>
                    </a:lnB>
                    <a:solidFill>
                      <a:srgbClr val="CBDDEF"/>
                    </a:solidFill>
                  </a:tcPr>
                </a:tc>
                <a:tc gridSpan="3">
                  <a:txBody>
                    <a:bodyPr/>
                    <a:lstStyle/>
                    <a:p>
                      <a:pPr indent="0" lvl="0" marL="0" marR="0" rtl="0" algn="ctr">
                        <a:lnSpc>
                          <a:spcPct val="120000"/>
                        </a:lnSpc>
                        <a:spcBef>
                          <a:spcPts val="0"/>
                        </a:spcBef>
                        <a:spcAft>
                          <a:spcPts val="0"/>
                        </a:spcAft>
                        <a:buClr>
                          <a:srgbClr val="000000"/>
                        </a:buClr>
                        <a:buSzPts val="2200"/>
                        <a:buFont typeface="Arial"/>
                        <a:buNone/>
                      </a:pPr>
                      <a:r>
                        <a:rPr b="1" lang="en-US" sz="2200" u="none" cap="none" strike="noStrike">
                          <a:solidFill>
                            <a:srgbClr val="20538B"/>
                          </a:solidFill>
                        </a:rPr>
                        <a:t>활동</a:t>
                      </a:r>
                      <a:endParaRPr sz="2200" u="none" cap="none" strike="noStrike"/>
                    </a:p>
                  </a:txBody>
                  <a:tcPr marT="183400" marB="183400" marR="183400" marL="183400" anchor="ctr">
                    <a:lnL cap="flat" cmpd="sng" w="9525">
                      <a:solidFill>
                        <a:srgbClr val="20538B"/>
                      </a:solidFill>
                      <a:prstDash val="solid"/>
                      <a:round/>
                      <a:headEnd len="sm" w="sm" type="none"/>
                      <a:tailEnd len="sm" w="sm" type="none"/>
                    </a:lnL>
                    <a:lnR cap="flat" cmpd="sng" w="9525">
                      <a:solidFill>
                        <a:srgbClr val="20538B"/>
                      </a:solidFill>
                      <a:prstDash val="solid"/>
                      <a:round/>
                      <a:headEnd len="sm" w="sm" type="none"/>
                      <a:tailEnd len="sm" w="sm" type="none"/>
                    </a:lnR>
                    <a:lnT cap="flat" cmpd="sng" w="9525">
                      <a:solidFill>
                        <a:srgbClr val="20538B"/>
                      </a:solidFill>
                      <a:prstDash val="solid"/>
                      <a:round/>
                      <a:headEnd len="sm" w="sm" type="none"/>
                      <a:tailEnd len="sm" w="sm" type="none"/>
                    </a:lnT>
                    <a:lnB cap="flat" cmpd="sng" w="38100">
                      <a:solidFill>
                        <a:srgbClr val="20538B"/>
                      </a:solidFill>
                      <a:prstDash val="solid"/>
                      <a:round/>
                      <a:headEnd len="sm" w="sm" type="none"/>
                      <a:tailEnd len="sm" w="sm" type="none"/>
                    </a:lnB>
                    <a:solidFill>
                      <a:srgbClr val="CBDDEF"/>
                    </a:solidFill>
                  </a:tcPr>
                </a:tc>
                <a:tc hMerge="1"/>
                <a:tc hMerge="1"/>
              </a:tr>
              <a:tr h="898875">
                <a:tc>
                  <a:txBody>
                    <a:bodyPr/>
                    <a:lstStyle/>
                    <a:p>
                      <a:pPr indent="0" lvl="0" marL="0" marR="0" rtl="0" algn="ctr">
                        <a:lnSpc>
                          <a:spcPct val="120000"/>
                        </a:lnSpc>
                        <a:spcBef>
                          <a:spcPts val="0"/>
                        </a:spcBef>
                        <a:spcAft>
                          <a:spcPts val="0"/>
                        </a:spcAft>
                        <a:buClr>
                          <a:srgbClr val="000000"/>
                        </a:buClr>
                        <a:buSzPts val="2000"/>
                        <a:buFont typeface="Arial"/>
                        <a:buNone/>
                      </a:pPr>
                      <a:r>
                        <a:rPr b="1" lang="en-US" sz="2000" u="none" cap="none" strike="noStrike">
                          <a:solidFill>
                            <a:srgbClr val="20538B"/>
                          </a:solidFill>
                        </a:rPr>
                        <a:t>사전 기획</a:t>
                      </a:r>
                      <a:endParaRPr sz="2000" u="none" cap="none" strike="noStrike"/>
                    </a:p>
                  </a:txBody>
                  <a:tcPr marT="183400" marB="183400" marR="183400" marL="183400" anchor="ctr">
                    <a:lnL cap="flat" cmpd="sng" w="9525">
                      <a:solidFill>
                        <a:srgbClr val="20538B"/>
                      </a:solidFill>
                      <a:prstDash val="solid"/>
                      <a:round/>
                      <a:headEnd len="sm" w="sm" type="none"/>
                      <a:tailEnd len="sm" w="sm" type="none"/>
                    </a:lnL>
                    <a:lnR cap="flat" cmpd="sng" w="9525">
                      <a:solidFill>
                        <a:srgbClr val="20538B"/>
                      </a:solidFill>
                      <a:prstDash val="solid"/>
                      <a:round/>
                      <a:headEnd len="sm" w="sm" type="none"/>
                      <a:tailEnd len="sm" w="sm" type="none"/>
                    </a:lnR>
                    <a:lnT cap="flat" cmpd="sng" w="38100">
                      <a:solidFill>
                        <a:srgbClr val="20538B"/>
                      </a:solidFill>
                      <a:prstDash val="solid"/>
                      <a:round/>
                      <a:headEnd len="sm" w="sm" type="none"/>
                      <a:tailEnd len="sm" w="sm" type="none"/>
                    </a:lnT>
                    <a:lnB cap="flat" cmpd="sng" w="9525">
                      <a:solidFill>
                        <a:srgbClr val="20538B"/>
                      </a:solidFill>
                      <a:prstDash val="solid"/>
                      <a:round/>
                      <a:headEnd len="sm" w="sm" type="none"/>
                      <a:tailEnd len="sm" w="sm" type="none"/>
                    </a:lnB>
                    <a:solidFill>
                      <a:srgbClr val="EEF6FF"/>
                    </a:solidFill>
                  </a:tcPr>
                </a:tc>
                <a:tc>
                  <a:txBody>
                    <a:bodyPr/>
                    <a:lstStyle/>
                    <a:p>
                      <a:pPr indent="0" lvl="0" marL="0" marR="0" rtl="0" algn="ctr">
                        <a:lnSpc>
                          <a:spcPct val="120000"/>
                        </a:lnSpc>
                        <a:spcBef>
                          <a:spcPts val="0"/>
                        </a:spcBef>
                        <a:spcAft>
                          <a:spcPts val="0"/>
                        </a:spcAft>
                        <a:buClr>
                          <a:srgbClr val="000000"/>
                        </a:buClr>
                        <a:buSzPts val="2000"/>
                        <a:buFont typeface="Arial"/>
                        <a:buNone/>
                      </a:pPr>
                      <a:r>
                        <a:rPr b="0" lang="en-US" sz="2000" u="none" cap="none" strike="noStrike">
                          <a:solidFill>
                            <a:srgbClr val="20538B"/>
                          </a:solidFill>
                        </a:rPr>
                        <a:t>10/1(목)</a:t>
                      </a:r>
                      <a:endParaRPr sz="2000" u="none" cap="none" strike="noStrike"/>
                    </a:p>
                  </a:txBody>
                  <a:tcPr marT="183400" marB="183400" marR="183400" marL="183400" anchor="ctr">
                    <a:lnL cap="flat" cmpd="sng" w="9525">
                      <a:solidFill>
                        <a:srgbClr val="20538B"/>
                      </a:solidFill>
                      <a:prstDash val="solid"/>
                      <a:round/>
                      <a:headEnd len="sm" w="sm" type="none"/>
                      <a:tailEnd len="sm" w="sm" type="none"/>
                    </a:lnL>
                    <a:lnR cap="flat" cmpd="sng" w="9525">
                      <a:solidFill>
                        <a:srgbClr val="20538B"/>
                      </a:solidFill>
                      <a:prstDash val="solid"/>
                      <a:round/>
                      <a:headEnd len="sm" w="sm" type="none"/>
                      <a:tailEnd len="sm" w="sm" type="none"/>
                    </a:lnR>
                    <a:lnT cap="flat" cmpd="sng" w="38100">
                      <a:solidFill>
                        <a:srgbClr val="20538B"/>
                      </a:solidFill>
                      <a:prstDash val="solid"/>
                      <a:round/>
                      <a:headEnd len="sm" w="sm" type="none"/>
                      <a:tailEnd len="sm" w="sm" type="none"/>
                    </a:lnT>
                    <a:lnB cap="flat" cmpd="sng" w="9525">
                      <a:solidFill>
                        <a:srgbClr val="20538B"/>
                      </a:solidFill>
                      <a:prstDash val="solid"/>
                      <a:round/>
                      <a:headEnd len="sm" w="sm" type="none"/>
                      <a:tailEnd len="sm" w="sm" type="none"/>
                    </a:lnB>
                    <a:solidFill>
                      <a:srgbClr val="FFFFFF"/>
                    </a:solidFill>
                  </a:tcPr>
                </a:tc>
                <a:tc gridSpan="3">
                  <a:txBody>
                    <a:bodyPr/>
                    <a:lstStyle/>
                    <a:p>
                      <a:pPr indent="-323850" lvl="0" marL="457200" marR="0" rtl="0" algn="l">
                        <a:lnSpc>
                          <a:spcPct val="120000"/>
                        </a:lnSpc>
                        <a:spcBef>
                          <a:spcPts val="0"/>
                        </a:spcBef>
                        <a:spcAft>
                          <a:spcPts val="0"/>
                        </a:spcAft>
                        <a:buClr>
                          <a:srgbClr val="20538B"/>
                        </a:buClr>
                        <a:buSzPts val="1500"/>
                        <a:buChar char="-"/>
                      </a:pPr>
                      <a:r>
                        <a:rPr b="0" lang="en-US" sz="1500" u="none" cap="none" strike="noStrike">
                          <a:solidFill>
                            <a:srgbClr val="20538B"/>
                          </a:solidFill>
                        </a:rPr>
                        <a:t>프로젝트 기획 및</a:t>
                      </a:r>
                      <a:r>
                        <a:rPr lang="en-US" sz="1500">
                          <a:solidFill>
                            <a:srgbClr val="20538B"/>
                          </a:solidFill>
                        </a:rPr>
                        <a:t> 주제 선정</a:t>
                      </a:r>
                      <a:r>
                        <a:rPr b="0" lang="en-US" sz="1500" u="none" cap="none" strike="noStrike">
                          <a:solidFill>
                            <a:srgbClr val="20538B"/>
                          </a:solidFill>
                        </a:rPr>
                        <a:t> </a:t>
                      </a:r>
                      <a:endParaRPr b="0" sz="1500" u="none" cap="none" strike="noStrike">
                        <a:solidFill>
                          <a:srgbClr val="20538B"/>
                        </a:solidFill>
                      </a:endParaRPr>
                    </a:p>
                    <a:p>
                      <a:pPr indent="-323850" lvl="0" marL="457200" marR="0" rtl="0" algn="l">
                        <a:lnSpc>
                          <a:spcPct val="120000"/>
                        </a:lnSpc>
                        <a:spcBef>
                          <a:spcPts val="0"/>
                        </a:spcBef>
                        <a:spcAft>
                          <a:spcPts val="0"/>
                        </a:spcAft>
                        <a:buClr>
                          <a:srgbClr val="20538B"/>
                        </a:buClr>
                        <a:buSzPts val="1500"/>
                        <a:buChar char="-"/>
                      </a:pPr>
                      <a:r>
                        <a:rPr lang="en-US" sz="1500">
                          <a:solidFill>
                            <a:srgbClr val="20538B"/>
                          </a:solidFill>
                        </a:rPr>
                        <a:t>협업, </a:t>
                      </a:r>
                      <a:r>
                        <a:rPr b="0" lang="en-US" sz="1500" u="none" cap="none" strike="noStrike">
                          <a:solidFill>
                            <a:srgbClr val="20538B"/>
                          </a:solidFill>
                        </a:rPr>
                        <a:t>개발환경 구축</a:t>
                      </a:r>
                      <a:endParaRPr sz="1500" u="none" cap="none" strike="noStrike"/>
                    </a:p>
                  </a:txBody>
                  <a:tcPr marT="183400" marB="183400" marR="183400" marL="183400" anchor="ctr">
                    <a:lnL cap="flat" cmpd="sng" w="9525">
                      <a:solidFill>
                        <a:srgbClr val="20538B"/>
                      </a:solidFill>
                      <a:prstDash val="solid"/>
                      <a:round/>
                      <a:headEnd len="sm" w="sm" type="none"/>
                      <a:tailEnd len="sm" w="sm" type="none"/>
                    </a:lnL>
                    <a:lnR cap="flat" cmpd="sng" w="9525">
                      <a:solidFill>
                        <a:srgbClr val="20538B"/>
                      </a:solidFill>
                      <a:prstDash val="solid"/>
                      <a:round/>
                      <a:headEnd len="sm" w="sm" type="none"/>
                      <a:tailEnd len="sm" w="sm" type="none"/>
                    </a:lnR>
                    <a:lnT cap="flat" cmpd="sng" w="38100">
                      <a:solidFill>
                        <a:srgbClr val="20538B"/>
                      </a:solidFill>
                      <a:prstDash val="solid"/>
                      <a:round/>
                      <a:headEnd len="sm" w="sm" type="none"/>
                      <a:tailEnd len="sm" w="sm" type="none"/>
                    </a:lnT>
                    <a:lnB cap="flat" cmpd="sng" w="9525">
                      <a:solidFill>
                        <a:srgbClr val="20538B"/>
                      </a:solidFill>
                      <a:prstDash val="solid"/>
                      <a:round/>
                      <a:headEnd len="sm" w="sm" type="none"/>
                      <a:tailEnd len="sm" w="sm" type="none"/>
                    </a:lnB>
                    <a:solidFill>
                      <a:srgbClr val="FFFFFF"/>
                    </a:solidFill>
                  </a:tcPr>
                </a:tc>
                <a:tc hMerge="1"/>
                <a:tc hMerge="1"/>
              </a:tr>
              <a:tr h="888475">
                <a:tc>
                  <a:txBody>
                    <a:bodyPr/>
                    <a:lstStyle/>
                    <a:p>
                      <a:pPr indent="0" lvl="0" marL="0" marR="0" rtl="0" algn="ctr">
                        <a:lnSpc>
                          <a:spcPct val="120000"/>
                        </a:lnSpc>
                        <a:spcBef>
                          <a:spcPts val="0"/>
                        </a:spcBef>
                        <a:spcAft>
                          <a:spcPts val="0"/>
                        </a:spcAft>
                        <a:buClr>
                          <a:srgbClr val="000000"/>
                        </a:buClr>
                        <a:buSzPts val="2000"/>
                        <a:buFont typeface="Arial"/>
                        <a:buNone/>
                      </a:pPr>
                      <a:r>
                        <a:rPr b="1" lang="en-US" sz="2000" u="none" cap="none" strike="noStrike">
                          <a:solidFill>
                            <a:srgbClr val="20538B"/>
                          </a:solidFill>
                        </a:rPr>
                        <a:t>1차 개발</a:t>
                      </a:r>
                      <a:endParaRPr sz="2000" u="none" cap="none" strike="noStrike"/>
                    </a:p>
                  </a:txBody>
                  <a:tcPr marT="183400" marB="183400" marR="183400" marL="183400" anchor="ctr">
                    <a:lnL cap="flat" cmpd="sng" w="9525">
                      <a:solidFill>
                        <a:srgbClr val="20538B"/>
                      </a:solidFill>
                      <a:prstDash val="solid"/>
                      <a:round/>
                      <a:headEnd len="sm" w="sm" type="none"/>
                      <a:tailEnd len="sm" w="sm" type="none"/>
                    </a:lnL>
                    <a:lnR cap="flat" cmpd="sng" w="9525">
                      <a:solidFill>
                        <a:srgbClr val="20538B"/>
                      </a:solidFill>
                      <a:prstDash val="solid"/>
                      <a:round/>
                      <a:headEnd len="sm" w="sm" type="none"/>
                      <a:tailEnd len="sm" w="sm" type="none"/>
                    </a:lnR>
                    <a:lnT cap="flat" cmpd="sng" w="9525">
                      <a:solidFill>
                        <a:srgbClr val="20538B"/>
                      </a:solidFill>
                      <a:prstDash val="solid"/>
                      <a:round/>
                      <a:headEnd len="sm" w="sm" type="none"/>
                      <a:tailEnd len="sm" w="sm" type="none"/>
                    </a:lnT>
                    <a:lnB cap="flat" cmpd="sng" w="9525">
                      <a:solidFill>
                        <a:srgbClr val="20538B"/>
                      </a:solidFill>
                      <a:prstDash val="solid"/>
                      <a:round/>
                      <a:headEnd len="sm" w="sm" type="none"/>
                      <a:tailEnd len="sm" w="sm" type="none"/>
                    </a:lnB>
                    <a:solidFill>
                      <a:srgbClr val="EEF6FF"/>
                    </a:solidFill>
                  </a:tcPr>
                </a:tc>
                <a:tc>
                  <a:txBody>
                    <a:bodyPr/>
                    <a:lstStyle/>
                    <a:p>
                      <a:pPr indent="0" lvl="0" marL="0" marR="0" rtl="0" algn="ctr">
                        <a:lnSpc>
                          <a:spcPct val="120000"/>
                        </a:lnSpc>
                        <a:spcBef>
                          <a:spcPts val="0"/>
                        </a:spcBef>
                        <a:spcAft>
                          <a:spcPts val="0"/>
                        </a:spcAft>
                        <a:buClr>
                          <a:srgbClr val="000000"/>
                        </a:buClr>
                        <a:buSzPts val="2000"/>
                        <a:buFont typeface="Arial"/>
                        <a:buNone/>
                      </a:pPr>
                      <a:r>
                        <a:rPr b="0" lang="en-US" sz="2000" u="none" cap="none" strike="noStrike">
                          <a:solidFill>
                            <a:srgbClr val="20538B"/>
                          </a:solidFill>
                        </a:rPr>
                        <a:t>10/2(금)</a:t>
                      </a:r>
                      <a:endParaRPr sz="2000" u="none" cap="none" strike="noStrike"/>
                    </a:p>
                  </a:txBody>
                  <a:tcPr marT="183400" marB="183400" marR="183400" marL="183400" anchor="ctr">
                    <a:lnL cap="flat" cmpd="sng" w="9525">
                      <a:solidFill>
                        <a:srgbClr val="20538B"/>
                      </a:solidFill>
                      <a:prstDash val="solid"/>
                      <a:round/>
                      <a:headEnd len="sm" w="sm" type="none"/>
                      <a:tailEnd len="sm" w="sm" type="none"/>
                    </a:lnL>
                    <a:lnR cap="flat" cmpd="sng" w="9525">
                      <a:solidFill>
                        <a:srgbClr val="20538B"/>
                      </a:solidFill>
                      <a:prstDash val="solid"/>
                      <a:round/>
                      <a:headEnd len="sm" w="sm" type="none"/>
                      <a:tailEnd len="sm" w="sm" type="none"/>
                    </a:lnR>
                    <a:lnT cap="flat" cmpd="sng" w="9525">
                      <a:solidFill>
                        <a:srgbClr val="20538B"/>
                      </a:solidFill>
                      <a:prstDash val="solid"/>
                      <a:round/>
                      <a:headEnd len="sm" w="sm" type="none"/>
                      <a:tailEnd len="sm" w="sm" type="none"/>
                    </a:lnT>
                    <a:lnB cap="flat" cmpd="sng" w="9525">
                      <a:solidFill>
                        <a:srgbClr val="20538B"/>
                      </a:solidFill>
                      <a:prstDash val="solid"/>
                      <a:round/>
                      <a:headEnd len="sm" w="sm" type="none"/>
                      <a:tailEnd len="sm" w="sm" type="none"/>
                    </a:lnB>
                    <a:solidFill>
                      <a:srgbClr val="FFFFFF"/>
                    </a:solidFill>
                  </a:tcPr>
                </a:tc>
                <a:tc gridSpan="3">
                  <a:txBody>
                    <a:bodyPr/>
                    <a:lstStyle/>
                    <a:p>
                      <a:pPr indent="-323850" lvl="0" marL="457200" marR="0" rtl="0" algn="l">
                        <a:lnSpc>
                          <a:spcPct val="120000"/>
                        </a:lnSpc>
                        <a:spcBef>
                          <a:spcPts val="0"/>
                        </a:spcBef>
                        <a:spcAft>
                          <a:spcPts val="0"/>
                        </a:spcAft>
                        <a:buClr>
                          <a:srgbClr val="20538B"/>
                        </a:buClr>
                        <a:buSzPts val="1500"/>
                        <a:buChar char="-"/>
                      </a:pPr>
                      <a:r>
                        <a:rPr b="0" lang="en-US" sz="1500" u="none" cap="none" strike="noStrike">
                          <a:solidFill>
                            <a:srgbClr val="20538B"/>
                          </a:solidFill>
                        </a:rPr>
                        <a:t>플랫폼 개발</a:t>
                      </a:r>
                      <a:endParaRPr b="0" sz="1500" u="none" cap="none" strike="noStrike">
                        <a:solidFill>
                          <a:srgbClr val="20538B"/>
                        </a:solidFill>
                      </a:endParaRPr>
                    </a:p>
                    <a:p>
                      <a:pPr indent="-323850" lvl="0" marL="457200" marR="0" rtl="0" algn="l">
                        <a:lnSpc>
                          <a:spcPct val="120000"/>
                        </a:lnSpc>
                        <a:spcBef>
                          <a:spcPts val="0"/>
                        </a:spcBef>
                        <a:spcAft>
                          <a:spcPts val="0"/>
                        </a:spcAft>
                        <a:buClr>
                          <a:srgbClr val="20538B"/>
                        </a:buClr>
                        <a:buSzPts val="1500"/>
                        <a:buChar char="-"/>
                      </a:pPr>
                      <a:r>
                        <a:rPr b="0" lang="en-US" sz="1500" u="none" cap="none" strike="noStrike">
                          <a:solidFill>
                            <a:srgbClr val="20538B"/>
                          </a:solidFill>
                        </a:rPr>
                        <a:t>취약점 진단 </a:t>
                      </a:r>
                      <a:r>
                        <a:rPr lang="en-US" sz="1500">
                          <a:solidFill>
                            <a:srgbClr val="20538B"/>
                          </a:solidFill>
                        </a:rPr>
                        <a:t>모듈</a:t>
                      </a:r>
                      <a:r>
                        <a:rPr b="0" lang="en-US" sz="1500" u="none" cap="none" strike="noStrike">
                          <a:solidFill>
                            <a:srgbClr val="20538B"/>
                          </a:solidFill>
                        </a:rPr>
                        <a:t> 개발</a:t>
                      </a:r>
                      <a:endParaRPr sz="1500">
                        <a:solidFill>
                          <a:srgbClr val="20538B"/>
                        </a:solidFill>
                      </a:endParaRPr>
                    </a:p>
                    <a:p>
                      <a:pPr indent="-323850" lvl="0" marL="457200" marR="0" rtl="0" algn="l">
                        <a:lnSpc>
                          <a:spcPct val="120000"/>
                        </a:lnSpc>
                        <a:spcBef>
                          <a:spcPts val="0"/>
                        </a:spcBef>
                        <a:spcAft>
                          <a:spcPts val="0"/>
                        </a:spcAft>
                        <a:buClr>
                          <a:srgbClr val="20538B"/>
                        </a:buClr>
                        <a:buSzPts val="1500"/>
                        <a:buChar char="-"/>
                      </a:pPr>
                      <a:r>
                        <a:rPr b="0" lang="en-US" sz="1500" u="none" cap="none" strike="noStrike">
                          <a:solidFill>
                            <a:srgbClr val="20538B"/>
                          </a:solidFill>
                        </a:rPr>
                        <a:t>법령 매핑 </a:t>
                      </a:r>
                      <a:r>
                        <a:rPr lang="en-US" sz="1500">
                          <a:solidFill>
                            <a:srgbClr val="20538B"/>
                          </a:solidFill>
                        </a:rPr>
                        <a:t>엔진 구현</a:t>
                      </a:r>
                      <a:endParaRPr sz="1500" u="none" cap="none" strike="noStrike"/>
                    </a:p>
                  </a:txBody>
                  <a:tcPr marT="183400" marB="183400" marR="183400" marL="183400" anchor="ctr">
                    <a:lnL cap="flat" cmpd="sng" w="9525">
                      <a:solidFill>
                        <a:srgbClr val="20538B"/>
                      </a:solidFill>
                      <a:prstDash val="solid"/>
                      <a:round/>
                      <a:headEnd len="sm" w="sm" type="none"/>
                      <a:tailEnd len="sm" w="sm" type="none"/>
                    </a:lnL>
                    <a:lnR cap="flat" cmpd="sng" w="9525">
                      <a:solidFill>
                        <a:srgbClr val="20538B"/>
                      </a:solidFill>
                      <a:prstDash val="solid"/>
                      <a:round/>
                      <a:headEnd len="sm" w="sm" type="none"/>
                      <a:tailEnd len="sm" w="sm" type="none"/>
                    </a:lnR>
                    <a:lnT cap="flat" cmpd="sng" w="9525">
                      <a:solidFill>
                        <a:srgbClr val="20538B"/>
                      </a:solidFill>
                      <a:prstDash val="solid"/>
                      <a:round/>
                      <a:headEnd len="sm" w="sm" type="none"/>
                      <a:tailEnd len="sm" w="sm" type="none"/>
                    </a:lnT>
                    <a:lnB cap="flat" cmpd="sng" w="9525">
                      <a:solidFill>
                        <a:srgbClr val="20538B"/>
                      </a:solidFill>
                      <a:prstDash val="solid"/>
                      <a:round/>
                      <a:headEnd len="sm" w="sm" type="none"/>
                      <a:tailEnd len="sm" w="sm" type="none"/>
                    </a:lnB>
                    <a:solidFill>
                      <a:srgbClr val="FFFFFF"/>
                    </a:solidFill>
                  </a:tcPr>
                </a:tc>
                <a:tc hMerge="1"/>
                <a:tc hMerge="1"/>
              </a:tr>
              <a:tr h="888475">
                <a:tc>
                  <a:txBody>
                    <a:bodyPr/>
                    <a:lstStyle/>
                    <a:p>
                      <a:pPr indent="0" lvl="0" marL="0" marR="0" rtl="0" algn="ctr">
                        <a:lnSpc>
                          <a:spcPct val="120000"/>
                        </a:lnSpc>
                        <a:spcBef>
                          <a:spcPts val="0"/>
                        </a:spcBef>
                        <a:spcAft>
                          <a:spcPts val="0"/>
                        </a:spcAft>
                        <a:buClr>
                          <a:srgbClr val="000000"/>
                        </a:buClr>
                        <a:buSzPts val="2000"/>
                        <a:buFont typeface="Arial"/>
                        <a:buNone/>
                      </a:pPr>
                      <a:r>
                        <a:rPr b="1" lang="en-US" sz="2000">
                          <a:solidFill>
                            <a:srgbClr val="20538B"/>
                          </a:solidFill>
                        </a:rPr>
                        <a:t> </a:t>
                      </a:r>
                      <a:r>
                        <a:rPr b="1" lang="en-US" sz="2000" u="none" cap="none" strike="noStrike">
                          <a:solidFill>
                            <a:srgbClr val="20538B"/>
                          </a:solidFill>
                        </a:rPr>
                        <a:t>2차 개발</a:t>
                      </a:r>
                      <a:endParaRPr sz="2000" u="none" cap="none" strike="noStrike"/>
                    </a:p>
                  </a:txBody>
                  <a:tcPr marT="183400" marB="183400" marR="183400" marL="183400" anchor="ctr">
                    <a:lnL cap="flat" cmpd="sng" w="9525">
                      <a:solidFill>
                        <a:srgbClr val="20538B"/>
                      </a:solidFill>
                      <a:prstDash val="solid"/>
                      <a:round/>
                      <a:headEnd len="sm" w="sm" type="none"/>
                      <a:tailEnd len="sm" w="sm" type="none"/>
                    </a:lnL>
                    <a:lnR cap="flat" cmpd="sng" w="9525">
                      <a:solidFill>
                        <a:srgbClr val="20538B"/>
                      </a:solidFill>
                      <a:prstDash val="solid"/>
                      <a:round/>
                      <a:headEnd len="sm" w="sm" type="none"/>
                      <a:tailEnd len="sm" w="sm" type="none"/>
                    </a:lnR>
                    <a:lnT cap="flat" cmpd="sng" w="9525">
                      <a:solidFill>
                        <a:srgbClr val="20538B"/>
                      </a:solidFill>
                      <a:prstDash val="solid"/>
                      <a:round/>
                      <a:headEnd len="sm" w="sm" type="none"/>
                      <a:tailEnd len="sm" w="sm" type="none"/>
                    </a:lnT>
                    <a:lnB cap="flat" cmpd="sng" w="9525">
                      <a:solidFill>
                        <a:srgbClr val="20538B"/>
                      </a:solidFill>
                      <a:prstDash val="solid"/>
                      <a:round/>
                      <a:headEnd len="sm" w="sm" type="none"/>
                      <a:tailEnd len="sm" w="sm" type="none"/>
                    </a:lnB>
                    <a:solidFill>
                      <a:srgbClr val="EEF6FF"/>
                    </a:solidFill>
                  </a:tcPr>
                </a:tc>
                <a:tc>
                  <a:txBody>
                    <a:bodyPr/>
                    <a:lstStyle/>
                    <a:p>
                      <a:pPr indent="0" lvl="0" marL="0" marR="0" rtl="0" algn="ctr">
                        <a:lnSpc>
                          <a:spcPct val="120000"/>
                        </a:lnSpc>
                        <a:spcBef>
                          <a:spcPts val="0"/>
                        </a:spcBef>
                        <a:spcAft>
                          <a:spcPts val="0"/>
                        </a:spcAft>
                        <a:buClr>
                          <a:srgbClr val="000000"/>
                        </a:buClr>
                        <a:buSzPts val="2000"/>
                        <a:buFont typeface="Arial"/>
                        <a:buNone/>
                      </a:pPr>
                      <a:r>
                        <a:rPr b="0" lang="en-US" sz="2000" u="none" cap="none" strike="noStrike">
                          <a:solidFill>
                            <a:srgbClr val="20538B"/>
                          </a:solidFill>
                        </a:rPr>
                        <a:t>10/6(화)</a:t>
                      </a:r>
                      <a:endParaRPr sz="2000" u="none" cap="none" strike="noStrike"/>
                    </a:p>
                  </a:txBody>
                  <a:tcPr marT="183400" marB="183400" marR="183400" marL="183400" anchor="ctr">
                    <a:lnL cap="flat" cmpd="sng" w="9525">
                      <a:solidFill>
                        <a:srgbClr val="20538B"/>
                      </a:solidFill>
                      <a:prstDash val="solid"/>
                      <a:round/>
                      <a:headEnd len="sm" w="sm" type="none"/>
                      <a:tailEnd len="sm" w="sm" type="none"/>
                    </a:lnL>
                    <a:lnR cap="flat" cmpd="sng" w="9525">
                      <a:solidFill>
                        <a:srgbClr val="20538B"/>
                      </a:solidFill>
                      <a:prstDash val="solid"/>
                      <a:round/>
                      <a:headEnd len="sm" w="sm" type="none"/>
                      <a:tailEnd len="sm" w="sm" type="none"/>
                    </a:lnR>
                    <a:lnT cap="flat" cmpd="sng" w="9525">
                      <a:solidFill>
                        <a:srgbClr val="20538B"/>
                      </a:solidFill>
                      <a:prstDash val="solid"/>
                      <a:round/>
                      <a:headEnd len="sm" w="sm" type="none"/>
                      <a:tailEnd len="sm" w="sm" type="none"/>
                    </a:lnT>
                    <a:lnB cap="flat" cmpd="sng" w="9525">
                      <a:solidFill>
                        <a:srgbClr val="20538B"/>
                      </a:solidFill>
                      <a:prstDash val="solid"/>
                      <a:round/>
                      <a:headEnd len="sm" w="sm" type="none"/>
                      <a:tailEnd len="sm" w="sm" type="none"/>
                    </a:lnB>
                    <a:solidFill>
                      <a:srgbClr val="FFFFFF"/>
                    </a:solidFill>
                  </a:tcPr>
                </a:tc>
                <a:tc gridSpan="3">
                  <a:txBody>
                    <a:bodyPr/>
                    <a:lstStyle/>
                    <a:p>
                      <a:pPr indent="-323850" lvl="0" marL="457200" marR="0" rtl="0" algn="l">
                        <a:lnSpc>
                          <a:spcPct val="120000"/>
                        </a:lnSpc>
                        <a:spcBef>
                          <a:spcPts val="0"/>
                        </a:spcBef>
                        <a:spcAft>
                          <a:spcPts val="0"/>
                        </a:spcAft>
                        <a:buClr>
                          <a:srgbClr val="20538B"/>
                        </a:buClr>
                        <a:buSzPts val="1500"/>
                        <a:buChar char="-"/>
                      </a:pPr>
                      <a:r>
                        <a:rPr b="0" lang="en-US" sz="1500" u="none" cap="none" strike="noStrike">
                          <a:solidFill>
                            <a:srgbClr val="20538B"/>
                          </a:solidFill>
                        </a:rPr>
                        <a:t>취약점 진단 </a:t>
                      </a:r>
                      <a:r>
                        <a:rPr lang="en-US" sz="1500">
                          <a:solidFill>
                            <a:srgbClr val="20538B"/>
                          </a:solidFill>
                        </a:rPr>
                        <a:t>모듈과 법령 매핑 엔진을 결합</a:t>
                      </a:r>
                      <a:r>
                        <a:rPr b="0" lang="en-US" sz="1500" u="none" cap="none" strike="noStrike">
                          <a:solidFill>
                            <a:srgbClr val="20538B"/>
                          </a:solidFill>
                        </a:rPr>
                        <a:t> </a:t>
                      </a:r>
                      <a:endParaRPr b="0" sz="1500" u="none" cap="none" strike="noStrike">
                        <a:solidFill>
                          <a:srgbClr val="20538B"/>
                        </a:solidFill>
                      </a:endParaRPr>
                    </a:p>
                    <a:p>
                      <a:pPr indent="-323850" lvl="0" marL="457200" marR="0" rtl="0" algn="l">
                        <a:lnSpc>
                          <a:spcPct val="120000"/>
                        </a:lnSpc>
                        <a:spcBef>
                          <a:spcPts val="0"/>
                        </a:spcBef>
                        <a:spcAft>
                          <a:spcPts val="0"/>
                        </a:spcAft>
                        <a:buClr>
                          <a:srgbClr val="20538B"/>
                        </a:buClr>
                        <a:buSzPts val="1500"/>
                        <a:buChar char="-"/>
                      </a:pPr>
                      <a:r>
                        <a:rPr lang="en-US" sz="1500">
                          <a:solidFill>
                            <a:srgbClr val="20538B"/>
                          </a:solidFill>
                        </a:rPr>
                        <a:t>보고서 출력 및 결과 분석</a:t>
                      </a:r>
                      <a:endParaRPr b="0" sz="1500" u="none" cap="none" strike="noStrike">
                        <a:solidFill>
                          <a:srgbClr val="20538B"/>
                        </a:solidFill>
                      </a:endParaRPr>
                    </a:p>
                    <a:p>
                      <a:pPr indent="-323850" lvl="0" marL="457200" marR="0" rtl="0" algn="l">
                        <a:lnSpc>
                          <a:spcPct val="120000"/>
                        </a:lnSpc>
                        <a:spcBef>
                          <a:spcPts val="0"/>
                        </a:spcBef>
                        <a:spcAft>
                          <a:spcPts val="0"/>
                        </a:spcAft>
                        <a:buClr>
                          <a:srgbClr val="20538B"/>
                        </a:buClr>
                        <a:buSzPts val="1500"/>
                        <a:buChar char="-"/>
                      </a:pPr>
                      <a:r>
                        <a:rPr lang="en-US" sz="1500">
                          <a:solidFill>
                            <a:srgbClr val="20538B"/>
                          </a:solidFill>
                        </a:rPr>
                        <a:t>발표자료 준비</a:t>
                      </a:r>
                      <a:endParaRPr sz="1500" u="none" cap="none" strike="noStrike"/>
                    </a:p>
                  </a:txBody>
                  <a:tcPr marT="183400" marB="183400" marR="183400" marL="183400" anchor="ctr">
                    <a:lnL cap="flat" cmpd="sng" w="9525">
                      <a:solidFill>
                        <a:srgbClr val="20538B"/>
                      </a:solidFill>
                      <a:prstDash val="solid"/>
                      <a:round/>
                      <a:headEnd len="sm" w="sm" type="none"/>
                      <a:tailEnd len="sm" w="sm" type="none"/>
                    </a:lnL>
                    <a:lnR cap="flat" cmpd="sng" w="9525">
                      <a:solidFill>
                        <a:srgbClr val="20538B"/>
                      </a:solidFill>
                      <a:prstDash val="solid"/>
                      <a:round/>
                      <a:headEnd len="sm" w="sm" type="none"/>
                      <a:tailEnd len="sm" w="sm" type="none"/>
                    </a:lnR>
                    <a:lnT cap="flat" cmpd="sng" w="9525">
                      <a:solidFill>
                        <a:srgbClr val="20538B"/>
                      </a:solidFill>
                      <a:prstDash val="solid"/>
                      <a:round/>
                      <a:headEnd len="sm" w="sm" type="none"/>
                      <a:tailEnd len="sm" w="sm" type="none"/>
                    </a:lnT>
                    <a:lnB cap="flat" cmpd="sng" w="9525">
                      <a:solidFill>
                        <a:srgbClr val="20538B"/>
                      </a:solidFill>
                      <a:prstDash val="solid"/>
                      <a:round/>
                      <a:headEnd len="sm" w="sm" type="none"/>
                      <a:tailEnd len="sm" w="sm" type="none"/>
                    </a:lnB>
                    <a:solidFill>
                      <a:srgbClr val="FFFFFF"/>
                    </a:solidFill>
                  </a:tcPr>
                </a:tc>
                <a:tc hMerge="1"/>
                <a:tc hMerge="1"/>
              </a:tr>
              <a:tr h="888475">
                <a:tc>
                  <a:txBody>
                    <a:bodyPr/>
                    <a:lstStyle/>
                    <a:p>
                      <a:pPr indent="0" lvl="0" marL="0" marR="0" rtl="0" algn="ctr">
                        <a:lnSpc>
                          <a:spcPct val="120000"/>
                        </a:lnSpc>
                        <a:spcBef>
                          <a:spcPts val="0"/>
                        </a:spcBef>
                        <a:spcAft>
                          <a:spcPts val="0"/>
                        </a:spcAft>
                        <a:buClr>
                          <a:srgbClr val="000000"/>
                        </a:buClr>
                        <a:buSzPts val="2000"/>
                        <a:buFont typeface="Arial"/>
                        <a:buNone/>
                      </a:pPr>
                      <a:r>
                        <a:rPr b="1" lang="en-US" sz="2000" u="none" cap="none" strike="noStrike">
                          <a:solidFill>
                            <a:srgbClr val="20538B"/>
                          </a:solidFill>
                        </a:rPr>
                        <a:t>최종 발표</a:t>
                      </a:r>
                      <a:endParaRPr sz="2000" u="none" cap="none" strike="noStrike"/>
                    </a:p>
                  </a:txBody>
                  <a:tcPr marT="183400" marB="183400" marR="183400" marL="183400" anchor="ctr">
                    <a:lnL cap="flat" cmpd="sng" w="9525">
                      <a:solidFill>
                        <a:srgbClr val="20538B"/>
                      </a:solidFill>
                      <a:prstDash val="solid"/>
                      <a:round/>
                      <a:headEnd len="sm" w="sm" type="none"/>
                      <a:tailEnd len="sm" w="sm" type="none"/>
                    </a:lnL>
                    <a:lnR cap="flat" cmpd="sng" w="9525">
                      <a:solidFill>
                        <a:srgbClr val="20538B"/>
                      </a:solidFill>
                      <a:prstDash val="solid"/>
                      <a:round/>
                      <a:headEnd len="sm" w="sm" type="none"/>
                      <a:tailEnd len="sm" w="sm" type="none"/>
                    </a:lnR>
                    <a:lnT cap="flat" cmpd="sng" w="9525">
                      <a:solidFill>
                        <a:srgbClr val="20538B"/>
                      </a:solidFill>
                      <a:prstDash val="solid"/>
                      <a:round/>
                      <a:headEnd len="sm" w="sm" type="none"/>
                      <a:tailEnd len="sm" w="sm" type="none"/>
                    </a:lnT>
                    <a:lnB cap="flat" cmpd="sng" w="9525">
                      <a:solidFill>
                        <a:srgbClr val="20538B"/>
                      </a:solidFill>
                      <a:prstDash val="solid"/>
                      <a:round/>
                      <a:headEnd len="sm" w="sm" type="none"/>
                      <a:tailEnd len="sm" w="sm" type="none"/>
                    </a:lnB>
                    <a:solidFill>
                      <a:srgbClr val="EEF6FF"/>
                    </a:solidFill>
                  </a:tcPr>
                </a:tc>
                <a:tc>
                  <a:txBody>
                    <a:bodyPr/>
                    <a:lstStyle/>
                    <a:p>
                      <a:pPr indent="0" lvl="0" marL="0" marR="0" rtl="0" algn="ctr">
                        <a:lnSpc>
                          <a:spcPct val="120000"/>
                        </a:lnSpc>
                        <a:spcBef>
                          <a:spcPts val="0"/>
                        </a:spcBef>
                        <a:spcAft>
                          <a:spcPts val="0"/>
                        </a:spcAft>
                        <a:buClr>
                          <a:srgbClr val="000000"/>
                        </a:buClr>
                        <a:buSzPts val="2000"/>
                        <a:buFont typeface="Arial"/>
                        <a:buNone/>
                      </a:pPr>
                      <a:r>
                        <a:rPr b="0" lang="en-US" sz="2000" u="none" cap="none" strike="noStrike">
                          <a:solidFill>
                            <a:srgbClr val="20538B"/>
                          </a:solidFill>
                        </a:rPr>
                        <a:t>10/7(수)</a:t>
                      </a:r>
                      <a:endParaRPr sz="2000" u="none" cap="none" strike="noStrike"/>
                    </a:p>
                  </a:txBody>
                  <a:tcPr marT="183400" marB="183400" marR="183400" marL="183400" anchor="ctr">
                    <a:lnL cap="flat" cmpd="sng" w="9525">
                      <a:solidFill>
                        <a:srgbClr val="20538B"/>
                      </a:solidFill>
                      <a:prstDash val="solid"/>
                      <a:round/>
                      <a:headEnd len="sm" w="sm" type="none"/>
                      <a:tailEnd len="sm" w="sm" type="none"/>
                    </a:lnL>
                    <a:lnR cap="flat" cmpd="sng" w="9525">
                      <a:solidFill>
                        <a:srgbClr val="20538B"/>
                      </a:solidFill>
                      <a:prstDash val="solid"/>
                      <a:round/>
                      <a:headEnd len="sm" w="sm" type="none"/>
                      <a:tailEnd len="sm" w="sm" type="none"/>
                    </a:lnR>
                    <a:lnT cap="flat" cmpd="sng" w="9525">
                      <a:solidFill>
                        <a:srgbClr val="20538B"/>
                      </a:solidFill>
                      <a:prstDash val="solid"/>
                      <a:round/>
                      <a:headEnd len="sm" w="sm" type="none"/>
                      <a:tailEnd len="sm" w="sm" type="none"/>
                    </a:lnT>
                    <a:lnB cap="flat" cmpd="sng" w="9525">
                      <a:solidFill>
                        <a:srgbClr val="20538B"/>
                      </a:solidFill>
                      <a:prstDash val="solid"/>
                      <a:round/>
                      <a:headEnd len="sm" w="sm" type="none"/>
                      <a:tailEnd len="sm" w="sm" type="none"/>
                    </a:lnB>
                    <a:solidFill>
                      <a:srgbClr val="FFFFFF"/>
                    </a:solidFill>
                  </a:tcPr>
                </a:tc>
                <a:tc gridSpan="3">
                  <a:txBody>
                    <a:bodyPr/>
                    <a:lstStyle/>
                    <a:p>
                      <a:pPr indent="-323850" lvl="0" marL="457200" marR="0" rtl="0" algn="l">
                        <a:lnSpc>
                          <a:spcPct val="120000"/>
                        </a:lnSpc>
                        <a:spcBef>
                          <a:spcPts val="0"/>
                        </a:spcBef>
                        <a:spcAft>
                          <a:spcPts val="0"/>
                        </a:spcAft>
                        <a:buClr>
                          <a:srgbClr val="20538B"/>
                        </a:buClr>
                        <a:buSzPts val="1500"/>
                        <a:buChar char="-"/>
                      </a:pPr>
                      <a:r>
                        <a:rPr b="0" lang="en-US" sz="1500" u="none" cap="none" strike="noStrike">
                          <a:solidFill>
                            <a:srgbClr val="20538B"/>
                          </a:solidFill>
                        </a:rPr>
                        <a:t>최종 보고서 작성 및 발표</a:t>
                      </a:r>
                      <a:endParaRPr sz="1500" u="none" cap="none" strike="noStrike"/>
                    </a:p>
                  </a:txBody>
                  <a:tcPr marT="183400" marB="183400" marR="183400" marL="183400" anchor="ctr">
                    <a:lnL cap="flat" cmpd="sng" w="9525">
                      <a:solidFill>
                        <a:srgbClr val="20538B"/>
                      </a:solidFill>
                      <a:prstDash val="solid"/>
                      <a:round/>
                      <a:headEnd len="sm" w="sm" type="none"/>
                      <a:tailEnd len="sm" w="sm" type="none"/>
                    </a:lnL>
                    <a:lnR cap="flat" cmpd="sng" w="9525">
                      <a:solidFill>
                        <a:srgbClr val="20538B"/>
                      </a:solidFill>
                      <a:prstDash val="solid"/>
                      <a:round/>
                      <a:headEnd len="sm" w="sm" type="none"/>
                      <a:tailEnd len="sm" w="sm" type="none"/>
                    </a:lnR>
                    <a:lnT cap="flat" cmpd="sng" w="9525">
                      <a:solidFill>
                        <a:srgbClr val="20538B"/>
                      </a:solidFill>
                      <a:prstDash val="solid"/>
                      <a:round/>
                      <a:headEnd len="sm" w="sm" type="none"/>
                      <a:tailEnd len="sm" w="sm" type="none"/>
                    </a:lnT>
                    <a:lnB cap="flat" cmpd="sng" w="9525">
                      <a:solidFill>
                        <a:srgbClr val="20538B"/>
                      </a:solidFill>
                      <a:prstDash val="solid"/>
                      <a:round/>
                      <a:headEnd len="sm" w="sm" type="none"/>
                      <a:tailEnd len="sm" w="sm" type="none"/>
                    </a:lnB>
                    <a:solidFill>
                      <a:srgbClr val="FFFFFF"/>
                    </a:solidFill>
                  </a:tcPr>
                </a:tc>
                <a:tc hMerge="1"/>
                <a:tc hMerge="1"/>
              </a:tr>
            </a:tbl>
          </a:graphicData>
        </a:graphic>
      </p:graphicFrame>
      <p:grpSp>
        <p:nvGrpSpPr>
          <p:cNvPr id="780" name="Google Shape;780;h29ad1a1c935308b6_1_353"/>
          <p:cNvGrpSpPr/>
          <p:nvPr/>
        </p:nvGrpSpPr>
        <p:grpSpPr>
          <a:xfrm>
            <a:off x="2061761" y="7831427"/>
            <a:ext cx="14164368" cy="1030823"/>
            <a:chOff x="0" y="-47625"/>
            <a:chExt cx="3874916" cy="282000"/>
          </a:xfrm>
        </p:grpSpPr>
        <p:sp>
          <p:nvSpPr>
            <p:cNvPr id="781" name="Google Shape;781;h29ad1a1c935308b6_1_353"/>
            <p:cNvSpPr/>
            <p:nvPr/>
          </p:nvSpPr>
          <p:spPr>
            <a:xfrm>
              <a:off x="0" y="0"/>
              <a:ext cx="3874916" cy="234317"/>
            </a:xfrm>
            <a:custGeom>
              <a:rect b="b" l="l" r="r" t="t"/>
              <a:pathLst>
                <a:path extrusionOk="0" h="234317" w="3874916">
                  <a:moveTo>
                    <a:pt x="0" y="0"/>
                  </a:moveTo>
                  <a:lnTo>
                    <a:pt x="3874916" y="0"/>
                  </a:lnTo>
                  <a:lnTo>
                    <a:pt x="3874916" y="234317"/>
                  </a:lnTo>
                  <a:lnTo>
                    <a:pt x="0" y="234317"/>
                  </a:lnTo>
                  <a:close/>
                </a:path>
              </a:pathLst>
            </a:custGeom>
            <a:solidFill>
              <a:srgbClr val="FFFFFF"/>
            </a:solidFill>
            <a:ln cap="sq" cmpd="sng" w="9525">
              <a:solidFill>
                <a:srgbClr val="20538B"/>
              </a:solidFill>
              <a:prstDash val="solid"/>
              <a:miter lim="8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82" name="Google Shape;782;h29ad1a1c935308b6_1_353"/>
            <p:cNvSpPr txBox="1"/>
            <p:nvPr/>
          </p:nvSpPr>
          <p:spPr>
            <a:xfrm>
              <a:off x="0" y="-47625"/>
              <a:ext cx="3874800" cy="282000"/>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783" name="Google Shape;783;h29ad1a1c935308b6_1_353"/>
          <p:cNvSpPr txBox="1"/>
          <p:nvPr/>
        </p:nvSpPr>
        <p:spPr>
          <a:xfrm>
            <a:off x="3350002" y="8226369"/>
            <a:ext cx="9609000" cy="292200"/>
          </a:xfrm>
          <a:prstGeom prst="rect">
            <a:avLst/>
          </a:prstGeom>
          <a:noFill/>
          <a:ln>
            <a:noFill/>
          </a:ln>
        </p:spPr>
        <p:txBody>
          <a:bodyPr anchorCtr="0" anchor="t" bIns="0" lIns="0" spcFirstLastPara="1" rIns="0" wrap="square" tIns="0">
            <a:spAutoFit/>
          </a:bodyPr>
          <a:lstStyle/>
          <a:p>
            <a:pPr indent="0" lvl="0" marL="0" marR="0" rtl="0" algn="l">
              <a:lnSpc>
                <a:spcPct val="154028"/>
              </a:lnSpc>
              <a:spcBef>
                <a:spcPts val="0"/>
              </a:spcBef>
              <a:spcAft>
                <a:spcPts val="0"/>
              </a:spcAft>
              <a:buClr>
                <a:srgbClr val="000000"/>
              </a:buClr>
              <a:buSzPts val="1899"/>
              <a:buFont typeface="Arial"/>
              <a:buNone/>
            </a:pPr>
            <a:r>
              <a:rPr b="0" i="0" lang="en-US" sz="1899" u="none" cap="none" strike="noStrike">
                <a:solidFill>
                  <a:srgbClr val="20538B"/>
                </a:solidFill>
                <a:latin typeface="Arial"/>
                <a:ea typeface="Arial"/>
                <a:cs typeface="Arial"/>
                <a:sym typeface="Arial"/>
              </a:rPr>
              <a:t>총 개발 기간 : 10/1(목) ~ 10/</a:t>
            </a:r>
            <a:r>
              <a:rPr lang="en-US" sz="1899">
                <a:solidFill>
                  <a:srgbClr val="20538B"/>
                </a:solidFill>
              </a:rPr>
              <a:t>2</a:t>
            </a:r>
            <a:r>
              <a:rPr b="0" i="0" lang="en-US" sz="1899" u="none" cap="none" strike="noStrike">
                <a:solidFill>
                  <a:srgbClr val="20538B"/>
                </a:solidFill>
                <a:latin typeface="Arial"/>
                <a:ea typeface="Arial"/>
                <a:cs typeface="Arial"/>
                <a:sym typeface="Arial"/>
              </a:rPr>
              <a:t>(수), 10/6~10/7 (총 </a:t>
            </a:r>
            <a:r>
              <a:rPr lang="en-US" sz="1899">
                <a:solidFill>
                  <a:srgbClr val="20538B"/>
                </a:solidFill>
              </a:rPr>
              <a:t>4</a:t>
            </a:r>
            <a:r>
              <a:rPr b="0" i="0" lang="en-US" sz="1899" u="none" cap="none" strike="noStrike">
                <a:solidFill>
                  <a:srgbClr val="20538B"/>
                </a:solidFill>
                <a:latin typeface="Arial"/>
                <a:ea typeface="Arial"/>
                <a:cs typeface="Arial"/>
                <a:sym typeface="Arial"/>
              </a:rPr>
              <a:t>일)</a:t>
            </a:r>
            <a:endParaRPr b="0" i="0" sz="1400" u="none" cap="none" strike="noStrike">
              <a:solidFill>
                <a:srgbClr val="000000"/>
              </a:solidFill>
              <a:latin typeface="Arial"/>
              <a:ea typeface="Arial"/>
              <a:cs typeface="Arial"/>
              <a:sym typeface="Arial"/>
            </a:endParaRPr>
          </a:p>
        </p:txBody>
      </p:sp>
      <p:sp>
        <p:nvSpPr>
          <p:cNvPr id="784" name="Google Shape;784;h29ad1a1c935308b6_1_353"/>
          <p:cNvSpPr/>
          <p:nvPr/>
        </p:nvSpPr>
        <p:spPr>
          <a:xfrm>
            <a:off x="2961923" y="8331225"/>
            <a:ext cx="211454" cy="205110"/>
          </a:xfrm>
          <a:custGeom>
            <a:rect b="b" l="l" r="r" t="t"/>
            <a:pathLst>
              <a:path extrusionOk="0" h="205110" w="211454">
                <a:moveTo>
                  <a:pt x="0" y="0"/>
                </a:moveTo>
                <a:lnTo>
                  <a:pt x="211454" y="0"/>
                </a:lnTo>
                <a:lnTo>
                  <a:pt x="211454" y="205110"/>
                </a:lnTo>
                <a:lnTo>
                  <a:pt x="0" y="205110"/>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85" name="Google Shape;785;h29ad1a1c935308b6_1_353"/>
          <p:cNvSpPr txBox="1"/>
          <p:nvPr/>
        </p:nvSpPr>
        <p:spPr>
          <a:xfrm>
            <a:off x="2059463" y="753018"/>
            <a:ext cx="14918400" cy="1477328"/>
          </a:xfrm>
          <a:prstGeom prst="rect">
            <a:avLst/>
          </a:prstGeom>
          <a:noFill/>
          <a:ln>
            <a:noFill/>
          </a:ln>
        </p:spPr>
        <p:txBody>
          <a:bodyPr anchorCtr="0" anchor="ctr" bIns="0" lIns="0" spcFirstLastPara="1" rIns="0" wrap="square" tIns="0">
            <a:noAutofit/>
          </a:bodyPr>
          <a:lstStyle/>
          <a:p>
            <a:pPr indent="0" lvl="0" marL="0" marR="0" rtl="0" algn="l">
              <a:lnSpc>
                <a:spcPct val="192000"/>
              </a:lnSpc>
              <a:spcBef>
                <a:spcPts val="0"/>
              </a:spcBef>
              <a:spcAft>
                <a:spcPts val="0"/>
              </a:spcAft>
              <a:buClr>
                <a:srgbClr val="000000"/>
              </a:buClr>
              <a:buSzPts val="5000"/>
              <a:buFont typeface="Arial"/>
              <a:buNone/>
            </a:pPr>
            <a:r>
              <a:rPr b="1" i="0" lang="en-US" sz="5000" u="none" cap="none" strike="noStrike">
                <a:solidFill>
                  <a:srgbClr val="20538B"/>
                </a:solidFill>
                <a:latin typeface="Arial"/>
                <a:ea typeface="Arial"/>
                <a:cs typeface="Arial"/>
                <a:sym typeface="Arial"/>
              </a:rPr>
              <a:t>프로젝트 수행 절차 및 방법</a:t>
            </a:r>
            <a:endParaRPr b="1" i="0" sz="5000" u="none" cap="none" strike="noStrike">
              <a:solidFill>
                <a:srgbClr val="20538B"/>
              </a:solidFill>
              <a:latin typeface="Arial"/>
              <a:ea typeface="Arial"/>
              <a:cs typeface="Arial"/>
              <a:sym typeface="Arial"/>
            </a:endParaRPr>
          </a:p>
        </p:txBody>
      </p:sp>
      <p:sp>
        <p:nvSpPr>
          <p:cNvPr id="786" name="Google Shape;786;h29ad1a1c935308b6_1_353"/>
          <p:cNvSpPr txBox="1"/>
          <p:nvPr/>
        </p:nvSpPr>
        <p:spPr>
          <a:xfrm>
            <a:off x="1192205" y="770619"/>
            <a:ext cx="834600" cy="1442126"/>
          </a:xfrm>
          <a:prstGeom prst="rect">
            <a:avLst/>
          </a:prstGeom>
          <a:noFill/>
          <a:ln>
            <a:noFill/>
          </a:ln>
        </p:spPr>
        <p:txBody>
          <a:bodyPr anchorCtr="0" anchor="ctr" bIns="0" lIns="0" spcFirstLastPara="1" rIns="0" wrap="square" tIns="0">
            <a:noAutofit/>
          </a:bodyPr>
          <a:lstStyle/>
          <a:p>
            <a:pPr indent="0" lvl="0" marL="0" marR="0" rtl="0" algn="l">
              <a:lnSpc>
                <a:spcPct val="192009"/>
              </a:lnSpc>
              <a:spcBef>
                <a:spcPts val="0"/>
              </a:spcBef>
              <a:spcAft>
                <a:spcPts val="0"/>
              </a:spcAft>
              <a:buClr>
                <a:srgbClr val="000000"/>
              </a:buClr>
              <a:buSzPts val="4881"/>
              <a:buFont typeface="Arial"/>
              <a:buNone/>
            </a:pPr>
            <a:r>
              <a:rPr b="1" i="0" lang="en-US" sz="4881" u="none" cap="none" strike="noStrike">
                <a:solidFill>
                  <a:srgbClr val="CBDDEF"/>
                </a:solidFill>
                <a:latin typeface="Arial"/>
                <a:ea typeface="Arial"/>
                <a:cs typeface="Arial"/>
                <a:sym typeface="Arial"/>
              </a:rPr>
              <a:t>03</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0" name="Shape 790"/>
        <p:cNvGrpSpPr/>
        <p:nvPr/>
      </p:nvGrpSpPr>
      <p:grpSpPr>
        <a:xfrm>
          <a:off x="0" y="0"/>
          <a:ext cx="0" cy="0"/>
          <a:chOff x="0" y="0"/>
          <a:chExt cx="0" cy="0"/>
        </a:xfrm>
      </p:grpSpPr>
      <p:grpSp>
        <p:nvGrpSpPr>
          <p:cNvPr id="791" name="Google Shape;791;h32a9095667746e33_6_104"/>
          <p:cNvGrpSpPr/>
          <p:nvPr/>
        </p:nvGrpSpPr>
        <p:grpSpPr>
          <a:xfrm>
            <a:off x="-1081199" y="3274283"/>
            <a:ext cx="20615733" cy="7012716"/>
            <a:chOff x="-99239" y="-86"/>
            <a:chExt cx="27487644" cy="9350288"/>
          </a:xfrm>
        </p:grpSpPr>
        <p:grpSp>
          <p:nvGrpSpPr>
            <p:cNvPr id="792" name="Google Shape;792;h32a9095667746e33_6_104"/>
            <p:cNvGrpSpPr/>
            <p:nvPr/>
          </p:nvGrpSpPr>
          <p:grpSpPr>
            <a:xfrm rot="-5400000">
              <a:off x="11107617" y="-11206942"/>
              <a:ext cx="4770761" cy="27184472"/>
              <a:chOff x="0" y="-38100"/>
              <a:chExt cx="1831597" cy="10436700"/>
            </a:xfrm>
          </p:grpSpPr>
          <p:sp>
            <p:nvSpPr>
              <p:cNvPr id="793" name="Google Shape;793;h32a9095667746e33_6_104"/>
              <p:cNvSpPr/>
              <p:nvPr/>
            </p:nvSpPr>
            <p:spPr>
              <a:xfrm>
                <a:off x="0" y="0"/>
                <a:ext cx="1831597" cy="10398600"/>
              </a:xfrm>
              <a:custGeom>
                <a:rect b="b" l="l" r="r" t="t"/>
                <a:pathLst>
                  <a:path extrusionOk="0" h="10398600" w="1831597">
                    <a:moveTo>
                      <a:pt x="0" y="0"/>
                    </a:moveTo>
                    <a:lnTo>
                      <a:pt x="1831597" y="0"/>
                    </a:lnTo>
                    <a:lnTo>
                      <a:pt x="1831597" y="10398600"/>
                    </a:lnTo>
                    <a:lnTo>
                      <a:pt x="0" y="10398600"/>
                    </a:lnTo>
                    <a:close/>
                  </a:path>
                </a:pathLst>
              </a:custGeom>
              <a:solidFill>
                <a:srgbClr val="CBDDEF"/>
              </a:solidFill>
              <a:ln>
                <a:noFill/>
              </a:ln>
            </p:spPr>
          </p:sp>
          <p:sp>
            <p:nvSpPr>
              <p:cNvPr id="794" name="Google Shape;794;h32a9095667746e33_6_104"/>
              <p:cNvSpPr txBox="1"/>
              <p:nvPr/>
            </p:nvSpPr>
            <p:spPr>
              <a:xfrm>
                <a:off x="0" y="-38100"/>
                <a:ext cx="1831500" cy="10436700"/>
              </a:xfrm>
              <a:prstGeom prst="rect">
                <a:avLst/>
              </a:prstGeom>
              <a:noFill/>
              <a:ln>
                <a:noFill/>
              </a:ln>
            </p:spPr>
            <p:txBody>
              <a:bodyPr anchorCtr="0" anchor="ctr" bIns="27000" lIns="27000" spcFirstLastPara="1" rIns="27000" wrap="square" tIns="27000">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795" name="Google Shape;795;h32a9095667746e33_6_104"/>
            <p:cNvGrpSpPr/>
            <p:nvPr/>
          </p:nvGrpSpPr>
          <p:grpSpPr>
            <a:xfrm rot="-5400000">
              <a:off x="11637133" y="-6401070"/>
              <a:ext cx="4579844" cy="26922700"/>
              <a:chOff x="0" y="-38100"/>
              <a:chExt cx="1758300" cy="10336200"/>
            </a:xfrm>
          </p:grpSpPr>
          <p:sp>
            <p:nvSpPr>
              <p:cNvPr id="796" name="Google Shape;796;h32a9095667746e33_6_104"/>
              <p:cNvSpPr/>
              <p:nvPr/>
            </p:nvSpPr>
            <p:spPr>
              <a:xfrm>
                <a:off x="0" y="0"/>
                <a:ext cx="1758210" cy="10298040"/>
              </a:xfrm>
              <a:custGeom>
                <a:rect b="b" l="l" r="r" t="t"/>
                <a:pathLst>
                  <a:path extrusionOk="0" h="10298040" w="1758210">
                    <a:moveTo>
                      <a:pt x="0" y="0"/>
                    </a:moveTo>
                    <a:lnTo>
                      <a:pt x="1758210" y="0"/>
                    </a:lnTo>
                    <a:lnTo>
                      <a:pt x="1758210" y="10298040"/>
                    </a:lnTo>
                    <a:lnTo>
                      <a:pt x="0" y="10298040"/>
                    </a:lnTo>
                    <a:close/>
                  </a:path>
                </a:pathLst>
              </a:custGeom>
              <a:solidFill>
                <a:srgbClr val="94B6DA"/>
              </a:solidFill>
              <a:ln>
                <a:noFill/>
              </a:ln>
            </p:spPr>
          </p:sp>
          <p:sp>
            <p:nvSpPr>
              <p:cNvPr id="797" name="Google Shape;797;h32a9095667746e33_6_104"/>
              <p:cNvSpPr txBox="1"/>
              <p:nvPr/>
            </p:nvSpPr>
            <p:spPr>
              <a:xfrm>
                <a:off x="0" y="-38100"/>
                <a:ext cx="1758300" cy="10336200"/>
              </a:xfrm>
              <a:prstGeom prst="rect">
                <a:avLst/>
              </a:prstGeom>
              <a:noFill/>
              <a:ln>
                <a:noFill/>
              </a:ln>
            </p:spPr>
            <p:txBody>
              <a:bodyPr anchorCtr="0" anchor="ctr" bIns="27000" lIns="27000" spcFirstLastPara="1" rIns="27000" wrap="square" tIns="27000">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grpSp>
        <p:nvGrpSpPr>
          <p:cNvPr id="798" name="Google Shape;798;h32a9095667746e33_6_104"/>
          <p:cNvGrpSpPr/>
          <p:nvPr/>
        </p:nvGrpSpPr>
        <p:grpSpPr>
          <a:xfrm>
            <a:off x="731085" y="622850"/>
            <a:ext cx="16825838" cy="9050174"/>
            <a:chOff x="0" y="-108814"/>
            <a:chExt cx="22434451" cy="12066898"/>
          </a:xfrm>
        </p:grpSpPr>
        <p:grpSp>
          <p:nvGrpSpPr>
            <p:cNvPr id="799" name="Google Shape;799;h32a9095667746e33_6_104"/>
            <p:cNvGrpSpPr/>
            <p:nvPr/>
          </p:nvGrpSpPr>
          <p:grpSpPr>
            <a:xfrm>
              <a:off x="26537" y="10214891"/>
              <a:ext cx="22386840" cy="1743193"/>
              <a:chOff x="0" y="-47625"/>
              <a:chExt cx="9809754" cy="763855"/>
            </a:xfrm>
          </p:grpSpPr>
          <p:sp>
            <p:nvSpPr>
              <p:cNvPr id="800" name="Google Shape;800;h32a9095667746e33_6_104"/>
              <p:cNvSpPr/>
              <p:nvPr/>
            </p:nvSpPr>
            <p:spPr>
              <a:xfrm>
                <a:off x="0" y="0"/>
                <a:ext cx="9809754" cy="716230"/>
              </a:xfrm>
              <a:custGeom>
                <a:rect b="b" l="l" r="r" t="t"/>
                <a:pathLst>
                  <a:path extrusionOk="0" h="716230" w="9809754">
                    <a:moveTo>
                      <a:pt x="0" y="0"/>
                    </a:moveTo>
                    <a:lnTo>
                      <a:pt x="9809754" y="0"/>
                    </a:lnTo>
                    <a:lnTo>
                      <a:pt x="9809754" y="716230"/>
                    </a:lnTo>
                    <a:lnTo>
                      <a:pt x="0" y="716230"/>
                    </a:lnTo>
                    <a:close/>
                  </a:path>
                </a:pathLst>
              </a:custGeom>
              <a:solidFill>
                <a:srgbClr val="20538B"/>
              </a:solidFill>
              <a:ln cap="sq" cmpd="sng" w="38100">
                <a:solidFill>
                  <a:srgbClr val="20538B"/>
                </a:solidFill>
                <a:prstDash val="solid"/>
                <a:miter lim="8000"/>
                <a:headEnd len="sm" w="sm" type="none"/>
                <a:tailEnd len="sm" w="sm" type="none"/>
              </a:ln>
            </p:spPr>
          </p:sp>
          <p:sp>
            <p:nvSpPr>
              <p:cNvPr id="801" name="Google Shape;801;h32a9095667746e33_6_104"/>
              <p:cNvSpPr txBox="1"/>
              <p:nvPr/>
            </p:nvSpPr>
            <p:spPr>
              <a:xfrm>
                <a:off x="0" y="-47625"/>
                <a:ext cx="9809700" cy="763800"/>
              </a:xfrm>
              <a:prstGeom prst="rect">
                <a:avLst/>
              </a:prstGeom>
              <a:noFill/>
              <a:ln>
                <a:noFill/>
              </a:ln>
            </p:spPr>
            <p:txBody>
              <a:bodyPr anchorCtr="0" anchor="ctr" bIns="50800" lIns="50800" spcFirstLastPara="1" rIns="50800" wrap="square" tIns="50800">
                <a:noAutofit/>
              </a:bodyPr>
              <a:lstStyle/>
              <a:p>
                <a:pPr indent="0" lvl="0" marL="0" marR="0" rtl="0" algn="ctr">
                  <a:lnSpc>
                    <a:spcPct val="175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802" name="Google Shape;802;h32a9095667746e33_6_104"/>
            <p:cNvGrpSpPr/>
            <p:nvPr/>
          </p:nvGrpSpPr>
          <p:grpSpPr>
            <a:xfrm>
              <a:off x="0" y="-108814"/>
              <a:ext cx="22434451" cy="11946166"/>
              <a:chOff x="0" y="-47625"/>
              <a:chExt cx="9819000" cy="5228539"/>
            </a:xfrm>
          </p:grpSpPr>
          <p:sp>
            <p:nvSpPr>
              <p:cNvPr id="803" name="Google Shape;803;h32a9095667746e33_6_104"/>
              <p:cNvSpPr/>
              <p:nvPr/>
            </p:nvSpPr>
            <p:spPr>
              <a:xfrm>
                <a:off x="0" y="0"/>
                <a:ext cx="9818922" cy="5180914"/>
              </a:xfrm>
              <a:custGeom>
                <a:rect b="b" l="l" r="r" t="t"/>
                <a:pathLst>
                  <a:path extrusionOk="0" h="5180914" w="9818922">
                    <a:moveTo>
                      <a:pt x="0" y="0"/>
                    </a:moveTo>
                    <a:lnTo>
                      <a:pt x="9818922" y="0"/>
                    </a:lnTo>
                    <a:lnTo>
                      <a:pt x="9818922" y="5180914"/>
                    </a:lnTo>
                    <a:lnTo>
                      <a:pt x="0" y="5180914"/>
                    </a:lnTo>
                    <a:close/>
                  </a:path>
                </a:pathLst>
              </a:custGeom>
              <a:solidFill>
                <a:srgbClr val="FFFFFF"/>
              </a:solidFill>
              <a:ln cap="sq" cmpd="sng" w="38100">
                <a:solidFill>
                  <a:srgbClr val="20538B"/>
                </a:solidFill>
                <a:prstDash val="solid"/>
                <a:miter lim="8000"/>
                <a:headEnd len="sm" w="sm" type="none"/>
                <a:tailEnd len="sm" w="sm" type="none"/>
              </a:ln>
            </p:spPr>
          </p:sp>
          <p:sp>
            <p:nvSpPr>
              <p:cNvPr id="804" name="Google Shape;804;h32a9095667746e33_6_104"/>
              <p:cNvSpPr txBox="1"/>
              <p:nvPr/>
            </p:nvSpPr>
            <p:spPr>
              <a:xfrm>
                <a:off x="0" y="-47625"/>
                <a:ext cx="9819000" cy="5228400"/>
              </a:xfrm>
              <a:prstGeom prst="rect">
                <a:avLst/>
              </a:prstGeom>
              <a:noFill/>
              <a:ln>
                <a:noFill/>
              </a:ln>
            </p:spPr>
            <p:txBody>
              <a:bodyPr anchorCtr="0" anchor="ctr" bIns="50800" lIns="50800" spcFirstLastPara="1" rIns="50800" wrap="square" tIns="50800">
                <a:noAutofit/>
              </a:bodyPr>
              <a:lstStyle/>
              <a:p>
                <a:pPr indent="0" lvl="0" marL="0" marR="0" rtl="0" algn="ctr">
                  <a:lnSpc>
                    <a:spcPct val="175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grpSp>
        <p:nvGrpSpPr>
          <p:cNvPr id="805" name="Google Shape;805;h32a9095667746e33_6_104"/>
          <p:cNvGrpSpPr/>
          <p:nvPr/>
        </p:nvGrpSpPr>
        <p:grpSpPr>
          <a:xfrm>
            <a:off x="763743" y="662704"/>
            <a:ext cx="16759942" cy="1561150"/>
            <a:chOff x="0" y="-38100"/>
            <a:chExt cx="8581200" cy="799319"/>
          </a:xfrm>
        </p:grpSpPr>
        <p:sp>
          <p:nvSpPr>
            <p:cNvPr id="806" name="Google Shape;806;h32a9095667746e33_6_104"/>
            <p:cNvSpPr/>
            <p:nvPr/>
          </p:nvSpPr>
          <p:spPr>
            <a:xfrm>
              <a:off x="0" y="0"/>
              <a:ext cx="8581180" cy="761219"/>
            </a:xfrm>
            <a:custGeom>
              <a:rect b="b" l="l" r="r" t="t"/>
              <a:pathLst>
                <a:path extrusionOk="0" h="761219" w="8581180">
                  <a:moveTo>
                    <a:pt x="0" y="0"/>
                  </a:moveTo>
                  <a:lnTo>
                    <a:pt x="8581180" y="0"/>
                  </a:lnTo>
                  <a:lnTo>
                    <a:pt x="8581180" y="761219"/>
                  </a:lnTo>
                  <a:lnTo>
                    <a:pt x="0" y="761219"/>
                  </a:lnTo>
                  <a:close/>
                </a:path>
              </a:pathLst>
            </a:custGeom>
            <a:solidFill>
              <a:srgbClr val="EEF6FF"/>
            </a:solidFill>
            <a:ln cap="sq" cmpd="sng" w="9525">
              <a:solidFill>
                <a:srgbClr val="20538B"/>
              </a:solidFill>
              <a:prstDash val="solid"/>
              <a:miter lim="8000"/>
              <a:headEnd len="sm" w="sm" type="none"/>
              <a:tailEnd len="sm" w="sm" type="none"/>
            </a:ln>
          </p:spPr>
        </p:sp>
        <p:sp>
          <p:nvSpPr>
            <p:cNvPr id="807" name="Google Shape;807;h32a9095667746e33_6_104"/>
            <p:cNvSpPr txBox="1"/>
            <p:nvPr/>
          </p:nvSpPr>
          <p:spPr>
            <a:xfrm>
              <a:off x="0" y="-38100"/>
              <a:ext cx="8581200" cy="799200"/>
            </a:xfrm>
            <a:prstGeom prst="rect">
              <a:avLst/>
            </a:prstGeom>
            <a:noFill/>
            <a:ln>
              <a:noFill/>
            </a:ln>
          </p:spPr>
          <p:txBody>
            <a:bodyPr anchorCtr="0" anchor="ctr" bIns="39175" lIns="39175" spcFirstLastPara="1" rIns="39175" wrap="square" tIns="39175">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808" name="Google Shape;808;h32a9095667746e33_6_104"/>
          <p:cNvSpPr/>
          <p:nvPr/>
        </p:nvSpPr>
        <p:spPr>
          <a:xfrm>
            <a:off x="8529670" y="4041017"/>
            <a:ext cx="614330" cy="466891"/>
          </a:xfrm>
          <a:custGeom>
            <a:rect b="b" l="l" r="r" t="t"/>
            <a:pathLst>
              <a:path extrusionOk="0" h="466891" w="614330">
                <a:moveTo>
                  <a:pt x="0" y="0"/>
                </a:moveTo>
                <a:lnTo>
                  <a:pt x="614330" y="0"/>
                </a:lnTo>
                <a:lnTo>
                  <a:pt x="614330" y="466891"/>
                </a:lnTo>
                <a:lnTo>
                  <a:pt x="0" y="466891"/>
                </a:lnTo>
                <a:lnTo>
                  <a:pt x="0" y="0"/>
                </a:lnTo>
                <a:close/>
              </a:path>
            </a:pathLst>
          </a:custGeom>
          <a:blipFill rotWithShape="1">
            <a:blip r:embed="rId3">
              <a:alphaModFix/>
            </a:blip>
            <a:stretch>
              <a:fillRect b="0" l="0" r="0" t="0"/>
            </a:stretch>
          </a:blipFill>
          <a:ln>
            <a:noFill/>
          </a:ln>
        </p:spPr>
      </p:sp>
      <p:sp>
        <p:nvSpPr>
          <p:cNvPr id="809" name="Google Shape;809;h32a9095667746e33_6_104"/>
          <p:cNvSpPr/>
          <p:nvPr/>
        </p:nvSpPr>
        <p:spPr>
          <a:xfrm rot="10800000">
            <a:off x="8529670" y="5869584"/>
            <a:ext cx="614330" cy="466891"/>
          </a:xfrm>
          <a:custGeom>
            <a:rect b="b" l="l" r="r" t="t"/>
            <a:pathLst>
              <a:path extrusionOk="0" h="466891" w="614330">
                <a:moveTo>
                  <a:pt x="614330" y="466890"/>
                </a:moveTo>
                <a:lnTo>
                  <a:pt x="0" y="466890"/>
                </a:lnTo>
                <a:lnTo>
                  <a:pt x="0" y="0"/>
                </a:lnTo>
                <a:lnTo>
                  <a:pt x="614330" y="0"/>
                </a:lnTo>
                <a:lnTo>
                  <a:pt x="614330" y="466890"/>
                </a:lnTo>
                <a:close/>
              </a:path>
            </a:pathLst>
          </a:custGeom>
          <a:blipFill rotWithShape="1">
            <a:blip r:embed="rId3">
              <a:alphaModFix/>
            </a:blip>
            <a:stretch>
              <a:fillRect b="0" l="0" r="0" t="0"/>
            </a:stretch>
          </a:blipFill>
          <a:ln>
            <a:noFill/>
          </a:ln>
        </p:spPr>
      </p:sp>
      <p:sp>
        <p:nvSpPr>
          <p:cNvPr id="810" name="Google Shape;810;h32a9095667746e33_6_104"/>
          <p:cNvSpPr/>
          <p:nvPr/>
        </p:nvSpPr>
        <p:spPr>
          <a:xfrm>
            <a:off x="15531691" y="160918"/>
            <a:ext cx="996214" cy="1021758"/>
          </a:xfrm>
          <a:custGeom>
            <a:rect b="b" l="l" r="r" t="t"/>
            <a:pathLst>
              <a:path extrusionOk="0" h="1021758" w="996214">
                <a:moveTo>
                  <a:pt x="0" y="0"/>
                </a:moveTo>
                <a:lnTo>
                  <a:pt x="996214" y="0"/>
                </a:lnTo>
                <a:lnTo>
                  <a:pt x="996214" y="1021758"/>
                </a:lnTo>
                <a:lnTo>
                  <a:pt x="0" y="1021758"/>
                </a:lnTo>
                <a:lnTo>
                  <a:pt x="0" y="0"/>
                </a:lnTo>
                <a:close/>
              </a:path>
            </a:pathLst>
          </a:custGeom>
          <a:blipFill rotWithShape="1">
            <a:blip r:embed="rId4">
              <a:alphaModFix/>
            </a:blip>
            <a:stretch>
              <a:fillRect b="0" l="0" r="0" t="0"/>
            </a:stretch>
          </a:blipFill>
          <a:ln>
            <a:noFill/>
          </a:ln>
        </p:spPr>
      </p:sp>
      <p:sp>
        <p:nvSpPr>
          <p:cNvPr id="811" name="Google Shape;811;h32a9095667746e33_6_104"/>
          <p:cNvSpPr txBox="1"/>
          <p:nvPr/>
        </p:nvSpPr>
        <p:spPr>
          <a:xfrm>
            <a:off x="2381350" y="893150"/>
            <a:ext cx="9984900" cy="10467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None/>
            </a:pPr>
            <a:r>
              <a:rPr b="1" lang="en-US" sz="5000">
                <a:solidFill>
                  <a:srgbClr val="20538B"/>
                </a:solidFill>
              </a:rPr>
              <a:t>에듀체크</a:t>
            </a:r>
            <a:endParaRPr b="1" sz="1800">
              <a:solidFill>
                <a:srgbClr val="20538B"/>
              </a:solidFill>
            </a:endParaRPr>
          </a:p>
          <a:p>
            <a:pPr indent="0" lvl="0" marL="0" rtl="0" algn="l">
              <a:lnSpc>
                <a:spcPct val="140000"/>
              </a:lnSpc>
              <a:spcBef>
                <a:spcPts val="0"/>
              </a:spcBef>
              <a:spcAft>
                <a:spcPts val="0"/>
              </a:spcAft>
              <a:buNone/>
            </a:pPr>
            <a:r>
              <a:rPr lang="en-US" sz="1800">
                <a:solidFill>
                  <a:srgbClr val="20538B"/>
                </a:solidFill>
              </a:rPr>
              <a:t>생성형 AI를 활용한 개인정보 유출 취약점 자동 진단 및 ISMS-P 인증기준 확인</a:t>
            </a:r>
            <a:endParaRPr b="1" sz="1800">
              <a:solidFill>
                <a:srgbClr val="20538B"/>
              </a:solidFill>
            </a:endParaRPr>
          </a:p>
        </p:txBody>
      </p:sp>
      <p:sp>
        <p:nvSpPr>
          <p:cNvPr id="812" name="Google Shape;812;h32a9095667746e33_6_104"/>
          <p:cNvSpPr txBox="1"/>
          <p:nvPr/>
        </p:nvSpPr>
        <p:spPr>
          <a:xfrm>
            <a:off x="1437501" y="920715"/>
            <a:ext cx="834600" cy="751200"/>
          </a:xfrm>
          <a:prstGeom prst="rect">
            <a:avLst/>
          </a:prstGeom>
          <a:noFill/>
          <a:ln>
            <a:noFill/>
          </a:ln>
        </p:spPr>
        <p:txBody>
          <a:bodyPr anchorCtr="0" anchor="t" bIns="0" lIns="0" spcFirstLastPara="1" rIns="0" wrap="square" tIns="0">
            <a:spAutoFit/>
          </a:bodyPr>
          <a:lstStyle/>
          <a:p>
            <a:pPr indent="0" lvl="0" marL="0" marR="0" rtl="0" algn="l">
              <a:lnSpc>
                <a:spcPct val="192009"/>
              </a:lnSpc>
              <a:spcBef>
                <a:spcPts val="0"/>
              </a:spcBef>
              <a:spcAft>
                <a:spcPts val="0"/>
              </a:spcAft>
              <a:buNone/>
            </a:pPr>
            <a:r>
              <a:rPr b="1" i="0" lang="en-US" sz="4881" u="none" cap="none" strike="noStrike">
                <a:solidFill>
                  <a:srgbClr val="CBDDEF"/>
                </a:solidFill>
                <a:latin typeface="Arial"/>
                <a:ea typeface="Arial"/>
                <a:cs typeface="Arial"/>
                <a:sym typeface="Arial"/>
              </a:rPr>
              <a:t>0</a:t>
            </a:r>
            <a:r>
              <a:rPr b="1" lang="en-US" sz="4881">
                <a:solidFill>
                  <a:srgbClr val="CBDDEF"/>
                </a:solidFill>
              </a:rPr>
              <a:t>4</a:t>
            </a:r>
            <a:endParaRPr/>
          </a:p>
        </p:txBody>
      </p:sp>
      <p:sp>
        <p:nvSpPr>
          <p:cNvPr id="813" name="Google Shape;813;h32a9095667746e33_6_104"/>
          <p:cNvSpPr txBox="1"/>
          <p:nvPr/>
        </p:nvSpPr>
        <p:spPr>
          <a:xfrm>
            <a:off x="4014349" y="4803993"/>
            <a:ext cx="9645000" cy="769500"/>
          </a:xfrm>
          <a:prstGeom prst="rect">
            <a:avLst/>
          </a:prstGeom>
          <a:noFill/>
          <a:ln>
            <a:noFill/>
          </a:ln>
        </p:spPr>
        <p:txBody>
          <a:bodyPr anchorCtr="0" anchor="t" bIns="0" lIns="0" spcFirstLastPara="1" rIns="0" wrap="square" tIns="0">
            <a:spAutoFit/>
          </a:bodyPr>
          <a:lstStyle/>
          <a:p>
            <a:pPr indent="0" lvl="0" marL="0" marR="0" rtl="0" algn="ctr">
              <a:lnSpc>
                <a:spcPct val="140012"/>
              </a:lnSpc>
              <a:spcBef>
                <a:spcPts val="0"/>
              </a:spcBef>
              <a:spcAft>
                <a:spcPts val="0"/>
              </a:spcAft>
              <a:buNone/>
            </a:pPr>
            <a:r>
              <a:rPr b="1" lang="en-US" sz="5000">
                <a:solidFill>
                  <a:srgbClr val="20538B"/>
                </a:solidFill>
              </a:rPr>
              <a:t>프로젝트 수행 </a:t>
            </a:r>
            <a:r>
              <a:rPr b="1" lang="en-US" sz="5000">
                <a:solidFill>
                  <a:srgbClr val="20538B"/>
                </a:solidFill>
              </a:rPr>
              <a:t>경과</a:t>
            </a:r>
            <a:endParaRPr b="1" sz="5000">
              <a:solidFill>
                <a:srgbClr val="20538B"/>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7" name="Shape 817"/>
        <p:cNvGrpSpPr/>
        <p:nvPr/>
      </p:nvGrpSpPr>
      <p:grpSpPr>
        <a:xfrm>
          <a:off x="0" y="0"/>
          <a:ext cx="0" cy="0"/>
          <a:chOff x="0" y="0"/>
          <a:chExt cx="0" cy="0"/>
        </a:xfrm>
      </p:grpSpPr>
      <p:grpSp>
        <p:nvGrpSpPr>
          <p:cNvPr id="818" name="Google Shape;818;p4"/>
          <p:cNvGrpSpPr/>
          <p:nvPr/>
        </p:nvGrpSpPr>
        <p:grpSpPr>
          <a:xfrm>
            <a:off x="-1081198" y="3274348"/>
            <a:ext cx="20615256" cy="7012652"/>
            <a:chOff x="-99237" y="-1"/>
            <a:chExt cx="27487007" cy="9350203"/>
          </a:xfrm>
        </p:grpSpPr>
        <p:grpSp>
          <p:nvGrpSpPr>
            <p:cNvPr id="819" name="Google Shape;819;p4"/>
            <p:cNvGrpSpPr/>
            <p:nvPr/>
          </p:nvGrpSpPr>
          <p:grpSpPr>
            <a:xfrm rot="-5400000">
              <a:off x="11107419" y="-11206657"/>
              <a:ext cx="4770675" cy="27183987"/>
              <a:chOff x="0" y="-38100"/>
              <a:chExt cx="1831597" cy="10436700"/>
            </a:xfrm>
          </p:grpSpPr>
          <p:sp>
            <p:nvSpPr>
              <p:cNvPr id="820" name="Google Shape;820;p4"/>
              <p:cNvSpPr/>
              <p:nvPr/>
            </p:nvSpPr>
            <p:spPr>
              <a:xfrm>
                <a:off x="0" y="0"/>
                <a:ext cx="1831597" cy="10398600"/>
              </a:xfrm>
              <a:custGeom>
                <a:rect b="b" l="l" r="r" t="t"/>
                <a:pathLst>
                  <a:path extrusionOk="0" h="10398600" w="1831597">
                    <a:moveTo>
                      <a:pt x="0" y="0"/>
                    </a:moveTo>
                    <a:lnTo>
                      <a:pt x="1831597" y="0"/>
                    </a:lnTo>
                    <a:lnTo>
                      <a:pt x="1831597" y="10398600"/>
                    </a:lnTo>
                    <a:lnTo>
                      <a:pt x="0" y="10398600"/>
                    </a:lnTo>
                    <a:close/>
                  </a:path>
                </a:pathLst>
              </a:custGeom>
              <a:solidFill>
                <a:srgbClr val="CBDDEF"/>
              </a:solidFill>
              <a:ln>
                <a:noFill/>
              </a:ln>
            </p:spPr>
          </p:sp>
          <p:sp>
            <p:nvSpPr>
              <p:cNvPr id="821" name="Google Shape;821;p4"/>
              <p:cNvSpPr txBox="1"/>
              <p:nvPr/>
            </p:nvSpPr>
            <p:spPr>
              <a:xfrm>
                <a:off x="0" y="-38100"/>
                <a:ext cx="1831597" cy="10436700"/>
              </a:xfrm>
              <a:prstGeom prst="rect">
                <a:avLst/>
              </a:prstGeom>
              <a:noFill/>
              <a:ln>
                <a:noFill/>
              </a:ln>
            </p:spPr>
            <p:txBody>
              <a:bodyPr anchorCtr="0" anchor="ctr" bIns="27000" lIns="27000" spcFirstLastPara="1" rIns="27000" wrap="square" tIns="27000">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822" name="Google Shape;822;p4"/>
            <p:cNvGrpSpPr/>
            <p:nvPr/>
          </p:nvGrpSpPr>
          <p:grpSpPr>
            <a:xfrm rot="-5400000">
              <a:off x="11636974" y="-6400594"/>
              <a:ext cx="4579528" cy="26922063"/>
              <a:chOff x="0" y="-38100"/>
              <a:chExt cx="1758210" cy="10336140"/>
            </a:xfrm>
          </p:grpSpPr>
          <p:sp>
            <p:nvSpPr>
              <p:cNvPr id="823" name="Google Shape;823;p4"/>
              <p:cNvSpPr/>
              <p:nvPr/>
            </p:nvSpPr>
            <p:spPr>
              <a:xfrm>
                <a:off x="0" y="0"/>
                <a:ext cx="1758210" cy="10298040"/>
              </a:xfrm>
              <a:custGeom>
                <a:rect b="b" l="l" r="r" t="t"/>
                <a:pathLst>
                  <a:path extrusionOk="0" h="10298040" w="1758210">
                    <a:moveTo>
                      <a:pt x="0" y="0"/>
                    </a:moveTo>
                    <a:lnTo>
                      <a:pt x="1758210" y="0"/>
                    </a:lnTo>
                    <a:lnTo>
                      <a:pt x="1758210" y="10298040"/>
                    </a:lnTo>
                    <a:lnTo>
                      <a:pt x="0" y="10298040"/>
                    </a:lnTo>
                    <a:close/>
                  </a:path>
                </a:pathLst>
              </a:custGeom>
              <a:solidFill>
                <a:srgbClr val="94B6DA"/>
              </a:solidFill>
              <a:ln>
                <a:noFill/>
              </a:ln>
            </p:spPr>
          </p:sp>
          <p:sp>
            <p:nvSpPr>
              <p:cNvPr id="824" name="Google Shape;824;p4"/>
              <p:cNvSpPr txBox="1"/>
              <p:nvPr/>
            </p:nvSpPr>
            <p:spPr>
              <a:xfrm>
                <a:off x="0" y="-38100"/>
                <a:ext cx="1758210" cy="10336140"/>
              </a:xfrm>
              <a:prstGeom prst="rect">
                <a:avLst/>
              </a:prstGeom>
              <a:noFill/>
              <a:ln>
                <a:noFill/>
              </a:ln>
            </p:spPr>
            <p:txBody>
              <a:bodyPr anchorCtr="0" anchor="ctr" bIns="27000" lIns="27000" spcFirstLastPara="1" rIns="27000" wrap="square" tIns="27000">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grpSp>
        <p:nvGrpSpPr>
          <p:cNvPr id="825" name="Google Shape;825;p4"/>
          <p:cNvGrpSpPr/>
          <p:nvPr/>
        </p:nvGrpSpPr>
        <p:grpSpPr>
          <a:xfrm>
            <a:off x="659198" y="618412"/>
            <a:ext cx="16825832" cy="9050183"/>
            <a:chOff x="0" y="-108814"/>
            <a:chExt cx="22434442" cy="12066910"/>
          </a:xfrm>
        </p:grpSpPr>
        <p:grpSp>
          <p:nvGrpSpPr>
            <p:cNvPr id="826" name="Google Shape;826;p4"/>
            <p:cNvGrpSpPr/>
            <p:nvPr/>
          </p:nvGrpSpPr>
          <p:grpSpPr>
            <a:xfrm>
              <a:off x="26537" y="10214890"/>
              <a:ext cx="22386981" cy="1743206"/>
              <a:chOff x="0" y="-47625"/>
              <a:chExt cx="9809754" cy="763855"/>
            </a:xfrm>
          </p:grpSpPr>
          <p:sp>
            <p:nvSpPr>
              <p:cNvPr id="827" name="Google Shape;827;p4"/>
              <p:cNvSpPr/>
              <p:nvPr/>
            </p:nvSpPr>
            <p:spPr>
              <a:xfrm>
                <a:off x="0" y="0"/>
                <a:ext cx="9809754" cy="716230"/>
              </a:xfrm>
              <a:custGeom>
                <a:rect b="b" l="l" r="r" t="t"/>
                <a:pathLst>
                  <a:path extrusionOk="0" h="716230" w="9809754">
                    <a:moveTo>
                      <a:pt x="0" y="0"/>
                    </a:moveTo>
                    <a:lnTo>
                      <a:pt x="9809754" y="0"/>
                    </a:lnTo>
                    <a:lnTo>
                      <a:pt x="9809754" y="716230"/>
                    </a:lnTo>
                    <a:lnTo>
                      <a:pt x="0" y="716230"/>
                    </a:lnTo>
                    <a:close/>
                  </a:path>
                </a:pathLst>
              </a:custGeom>
              <a:solidFill>
                <a:srgbClr val="20538B"/>
              </a:solidFill>
              <a:ln cap="sq" cmpd="sng" w="38100">
                <a:solidFill>
                  <a:srgbClr val="20538B"/>
                </a:solidFill>
                <a:prstDash val="solid"/>
                <a:miter lim="8000"/>
                <a:headEnd len="sm" w="sm" type="none"/>
                <a:tailEnd len="sm" w="sm" type="none"/>
              </a:ln>
            </p:spPr>
          </p:sp>
          <p:sp>
            <p:nvSpPr>
              <p:cNvPr id="828" name="Google Shape;828;p4"/>
              <p:cNvSpPr txBox="1"/>
              <p:nvPr/>
            </p:nvSpPr>
            <p:spPr>
              <a:xfrm>
                <a:off x="0" y="-47625"/>
                <a:ext cx="9809754" cy="763855"/>
              </a:xfrm>
              <a:prstGeom prst="rect">
                <a:avLst/>
              </a:prstGeom>
              <a:noFill/>
              <a:ln>
                <a:noFill/>
              </a:ln>
            </p:spPr>
            <p:txBody>
              <a:bodyPr anchorCtr="0" anchor="ctr" bIns="50800" lIns="50800" spcFirstLastPara="1" rIns="50800" wrap="square" tIns="50800">
                <a:noAutofit/>
              </a:bodyPr>
              <a:lstStyle/>
              <a:p>
                <a:pPr indent="0" lvl="0" marL="0" marR="0" rtl="0" algn="ctr">
                  <a:lnSpc>
                    <a:spcPct val="175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829" name="Google Shape;829;p4"/>
            <p:cNvGrpSpPr/>
            <p:nvPr/>
          </p:nvGrpSpPr>
          <p:grpSpPr>
            <a:xfrm>
              <a:off x="0" y="-108814"/>
              <a:ext cx="22434442" cy="11946255"/>
              <a:chOff x="0" y="-47625"/>
              <a:chExt cx="9818922" cy="5228539"/>
            </a:xfrm>
          </p:grpSpPr>
          <p:sp>
            <p:nvSpPr>
              <p:cNvPr id="830" name="Google Shape;830;p4"/>
              <p:cNvSpPr/>
              <p:nvPr/>
            </p:nvSpPr>
            <p:spPr>
              <a:xfrm>
                <a:off x="0" y="0"/>
                <a:ext cx="9818922" cy="5180914"/>
              </a:xfrm>
              <a:custGeom>
                <a:rect b="b" l="l" r="r" t="t"/>
                <a:pathLst>
                  <a:path extrusionOk="0" h="5180914" w="9818922">
                    <a:moveTo>
                      <a:pt x="0" y="0"/>
                    </a:moveTo>
                    <a:lnTo>
                      <a:pt x="9818922" y="0"/>
                    </a:lnTo>
                    <a:lnTo>
                      <a:pt x="9818922" y="5180914"/>
                    </a:lnTo>
                    <a:lnTo>
                      <a:pt x="0" y="5180914"/>
                    </a:lnTo>
                    <a:close/>
                  </a:path>
                </a:pathLst>
              </a:custGeom>
              <a:solidFill>
                <a:srgbClr val="FFFFFF"/>
              </a:solidFill>
              <a:ln cap="sq" cmpd="sng" w="38100">
                <a:solidFill>
                  <a:srgbClr val="20538B"/>
                </a:solidFill>
                <a:prstDash val="solid"/>
                <a:miter lim="8000"/>
                <a:headEnd len="sm" w="sm" type="none"/>
                <a:tailEnd len="sm" w="sm" type="none"/>
              </a:ln>
            </p:spPr>
          </p:sp>
          <p:sp>
            <p:nvSpPr>
              <p:cNvPr id="831" name="Google Shape;831;p4"/>
              <p:cNvSpPr txBox="1"/>
              <p:nvPr/>
            </p:nvSpPr>
            <p:spPr>
              <a:xfrm>
                <a:off x="0" y="-47625"/>
                <a:ext cx="9818921" cy="5228539"/>
              </a:xfrm>
              <a:prstGeom prst="rect">
                <a:avLst/>
              </a:prstGeom>
              <a:noFill/>
              <a:ln>
                <a:noFill/>
              </a:ln>
            </p:spPr>
            <p:txBody>
              <a:bodyPr anchorCtr="0" anchor="ctr" bIns="50800" lIns="50800" spcFirstLastPara="1" rIns="50800" wrap="square" tIns="50800">
                <a:noAutofit/>
              </a:bodyPr>
              <a:lstStyle/>
              <a:p>
                <a:pPr indent="0" lvl="0" marL="0" marR="0" rtl="0" algn="ctr">
                  <a:lnSpc>
                    <a:spcPct val="175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grpSp>
        <p:nvGrpSpPr>
          <p:cNvPr id="832" name="Google Shape;832;p4"/>
          <p:cNvGrpSpPr/>
          <p:nvPr/>
        </p:nvGrpSpPr>
        <p:grpSpPr>
          <a:xfrm>
            <a:off x="763743" y="662703"/>
            <a:ext cx="16760151" cy="1561172"/>
            <a:chOff x="0" y="-38100"/>
            <a:chExt cx="8581180" cy="799319"/>
          </a:xfrm>
        </p:grpSpPr>
        <p:sp>
          <p:nvSpPr>
            <p:cNvPr id="833" name="Google Shape;833;p4"/>
            <p:cNvSpPr/>
            <p:nvPr/>
          </p:nvSpPr>
          <p:spPr>
            <a:xfrm>
              <a:off x="0" y="0"/>
              <a:ext cx="8581180" cy="761219"/>
            </a:xfrm>
            <a:custGeom>
              <a:rect b="b" l="l" r="r" t="t"/>
              <a:pathLst>
                <a:path extrusionOk="0" h="761219" w="8581180">
                  <a:moveTo>
                    <a:pt x="0" y="0"/>
                  </a:moveTo>
                  <a:lnTo>
                    <a:pt x="8581180" y="0"/>
                  </a:lnTo>
                  <a:lnTo>
                    <a:pt x="8581180" y="761219"/>
                  </a:lnTo>
                  <a:lnTo>
                    <a:pt x="0" y="761219"/>
                  </a:lnTo>
                  <a:close/>
                </a:path>
              </a:pathLst>
            </a:custGeom>
            <a:solidFill>
              <a:srgbClr val="EEF6FF"/>
            </a:solidFill>
            <a:ln cap="sq" cmpd="sng" w="9525">
              <a:solidFill>
                <a:srgbClr val="20538B"/>
              </a:solidFill>
              <a:prstDash val="solid"/>
              <a:miter lim="8000"/>
              <a:headEnd len="sm" w="sm" type="none"/>
              <a:tailEnd len="sm" w="sm" type="none"/>
            </a:ln>
          </p:spPr>
        </p:sp>
        <p:sp>
          <p:nvSpPr>
            <p:cNvPr id="834" name="Google Shape;834;p4"/>
            <p:cNvSpPr txBox="1"/>
            <p:nvPr/>
          </p:nvSpPr>
          <p:spPr>
            <a:xfrm>
              <a:off x="0" y="-38100"/>
              <a:ext cx="8581180" cy="799319"/>
            </a:xfrm>
            <a:prstGeom prst="rect">
              <a:avLst/>
            </a:prstGeom>
            <a:noFill/>
            <a:ln>
              <a:noFill/>
            </a:ln>
          </p:spPr>
          <p:txBody>
            <a:bodyPr anchorCtr="0" anchor="ctr" bIns="39175" lIns="39175" spcFirstLastPara="1" rIns="39175" wrap="square" tIns="39175">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835" name="Google Shape;835;p4"/>
          <p:cNvSpPr/>
          <p:nvPr/>
        </p:nvSpPr>
        <p:spPr>
          <a:xfrm>
            <a:off x="15531691" y="160918"/>
            <a:ext cx="996214" cy="1021758"/>
          </a:xfrm>
          <a:custGeom>
            <a:rect b="b" l="l" r="r" t="t"/>
            <a:pathLst>
              <a:path extrusionOk="0" h="1021758" w="996214">
                <a:moveTo>
                  <a:pt x="0" y="0"/>
                </a:moveTo>
                <a:lnTo>
                  <a:pt x="996214" y="0"/>
                </a:lnTo>
                <a:lnTo>
                  <a:pt x="996214" y="1021758"/>
                </a:lnTo>
                <a:lnTo>
                  <a:pt x="0" y="1021758"/>
                </a:lnTo>
                <a:lnTo>
                  <a:pt x="0" y="0"/>
                </a:lnTo>
                <a:close/>
              </a:path>
            </a:pathLst>
          </a:custGeom>
          <a:blipFill rotWithShape="1">
            <a:blip r:embed="rId3">
              <a:alphaModFix/>
            </a:blip>
            <a:stretch>
              <a:fillRect b="0" l="0" r="0" t="0"/>
            </a:stretch>
          </a:blipFill>
          <a:ln>
            <a:noFill/>
          </a:ln>
        </p:spPr>
      </p:sp>
      <p:sp>
        <p:nvSpPr>
          <p:cNvPr id="836" name="Google Shape;836;p4"/>
          <p:cNvSpPr/>
          <p:nvPr/>
        </p:nvSpPr>
        <p:spPr>
          <a:xfrm>
            <a:off x="10316198" y="3007766"/>
            <a:ext cx="272321" cy="272321"/>
          </a:xfrm>
          <a:custGeom>
            <a:rect b="b" l="l" r="r" t="t"/>
            <a:pathLst>
              <a:path extrusionOk="0" h="272321" w="272321">
                <a:moveTo>
                  <a:pt x="0" y="0"/>
                </a:moveTo>
                <a:lnTo>
                  <a:pt x="272321" y="0"/>
                </a:lnTo>
                <a:lnTo>
                  <a:pt x="272321" y="272321"/>
                </a:lnTo>
                <a:lnTo>
                  <a:pt x="0" y="272321"/>
                </a:lnTo>
                <a:lnTo>
                  <a:pt x="0" y="0"/>
                </a:lnTo>
                <a:close/>
              </a:path>
            </a:pathLst>
          </a:custGeom>
          <a:blipFill rotWithShape="1">
            <a:blip r:embed="rId4">
              <a:alphaModFix/>
            </a:blip>
            <a:stretch>
              <a:fillRect b="0" l="0" r="0" t="0"/>
            </a:stretch>
          </a:blipFill>
          <a:ln>
            <a:noFill/>
          </a:ln>
        </p:spPr>
      </p:sp>
      <p:sp>
        <p:nvSpPr>
          <p:cNvPr id="837" name="Google Shape;837;p4"/>
          <p:cNvSpPr/>
          <p:nvPr/>
        </p:nvSpPr>
        <p:spPr>
          <a:xfrm>
            <a:off x="10316191" y="6616417"/>
            <a:ext cx="272321" cy="272321"/>
          </a:xfrm>
          <a:custGeom>
            <a:rect b="b" l="l" r="r" t="t"/>
            <a:pathLst>
              <a:path extrusionOk="0" h="272321" w="272321">
                <a:moveTo>
                  <a:pt x="0" y="0"/>
                </a:moveTo>
                <a:lnTo>
                  <a:pt x="272321" y="0"/>
                </a:lnTo>
                <a:lnTo>
                  <a:pt x="272321" y="272322"/>
                </a:lnTo>
                <a:lnTo>
                  <a:pt x="0" y="272322"/>
                </a:lnTo>
                <a:lnTo>
                  <a:pt x="0" y="0"/>
                </a:lnTo>
                <a:close/>
              </a:path>
            </a:pathLst>
          </a:custGeom>
          <a:blipFill rotWithShape="1">
            <a:blip r:embed="rId4">
              <a:alphaModFix/>
            </a:blip>
            <a:stretch>
              <a:fillRect b="0" l="0" r="0" t="0"/>
            </a:stretch>
          </a:blipFill>
          <a:ln>
            <a:noFill/>
          </a:ln>
        </p:spPr>
      </p:sp>
      <p:sp>
        <p:nvSpPr>
          <p:cNvPr id="838" name="Google Shape;838;p4"/>
          <p:cNvSpPr txBox="1"/>
          <p:nvPr/>
        </p:nvSpPr>
        <p:spPr>
          <a:xfrm>
            <a:off x="2412975" y="965900"/>
            <a:ext cx="14918400" cy="2247300"/>
          </a:xfrm>
          <a:prstGeom prst="rect">
            <a:avLst/>
          </a:prstGeom>
          <a:noFill/>
          <a:ln>
            <a:noFill/>
          </a:ln>
        </p:spPr>
        <p:txBody>
          <a:bodyPr anchorCtr="0" anchor="t" bIns="0" lIns="0" spcFirstLastPara="1" rIns="0" wrap="square" tIns="0">
            <a:spAutoFit/>
          </a:bodyPr>
          <a:lstStyle/>
          <a:p>
            <a:pPr indent="0" lvl="0" marL="0" marR="0" rtl="0" algn="l">
              <a:lnSpc>
                <a:spcPct val="192000"/>
              </a:lnSpc>
              <a:spcBef>
                <a:spcPts val="0"/>
              </a:spcBef>
              <a:spcAft>
                <a:spcPts val="0"/>
              </a:spcAft>
              <a:buNone/>
            </a:pPr>
            <a:r>
              <a:rPr b="1" i="0" lang="en-US" sz="5000" u="none" cap="none" strike="noStrike">
                <a:solidFill>
                  <a:srgbClr val="20538B"/>
                </a:solidFill>
                <a:latin typeface="Arial"/>
                <a:ea typeface="Arial"/>
                <a:cs typeface="Arial"/>
                <a:sym typeface="Arial"/>
              </a:rPr>
              <a:t>취약점 분석 및 시나리오 - </a:t>
            </a:r>
            <a:r>
              <a:rPr b="1" lang="en-US" sz="3500">
                <a:solidFill>
                  <a:srgbClr val="20538B"/>
                </a:solidFill>
              </a:rPr>
              <a:t>취약한 비밀번호 복구 절차</a:t>
            </a:r>
            <a:endParaRPr sz="3500"/>
          </a:p>
          <a:p>
            <a:pPr indent="0" lvl="0" marL="0" marR="0" rtl="0" algn="l">
              <a:lnSpc>
                <a:spcPct val="192000"/>
              </a:lnSpc>
              <a:spcBef>
                <a:spcPts val="0"/>
              </a:spcBef>
              <a:spcAft>
                <a:spcPts val="0"/>
              </a:spcAft>
              <a:buNone/>
            </a:pPr>
            <a:r>
              <a:t/>
            </a:r>
            <a:endParaRPr b="1" i="0" sz="5000" u="none" cap="none" strike="noStrike">
              <a:solidFill>
                <a:srgbClr val="20538B"/>
              </a:solidFill>
              <a:latin typeface="Arial"/>
              <a:ea typeface="Arial"/>
              <a:cs typeface="Arial"/>
              <a:sym typeface="Arial"/>
            </a:endParaRPr>
          </a:p>
        </p:txBody>
      </p:sp>
      <p:sp>
        <p:nvSpPr>
          <p:cNvPr id="839" name="Google Shape;839;p4"/>
          <p:cNvSpPr txBox="1"/>
          <p:nvPr/>
        </p:nvSpPr>
        <p:spPr>
          <a:xfrm>
            <a:off x="1437501" y="920715"/>
            <a:ext cx="834600" cy="751200"/>
          </a:xfrm>
          <a:prstGeom prst="rect">
            <a:avLst/>
          </a:prstGeom>
          <a:noFill/>
          <a:ln>
            <a:noFill/>
          </a:ln>
        </p:spPr>
        <p:txBody>
          <a:bodyPr anchorCtr="0" anchor="t" bIns="0" lIns="0" spcFirstLastPara="1" rIns="0" wrap="square" tIns="0">
            <a:spAutoFit/>
          </a:bodyPr>
          <a:lstStyle/>
          <a:p>
            <a:pPr indent="0" lvl="0" marL="0" marR="0" rtl="0" algn="l">
              <a:lnSpc>
                <a:spcPct val="192009"/>
              </a:lnSpc>
              <a:spcBef>
                <a:spcPts val="0"/>
              </a:spcBef>
              <a:spcAft>
                <a:spcPts val="0"/>
              </a:spcAft>
              <a:buNone/>
            </a:pPr>
            <a:r>
              <a:rPr b="1" i="0" lang="en-US" sz="4881" u="none" cap="none" strike="noStrike">
                <a:solidFill>
                  <a:srgbClr val="CBDDEF"/>
                </a:solidFill>
                <a:latin typeface="Arial"/>
                <a:ea typeface="Arial"/>
                <a:cs typeface="Arial"/>
                <a:sym typeface="Arial"/>
              </a:rPr>
              <a:t>0</a:t>
            </a:r>
            <a:r>
              <a:rPr b="1" lang="en-US" sz="4881">
                <a:solidFill>
                  <a:srgbClr val="CBDDEF"/>
                </a:solidFill>
              </a:rPr>
              <a:t>4</a:t>
            </a:r>
            <a:endParaRPr/>
          </a:p>
        </p:txBody>
      </p:sp>
      <p:sp>
        <p:nvSpPr>
          <p:cNvPr id="840" name="Google Shape;840;p4"/>
          <p:cNvSpPr txBox="1"/>
          <p:nvPr/>
        </p:nvSpPr>
        <p:spPr>
          <a:xfrm>
            <a:off x="10817975" y="2925850"/>
            <a:ext cx="6513300" cy="4311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US" sz="2800">
                <a:solidFill>
                  <a:srgbClr val="20538B"/>
                </a:solidFill>
              </a:rPr>
              <a:t>취약한 비밀번호 복구 절차 취약점 진단</a:t>
            </a:r>
            <a:endParaRPr/>
          </a:p>
        </p:txBody>
      </p:sp>
      <p:sp>
        <p:nvSpPr>
          <p:cNvPr id="841" name="Google Shape;841;p4"/>
          <p:cNvSpPr txBox="1"/>
          <p:nvPr/>
        </p:nvSpPr>
        <p:spPr>
          <a:xfrm>
            <a:off x="10764064" y="3681546"/>
            <a:ext cx="6567300" cy="2559000"/>
          </a:xfrm>
          <a:prstGeom prst="rect">
            <a:avLst/>
          </a:prstGeom>
          <a:noFill/>
          <a:ln>
            <a:noFill/>
          </a:ln>
        </p:spPr>
        <p:txBody>
          <a:bodyPr anchorCtr="0" anchor="t" bIns="0" lIns="0" spcFirstLastPara="1" rIns="0" wrap="square" tIns="0">
            <a:spAutoFit/>
          </a:bodyPr>
          <a:lstStyle/>
          <a:p>
            <a:pPr indent="-349250" lvl="0" marL="457200" marR="0" rtl="0" algn="l">
              <a:lnSpc>
                <a:spcPct val="155000"/>
              </a:lnSpc>
              <a:spcBef>
                <a:spcPts val="0"/>
              </a:spcBef>
              <a:spcAft>
                <a:spcPts val="0"/>
              </a:spcAft>
              <a:buClr>
                <a:srgbClr val="20538B"/>
              </a:buClr>
              <a:buSzPts val="1900"/>
              <a:buFont typeface="Arial"/>
              <a:buChar char="-"/>
            </a:pPr>
            <a:r>
              <a:rPr lang="en-US" sz="1900">
                <a:solidFill>
                  <a:srgbClr val="20538B"/>
                </a:solidFill>
              </a:rPr>
              <a:t>진단 대상 :</a:t>
            </a:r>
            <a:r>
              <a:rPr b="1" lang="en-US" sz="1900">
                <a:solidFill>
                  <a:srgbClr val="20538B"/>
                </a:solidFill>
              </a:rPr>
              <a:t> /find_password</a:t>
            </a:r>
            <a:endParaRPr b="1" sz="1900">
              <a:solidFill>
                <a:srgbClr val="20538B"/>
              </a:solidFill>
            </a:endParaRPr>
          </a:p>
          <a:p>
            <a:pPr indent="-349250" lvl="0" marL="457200" marR="0" rtl="0" algn="l">
              <a:lnSpc>
                <a:spcPct val="155000"/>
              </a:lnSpc>
              <a:spcBef>
                <a:spcPts val="0"/>
              </a:spcBef>
              <a:spcAft>
                <a:spcPts val="0"/>
              </a:spcAft>
              <a:buClr>
                <a:srgbClr val="20538B"/>
              </a:buClr>
              <a:buSzPts val="1900"/>
              <a:buChar char="-"/>
            </a:pPr>
            <a:r>
              <a:rPr lang="en-US" sz="1900">
                <a:solidFill>
                  <a:srgbClr val="20538B"/>
                </a:solidFill>
              </a:rPr>
              <a:t>확인 정보 : 사용자 계정(username), 질의응답 기반 임시 비밀번호</a:t>
            </a:r>
            <a:endParaRPr sz="1900">
              <a:solidFill>
                <a:srgbClr val="20538B"/>
              </a:solidFill>
            </a:endParaRPr>
          </a:p>
          <a:p>
            <a:pPr indent="-349250" lvl="0" marL="457200" marR="0" rtl="0" algn="l">
              <a:lnSpc>
                <a:spcPct val="155000"/>
              </a:lnSpc>
              <a:spcBef>
                <a:spcPts val="0"/>
              </a:spcBef>
              <a:spcAft>
                <a:spcPts val="0"/>
              </a:spcAft>
              <a:buClr>
                <a:srgbClr val="20538B"/>
              </a:buClr>
              <a:buSzPts val="1900"/>
              <a:buChar char="-"/>
            </a:pPr>
            <a:r>
              <a:rPr lang="en-US" sz="1900">
                <a:solidFill>
                  <a:srgbClr val="20538B"/>
                </a:solidFill>
              </a:rPr>
              <a:t>비밀번호 찾기 시 외부 채널 발송 등 추가 인증 없음</a:t>
            </a:r>
            <a:endParaRPr sz="1900">
              <a:solidFill>
                <a:srgbClr val="20538B"/>
              </a:solidFill>
            </a:endParaRPr>
          </a:p>
          <a:p>
            <a:pPr indent="-349250" lvl="0" marL="457200" marR="0" rtl="0" algn="l">
              <a:lnSpc>
                <a:spcPct val="155000"/>
              </a:lnSpc>
              <a:spcBef>
                <a:spcPts val="0"/>
              </a:spcBef>
              <a:spcAft>
                <a:spcPts val="0"/>
              </a:spcAft>
              <a:buClr>
                <a:srgbClr val="20538B"/>
              </a:buClr>
              <a:buSzPts val="1900"/>
              <a:buChar char="-"/>
            </a:pPr>
            <a:r>
              <a:rPr lang="en-US" sz="1900">
                <a:solidFill>
                  <a:srgbClr val="20538B"/>
                </a:solidFill>
              </a:rPr>
              <a:t>진단 목표 : </a:t>
            </a:r>
            <a:r>
              <a:rPr b="1" lang="en-US" sz="1900">
                <a:solidFill>
                  <a:srgbClr val="20538B"/>
                </a:solidFill>
              </a:rPr>
              <a:t>화면상에 임시 비밀번호가 평문으로 즉시 노출되는지 검증</a:t>
            </a:r>
            <a:endParaRPr b="1" sz="1900">
              <a:solidFill>
                <a:srgbClr val="20538B"/>
              </a:solidFill>
            </a:endParaRPr>
          </a:p>
        </p:txBody>
      </p:sp>
      <p:sp>
        <p:nvSpPr>
          <p:cNvPr id="842" name="Google Shape;842;p4"/>
          <p:cNvSpPr txBox="1"/>
          <p:nvPr/>
        </p:nvSpPr>
        <p:spPr>
          <a:xfrm>
            <a:off x="10710142" y="6565133"/>
            <a:ext cx="6140400" cy="4311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US" sz="2800">
                <a:solidFill>
                  <a:srgbClr val="20538B"/>
                </a:solidFill>
              </a:rPr>
              <a:t>핵심 포인트</a:t>
            </a:r>
            <a:endParaRPr/>
          </a:p>
        </p:txBody>
      </p:sp>
      <p:pic>
        <p:nvPicPr>
          <p:cNvPr id="843" name="Google Shape;843;p4"/>
          <p:cNvPicPr preferRelativeResize="0"/>
          <p:nvPr/>
        </p:nvPicPr>
        <p:blipFill>
          <a:blip r:embed="rId5">
            <a:alphaModFix/>
          </a:blip>
          <a:stretch>
            <a:fillRect/>
          </a:stretch>
        </p:blipFill>
        <p:spPr>
          <a:xfrm>
            <a:off x="2125413" y="2685988"/>
            <a:ext cx="7000875" cy="6219825"/>
          </a:xfrm>
          <a:prstGeom prst="rect">
            <a:avLst/>
          </a:prstGeom>
          <a:noFill/>
          <a:ln cap="flat" cmpd="sng" w="38100">
            <a:solidFill>
              <a:schemeClr val="dk1"/>
            </a:solidFill>
            <a:prstDash val="solid"/>
            <a:round/>
            <a:headEnd len="sm" w="sm" type="none"/>
            <a:tailEnd len="sm" w="sm" type="none"/>
          </a:ln>
        </p:spPr>
      </p:pic>
      <p:sp>
        <p:nvSpPr>
          <p:cNvPr id="844" name="Google Shape;844;p4"/>
          <p:cNvSpPr txBox="1"/>
          <p:nvPr/>
        </p:nvSpPr>
        <p:spPr>
          <a:xfrm>
            <a:off x="10764064" y="7320809"/>
            <a:ext cx="6567300" cy="745800"/>
          </a:xfrm>
          <a:prstGeom prst="rect">
            <a:avLst/>
          </a:prstGeom>
          <a:noFill/>
          <a:ln>
            <a:noFill/>
          </a:ln>
        </p:spPr>
        <p:txBody>
          <a:bodyPr anchorCtr="0" anchor="t" bIns="0" lIns="0" spcFirstLastPara="1" rIns="0" wrap="square" tIns="0">
            <a:spAutoFit/>
          </a:bodyPr>
          <a:lstStyle/>
          <a:p>
            <a:pPr indent="-349250" lvl="0" marL="457200" marR="0" rtl="0" algn="l">
              <a:lnSpc>
                <a:spcPct val="155000"/>
              </a:lnSpc>
              <a:spcBef>
                <a:spcPts val="0"/>
              </a:spcBef>
              <a:spcAft>
                <a:spcPts val="0"/>
              </a:spcAft>
              <a:buClr>
                <a:srgbClr val="20538B"/>
              </a:buClr>
              <a:buSzPts val="1900"/>
              <a:buChar char="-"/>
            </a:pPr>
            <a:r>
              <a:rPr lang="en-US" sz="1900">
                <a:solidFill>
                  <a:srgbClr val="20538B"/>
                </a:solidFill>
              </a:rPr>
              <a:t>별도 외부 인증 채널 발송 없이 웹 화면 내 임시 비밀번호 즉시 노출</a:t>
            </a:r>
            <a:endParaRPr sz="1900">
              <a:solidFill>
                <a:srgbClr val="20538B"/>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8" name="Shape 848"/>
        <p:cNvGrpSpPr/>
        <p:nvPr/>
      </p:nvGrpSpPr>
      <p:grpSpPr>
        <a:xfrm>
          <a:off x="0" y="0"/>
          <a:ext cx="0" cy="0"/>
          <a:chOff x="0" y="0"/>
          <a:chExt cx="0" cy="0"/>
        </a:xfrm>
      </p:grpSpPr>
      <p:grpSp>
        <p:nvGrpSpPr>
          <p:cNvPr id="849" name="Google Shape;849;h32a9095667746e33_0_178"/>
          <p:cNvGrpSpPr/>
          <p:nvPr/>
        </p:nvGrpSpPr>
        <p:grpSpPr>
          <a:xfrm>
            <a:off x="-1081199" y="3274283"/>
            <a:ext cx="20615733" cy="7012716"/>
            <a:chOff x="-99239" y="-86"/>
            <a:chExt cx="27487644" cy="9350288"/>
          </a:xfrm>
        </p:grpSpPr>
        <p:grpSp>
          <p:nvGrpSpPr>
            <p:cNvPr id="850" name="Google Shape;850;h32a9095667746e33_0_178"/>
            <p:cNvGrpSpPr/>
            <p:nvPr/>
          </p:nvGrpSpPr>
          <p:grpSpPr>
            <a:xfrm rot="-5400000">
              <a:off x="11107617" y="-11206942"/>
              <a:ext cx="4770761" cy="27184472"/>
              <a:chOff x="0" y="-38100"/>
              <a:chExt cx="1831597" cy="10436700"/>
            </a:xfrm>
          </p:grpSpPr>
          <p:sp>
            <p:nvSpPr>
              <p:cNvPr id="851" name="Google Shape;851;h32a9095667746e33_0_178"/>
              <p:cNvSpPr/>
              <p:nvPr/>
            </p:nvSpPr>
            <p:spPr>
              <a:xfrm>
                <a:off x="0" y="0"/>
                <a:ext cx="1831597" cy="10398600"/>
              </a:xfrm>
              <a:custGeom>
                <a:rect b="b" l="l" r="r" t="t"/>
                <a:pathLst>
                  <a:path extrusionOk="0" h="10398600" w="1831597">
                    <a:moveTo>
                      <a:pt x="0" y="0"/>
                    </a:moveTo>
                    <a:lnTo>
                      <a:pt x="1831597" y="0"/>
                    </a:lnTo>
                    <a:lnTo>
                      <a:pt x="1831597" y="10398600"/>
                    </a:lnTo>
                    <a:lnTo>
                      <a:pt x="0" y="10398600"/>
                    </a:lnTo>
                    <a:close/>
                  </a:path>
                </a:pathLst>
              </a:custGeom>
              <a:solidFill>
                <a:srgbClr val="CBDDEF"/>
              </a:solidFill>
              <a:ln>
                <a:noFill/>
              </a:ln>
            </p:spPr>
          </p:sp>
          <p:sp>
            <p:nvSpPr>
              <p:cNvPr id="852" name="Google Shape;852;h32a9095667746e33_0_178"/>
              <p:cNvSpPr txBox="1"/>
              <p:nvPr/>
            </p:nvSpPr>
            <p:spPr>
              <a:xfrm>
                <a:off x="0" y="-38100"/>
                <a:ext cx="1831500" cy="10436700"/>
              </a:xfrm>
              <a:prstGeom prst="rect">
                <a:avLst/>
              </a:prstGeom>
              <a:noFill/>
              <a:ln>
                <a:noFill/>
              </a:ln>
            </p:spPr>
            <p:txBody>
              <a:bodyPr anchorCtr="0" anchor="ctr" bIns="27000" lIns="27000" spcFirstLastPara="1" rIns="27000" wrap="square" tIns="27000">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853" name="Google Shape;853;h32a9095667746e33_0_178"/>
            <p:cNvGrpSpPr/>
            <p:nvPr/>
          </p:nvGrpSpPr>
          <p:grpSpPr>
            <a:xfrm rot="-5400000">
              <a:off x="11637133" y="-6401070"/>
              <a:ext cx="4579844" cy="26922700"/>
              <a:chOff x="0" y="-38100"/>
              <a:chExt cx="1758300" cy="10336200"/>
            </a:xfrm>
          </p:grpSpPr>
          <p:sp>
            <p:nvSpPr>
              <p:cNvPr id="854" name="Google Shape;854;h32a9095667746e33_0_178"/>
              <p:cNvSpPr/>
              <p:nvPr/>
            </p:nvSpPr>
            <p:spPr>
              <a:xfrm>
                <a:off x="0" y="0"/>
                <a:ext cx="1758210" cy="10298040"/>
              </a:xfrm>
              <a:custGeom>
                <a:rect b="b" l="l" r="r" t="t"/>
                <a:pathLst>
                  <a:path extrusionOk="0" h="10298040" w="1758210">
                    <a:moveTo>
                      <a:pt x="0" y="0"/>
                    </a:moveTo>
                    <a:lnTo>
                      <a:pt x="1758210" y="0"/>
                    </a:lnTo>
                    <a:lnTo>
                      <a:pt x="1758210" y="10298040"/>
                    </a:lnTo>
                    <a:lnTo>
                      <a:pt x="0" y="10298040"/>
                    </a:lnTo>
                    <a:close/>
                  </a:path>
                </a:pathLst>
              </a:custGeom>
              <a:solidFill>
                <a:srgbClr val="94B6DA"/>
              </a:solidFill>
              <a:ln>
                <a:noFill/>
              </a:ln>
            </p:spPr>
          </p:sp>
          <p:sp>
            <p:nvSpPr>
              <p:cNvPr id="855" name="Google Shape;855;h32a9095667746e33_0_178"/>
              <p:cNvSpPr txBox="1"/>
              <p:nvPr/>
            </p:nvSpPr>
            <p:spPr>
              <a:xfrm>
                <a:off x="0" y="-38100"/>
                <a:ext cx="1758300" cy="10336200"/>
              </a:xfrm>
              <a:prstGeom prst="rect">
                <a:avLst/>
              </a:prstGeom>
              <a:noFill/>
              <a:ln>
                <a:noFill/>
              </a:ln>
            </p:spPr>
            <p:txBody>
              <a:bodyPr anchorCtr="0" anchor="ctr" bIns="27000" lIns="27000" spcFirstLastPara="1" rIns="27000" wrap="square" tIns="27000">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grpSp>
        <p:nvGrpSpPr>
          <p:cNvPr id="856" name="Google Shape;856;h32a9095667746e33_0_178"/>
          <p:cNvGrpSpPr/>
          <p:nvPr/>
        </p:nvGrpSpPr>
        <p:grpSpPr>
          <a:xfrm>
            <a:off x="659198" y="618412"/>
            <a:ext cx="16825838" cy="9050174"/>
            <a:chOff x="0" y="-108814"/>
            <a:chExt cx="22434451" cy="12066898"/>
          </a:xfrm>
        </p:grpSpPr>
        <p:grpSp>
          <p:nvGrpSpPr>
            <p:cNvPr id="857" name="Google Shape;857;h32a9095667746e33_0_178"/>
            <p:cNvGrpSpPr/>
            <p:nvPr/>
          </p:nvGrpSpPr>
          <p:grpSpPr>
            <a:xfrm>
              <a:off x="26537" y="10214891"/>
              <a:ext cx="22386840" cy="1743193"/>
              <a:chOff x="0" y="-47625"/>
              <a:chExt cx="9809754" cy="763855"/>
            </a:xfrm>
          </p:grpSpPr>
          <p:sp>
            <p:nvSpPr>
              <p:cNvPr id="858" name="Google Shape;858;h32a9095667746e33_0_178"/>
              <p:cNvSpPr/>
              <p:nvPr/>
            </p:nvSpPr>
            <p:spPr>
              <a:xfrm>
                <a:off x="0" y="0"/>
                <a:ext cx="9809754" cy="716230"/>
              </a:xfrm>
              <a:custGeom>
                <a:rect b="b" l="l" r="r" t="t"/>
                <a:pathLst>
                  <a:path extrusionOk="0" h="716230" w="9809754">
                    <a:moveTo>
                      <a:pt x="0" y="0"/>
                    </a:moveTo>
                    <a:lnTo>
                      <a:pt x="9809754" y="0"/>
                    </a:lnTo>
                    <a:lnTo>
                      <a:pt x="9809754" y="716230"/>
                    </a:lnTo>
                    <a:lnTo>
                      <a:pt x="0" y="716230"/>
                    </a:lnTo>
                    <a:close/>
                  </a:path>
                </a:pathLst>
              </a:custGeom>
              <a:solidFill>
                <a:srgbClr val="20538B"/>
              </a:solidFill>
              <a:ln cap="sq" cmpd="sng" w="38100">
                <a:solidFill>
                  <a:srgbClr val="20538B"/>
                </a:solidFill>
                <a:prstDash val="solid"/>
                <a:miter lim="8000"/>
                <a:headEnd len="sm" w="sm" type="none"/>
                <a:tailEnd len="sm" w="sm" type="none"/>
              </a:ln>
            </p:spPr>
          </p:sp>
          <p:sp>
            <p:nvSpPr>
              <p:cNvPr id="859" name="Google Shape;859;h32a9095667746e33_0_178"/>
              <p:cNvSpPr txBox="1"/>
              <p:nvPr/>
            </p:nvSpPr>
            <p:spPr>
              <a:xfrm>
                <a:off x="0" y="-47625"/>
                <a:ext cx="9809700" cy="763800"/>
              </a:xfrm>
              <a:prstGeom prst="rect">
                <a:avLst/>
              </a:prstGeom>
              <a:noFill/>
              <a:ln>
                <a:noFill/>
              </a:ln>
            </p:spPr>
            <p:txBody>
              <a:bodyPr anchorCtr="0" anchor="ctr" bIns="50800" lIns="50800" spcFirstLastPara="1" rIns="50800" wrap="square" tIns="50800">
                <a:noAutofit/>
              </a:bodyPr>
              <a:lstStyle/>
              <a:p>
                <a:pPr indent="0" lvl="0" marL="0" marR="0" rtl="0" algn="ctr">
                  <a:lnSpc>
                    <a:spcPct val="175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860" name="Google Shape;860;h32a9095667746e33_0_178"/>
            <p:cNvGrpSpPr/>
            <p:nvPr/>
          </p:nvGrpSpPr>
          <p:grpSpPr>
            <a:xfrm>
              <a:off x="0" y="-108814"/>
              <a:ext cx="22434451" cy="11946166"/>
              <a:chOff x="0" y="-47625"/>
              <a:chExt cx="9819000" cy="5228539"/>
            </a:xfrm>
          </p:grpSpPr>
          <p:sp>
            <p:nvSpPr>
              <p:cNvPr id="861" name="Google Shape;861;h32a9095667746e33_0_178"/>
              <p:cNvSpPr/>
              <p:nvPr/>
            </p:nvSpPr>
            <p:spPr>
              <a:xfrm>
                <a:off x="0" y="0"/>
                <a:ext cx="9818922" cy="5180914"/>
              </a:xfrm>
              <a:custGeom>
                <a:rect b="b" l="l" r="r" t="t"/>
                <a:pathLst>
                  <a:path extrusionOk="0" h="5180914" w="9818922">
                    <a:moveTo>
                      <a:pt x="0" y="0"/>
                    </a:moveTo>
                    <a:lnTo>
                      <a:pt x="9818922" y="0"/>
                    </a:lnTo>
                    <a:lnTo>
                      <a:pt x="9818922" y="5180914"/>
                    </a:lnTo>
                    <a:lnTo>
                      <a:pt x="0" y="5180914"/>
                    </a:lnTo>
                    <a:close/>
                  </a:path>
                </a:pathLst>
              </a:custGeom>
              <a:solidFill>
                <a:srgbClr val="FFFFFF"/>
              </a:solidFill>
              <a:ln cap="sq" cmpd="sng" w="38100">
                <a:solidFill>
                  <a:srgbClr val="20538B"/>
                </a:solidFill>
                <a:prstDash val="solid"/>
                <a:miter lim="8000"/>
                <a:headEnd len="sm" w="sm" type="none"/>
                <a:tailEnd len="sm" w="sm" type="none"/>
              </a:ln>
            </p:spPr>
          </p:sp>
          <p:sp>
            <p:nvSpPr>
              <p:cNvPr id="862" name="Google Shape;862;h32a9095667746e33_0_178"/>
              <p:cNvSpPr txBox="1"/>
              <p:nvPr/>
            </p:nvSpPr>
            <p:spPr>
              <a:xfrm>
                <a:off x="0" y="-47625"/>
                <a:ext cx="9819000" cy="5228400"/>
              </a:xfrm>
              <a:prstGeom prst="rect">
                <a:avLst/>
              </a:prstGeom>
              <a:noFill/>
              <a:ln>
                <a:noFill/>
              </a:ln>
            </p:spPr>
            <p:txBody>
              <a:bodyPr anchorCtr="0" anchor="ctr" bIns="50800" lIns="50800" spcFirstLastPara="1" rIns="50800" wrap="square" tIns="50800">
                <a:noAutofit/>
              </a:bodyPr>
              <a:lstStyle/>
              <a:p>
                <a:pPr indent="0" lvl="0" marL="0" marR="0" rtl="0" algn="ctr">
                  <a:lnSpc>
                    <a:spcPct val="175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grpSp>
        <p:nvGrpSpPr>
          <p:cNvPr id="863" name="Google Shape;863;h32a9095667746e33_0_178"/>
          <p:cNvGrpSpPr/>
          <p:nvPr/>
        </p:nvGrpSpPr>
        <p:grpSpPr>
          <a:xfrm>
            <a:off x="763743" y="662704"/>
            <a:ext cx="16759942" cy="1561150"/>
            <a:chOff x="0" y="-38100"/>
            <a:chExt cx="8581200" cy="799319"/>
          </a:xfrm>
        </p:grpSpPr>
        <p:sp>
          <p:nvSpPr>
            <p:cNvPr id="864" name="Google Shape;864;h32a9095667746e33_0_178"/>
            <p:cNvSpPr/>
            <p:nvPr/>
          </p:nvSpPr>
          <p:spPr>
            <a:xfrm>
              <a:off x="0" y="0"/>
              <a:ext cx="8581180" cy="761219"/>
            </a:xfrm>
            <a:custGeom>
              <a:rect b="b" l="l" r="r" t="t"/>
              <a:pathLst>
                <a:path extrusionOk="0" h="761219" w="8581180">
                  <a:moveTo>
                    <a:pt x="0" y="0"/>
                  </a:moveTo>
                  <a:lnTo>
                    <a:pt x="8581180" y="0"/>
                  </a:lnTo>
                  <a:lnTo>
                    <a:pt x="8581180" y="761219"/>
                  </a:lnTo>
                  <a:lnTo>
                    <a:pt x="0" y="761219"/>
                  </a:lnTo>
                  <a:close/>
                </a:path>
              </a:pathLst>
            </a:custGeom>
            <a:solidFill>
              <a:srgbClr val="EEF6FF"/>
            </a:solidFill>
            <a:ln cap="sq" cmpd="sng" w="9525">
              <a:solidFill>
                <a:srgbClr val="20538B"/>
              </a:solidFill>
              <a:prstDash val="solid"/>
              <a:miter lim="8000"/>
              <a:headEnd len="sm" w="sm" type="none"/>
              <a:tailEnd len="sm" w="sm" type="none"/>
            </a:ln>
          </p:spPr>
        </p:sp>
        <p:sp>
          <p:nvSpPr>
            <p:cNvPr id="865" name="Google Shape;865;h32a9095667746e33_0_178"/>
            <p:cNvSpPr txBox="1"/>
            <p:nvPr/>
          </p:nvSpPr>
          <p:spPr>
            <a:xfrm>
              <a:off x="0" y="-38100"/>
              <a:ext cx="8581200" cy="799200"/>
            </a:xfrm>
            <a:prstGeom prst="rect">
              <a:avLst/>
            </a:prstGeom>
            <a:noFill/>
            <a:ln>
              <a:noFill/>
            </a:ln>
          </p:spPr>
          <p:txBody>
            <a:bodyPr anchorCtr="0" anchor="ctr" bIns="39175" lIns="39175" spcFirstLastPara="1" rIns="39175" wrap="square" tIns="39175">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866" name="Google Shape;866;h32a9095667746e33_0_178"/>
          <p:cNvSpPr/>
          <p:nvPr/>
        </p:nvSpPr>
        <p:spPr>
          <a:xfrm>
            <a:off x="15531691" y="160918"/>
            <a:ext cx="996214" cy="1021758"/>
          </a:xfrm>
          <a:custGeom>
            <a:rect b="b" l="l" r="r" t="t"/>
            <a:pathLst>
              <a:path extrusionOk="0" h="1021758" w="996214">
                <a:moveTo>
                  <a:pt x="0" y="0"/>
                </a:moveTo>
                <a:lnTo>
                  <a:pt x="996214" y="0"/>
                </a:lnTo>
                <a:lnTo>
                  <a:pt x="996214" y="1021758"/>
                </a:lnTo>
                <a:lnTo>
                  <a:pt x="0" y="1021758"/>
                </a:lnTo>
                <a:lnTo>
                  <a:pt x="0" y="0"/>
                </a:lnTo>
                <a:close/>
              </a:path>
            </a:pathLst>
          </a:custGeom>
          <a:blipFill rotWithShape="1">
            <a:blip r:embed="rId3">
              <a:alphaModFix/>
            </a:blip>
            <a:stretch>
              <a:fillRect b="0" l="0" r="0" t="0"/>
            </a:stretch>
          </a:blipFill>
          <a:ln>
            <a:noFill/>
          </a:ln>
        </p:spPr>
      </p:sp>
      <p:sp>
        <p:nvSpPr>
          <p:cNvPr id="867" name="Google Shape;867;h32a9095667746e33_0_178"/>
          <p:cNvSpPr/>
          <p:nvPr/>
        </p:nvSpPr>
        <p:spPr>
          <a:xfrm>
            <a:off x="9895210" y="3295366"/>
            <a:ext cx="272321" cy="272321"/>
          </a:xfrm>
          <a:custGeom>
            <a:rect b="b" l="l" r="r" t="t"/>
            <a:pathLst>
              <a:path extrusionOk="0" h="272321" w="272321">
                <a:moveTo>
                  <a:pt x="0" y="0"/>
                </a:moveTo>
                <a:lnTo>
                  <a:pt x="272321" y="0"/>
                </a:lnTo>
                <a:lnTo>
                  <a:pt x="272321" y="272321"/>
                </a:lnTo>
                <a:lnTo>
                  <a:pt x="0" y="272321"/>
                </a:lnTo>
                <a:lnTo>
                  <a:pt x="0" y="0"/>
                </a:lnTo>
                <a:close/>
              </a:path>
            </a:pathLst>
          </a:custGeom>
          <a:blipFill rotWithShape="1">
            <a:blip r:embed="rId4">
              <a:alphaModFix/>
            </a:blip>
            <a:stretch>
              <a:fillRect b="0" l="0" r="0" t="0"/>
            </a:stretch>
          </a:blipFill>
          <a:ln>
            <a:noFill/>
          </a:ln>
        </p:spPr>
      </p:sp>
      <p:sp>
        <p:nvSpPr>
          <p:cNvPr id="868" name="Google Shape;868;h32a9095667746e33_0_178"/>
          <p:cNvSpPr txBox="1"/>
          <p:nvPr/>
        </p:nvSpPr>
        <p:spPr>
          <a:xfrm>
            <a:off x="2412975" y="965900"/>
            <a:ext cx="14918400" cy="2247300"/>
          </a:xfrm>
          <a:prstGeom prst="rect">
            <a:avLst/>
          </a:prstGeom>
          <a:noFill/>
          <a:ln>
            <a:noFill/>
          </a:ln>
        </p:spPr>
        <p:txBody>
          <a:bodyPr anchorCtr="0" anchor="t" bIns="0" lIns="0" spcFirstLastPara="1" rIns="0" wrap="square" tIns="0">
            <a:spAutoFit/>
          </a:bodyPr>
          <a:lstStyle/>
          <a:p>
            <a:pPr indent="0" lvl="0" marL="0" marR="0" rtl="0" algn="l">
              <a:lnSpc>
                <a:spcPct val="192000"/>
              </a:lnSpc>
              <a:spcBef>
                <a:spcPts val="0"/>
              </a:spcBef>
              <a:spcAft>
                <a:spcPts val="0"/>
              </a:spcAft>
              <a:buNone/>
            </a:pPr>
            <a:r>
              <a:rPr b="1" i="0" lang="en-US" sz="5000" u="none" cap="none" strike="noStrike">
                <a:solidFill>
                  <a:srgbClr val="20538B"/>
                </a:solidFill>
                <a:latin typeface="Arial"/>
                <a:ea typeface="Arial"/>
                <a:cs typeface="Arial"/>
                <a:sym typeface="Arial"/>
              </a:rPr>
              <a:t>취약점 분석 및 시나리오 - </a:t>
            </a:r>
            <a:r>
              <a:rPr b="1" lang="en-US" sz="3500">
                <a:solidFill>
                  <a:srgbClr val="20538B"/>
                </a:solidFill>
              </a:rPr>
              <a:t>취약한 비밀번호 복구 절차</a:t>
            </a:r>
            <a:endParaRPr sz="3500"/>
          </a:p>
          <a:p>
            <a:pPr indent="0" lvl="0" marL="0" marR="0" rtl="0" algn="l">
              <a:lnSpc>
                <a:spcPct val="192000"/>
              </a:lnSpc>
              <a:spcBef>
                <a:spcPts val="0"/>
              </a:spcBef>
              <a:spcAft>
                <a:spcPts val="0"/>
              </a:spcAft>
              <a:buNone/>
            </a:pPr>
            <a:r>
              <a:t/>
            </a:r>
            <a:endParaRPr b="1" i="0" sz="5000" u="none" cap="none" strike="noStrike">
              <a:solidFill>
                <a:srgbClr val="20538B"/>
              </a:solidFill>
              <a:latin typeface="Arial"/>
              <a:ea typeface="Arial"/>
              <a:cs typeface="Arial"/>
              <a:sym typeface="Arial"/>
            </a:endParaRPr>
          </a:p>
        </p:txBody>
      </p:sp>
      <p:sp>
        <p:nvSpPr>
          <p:cNvPr id="869" name="Google Shape;869;h32a9095667746e33_0_178"/>
          <p:cNvSpPr txBox="1"/>
          <p:nvPr/>
        </p:nvSpPr>
        <p:spPr>
          <a:xfrm>
            <a:off x="1437501" y="920715"/>
            <a:ext cx="834600" cy="751200"/>
          </a:xfrm>
          <a:prstGeom prst="rect">
            <a:avLst/>
          </a:prstGeom>
          <a:noFill/>
          <a:ln>
            <a:noFill/>
          </a:ln>
        </p:spPr>
        <p:txBody>
          <a:bodyPr anchorCtr="0" anchor="t" bIns="0" lIns="0" spcFirstLastPara="1" rIns="0" wrap="square" tIns="0">
            <a:spAutoFit/>
          </a:bodyPr>
          <a:lstStyle/>
          <a:p>
            <a:pPr indent="0" lvl="0" marL="0" marR="0" rtl="0" algn="l">
              <a:lnSpc>
                <a:spcPct val="192009"/>
              </a:lnSpc>
              <a:spcBef>
                <a:spcPts val="0"/>
              </a:spcBef>
              <a:spcAft>
                <a:spcPts val="0"/>
              </a:spcAft>
              <a:buNone/>
            </a:pPr>
            <a:r>
              <a:rPr b="1" i="0" lang="en-US" sz="4881" u="none" cap="none" strike="noStrike">
                <a:solidFill>
                  <a:srgbClr val="CBDDEF"/>
                </a:solidFill>
                <a:latin typeface="Arial"/>
                <a:ea typeface="Arial"/>
                <a:cs typeface="Arial"/>
                <a:sym typeface="Arial"/>
              </a:rPr>
              <a:t>0</a:t>
            </a:r>
            <a:r>
              <a:rPr b="1" lang="en-US" sz="4881">
                <a:solidFill>
                  <a:srgbClr val="CBDDEF"/>
                </a:solidFill>
              </a:rPr>
              <a:t>4</a:t>
            </a:r>
            <a:endParaRPr/>
          </a:p>
        </p:txBody>
      </p:sp>
      <p:sp>
        <p:nvSpPr>
          <p:cNvPr id="870" name="Google Shape;870;h32a9095667746e33_0_178"/>
          <p:cNvSpPr txBox="1"/>
          <p:nvPr/>
        </p:nvSpPr>
        <p:spPr>
          <a:xfrm>
            <a:off x="10396988" y="3213450"/>
            <a:ext cx="6833700" cy="4311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US" sz="2800">
                <a:solidFill>
                  <a:srgbClr val="20538B"/>
                </a:solidFill>
              </a:rPr>
              <a:t>점검 항목 - 1. 웹 화면 내 임시 비밀번호 노출 </a:t>
            </a:r>
            <a:endParaRPr/>
          </a:p>
        </p:txBody>
      </p:sp>
      <p:pic>
        <p:nvPicPr>
          <p:cNvPr id="871" name="Google Shape;871;h32a9095667746e33_0_178"/>
          <p:cNvPicPr preferRelativeResize="0"/>
          <p:nvPr/>
        </p:nvPicPr>
        <p:blipFill>
          <a:blip r:embed="rId5">
            <a:alphaModFix/>
          </a:blip>
          <a:stretch>
            <a:fillRect/>
          </a:stretch>
        </p:blipFill>
        <p:spPr>
          <a:xfrm>
            <a:off x="1437501" y="3648300"/>
            <a:ext cx="8021877" cy="3601474"/>
          </a:xfrm>
          <a:prstGeom prst="rect">
            <a:avLst/>
          </a:prstGeom>
          <a:noFill/>
          <a:ln cap="flat" cmpd="sng" w="38100">
            <a:solidFill>
              <a:schemeClr val="dk1"/>
            </a:solidFill>
            <a:prstDash val="solid"/>
            <a:round/>
            <a:headEnd len="sm" w="sm" type="none"/>
            <a:tailEnd len="sm" w="sm" type="none"/>
          </a:ln>
        </p:spPr>
      </p:pic>
      <p:sp>
        <p:nvSpPr>
          <p:cNvPr id="872" name="Google Shape;872;h32a9095667746e33_0_178"/>
          <p:cNvSpPr txBox="1"/>
          <p:nvPr/>
        </p:nvSpPr>
        <p:spPr>
          <a:xfrm>
            <a:off x="10167525" y="4587438"/>
            <a:ext cx="7063200" cy="1723200"/>
          </a:xfrm>
          <a:prstGeom prst="rect">
            <a:avLst/>
          </a:prstGeom>
          <a:noFill/>
          <a:ln>
            <a:noFill/>
          </a:ln>
        </p:spPr>
        <p:txBody>
          <a:bodyPr anchorCtr="0" anchor="t" bIns="0" lIns="0" spcFirstLastPara="1" rIns="0" wrap="square" tIns="0">
            <a:spAutoFit/>
          </a:bodyPr>
          <a:lstStyle/>
          <a:p>
            <a:pPr indent="-355536" lvl="0" marL="457200" marR="0" rtl="0" algn="l">
              <a:lnSpc>
                <a:spcPct val="155000"/>
              </a:lnSpc>
              <a:spcBef>
                <a:spcPts val="0"/>
              </a:spcBef>
              <a:spcAft>
                <a:spcPts val="0"/>
              </a:spcAft>
              <a:buClr>
                <a:srgbClr val="20538B"/>
              </a:buClr>
              <a:buSzPts val="1999"/>
              <a:buChar char="-"/>
            </a:pPr>
            <a:r>
              <a:rPr lang="en-US" sz="1999">
                <a:solidFill>
                  <a:srgbClr val="20538B"/>
                </a:solidFill>
              </a:rPr>
              <a:t>비밀번호 찾기 요청 시 안전한 외부 채널이 아닌 웹 브라우저 화면에 임시 비밀번호가 평문으로 노출됨을 식별</a:t>
            </a:r>
            <a:endParaRPr sz="1999">
              <a:solidFill>
                <a:srgbClr val="20538B"/>
              </a:solidFill>
            </a:endParaRPr>
          </a:p>
          <a:p>
            <a:pPr indent="-355536" lvl="0" marL="457200" marR="0" rtl="0" algn="l">
              <a:lnSpc>
                <a:spcPct val="155000"/>
              </a:lnSpc>
              <a:spcBef>
                <a:spcPts val="0"/>
              </a:spcBef>
              <a:spcAft>
                <a:spcPts val="0"/>
              </a:spcAft>
              <a:buClr>
                <a:srgbClr val="20538B"/>
              </a:buClr>
              <a:buSzPts val="1999"/>
              <a:buChar char="-"/>
            </a:pPr>
            <a:r>
              <a:rPr lang="en-US" sz="1999">
                <a:solidFill>
                  <a:srgbClr val="20538B"/>
                </a:solidFill>
              </a:rPr>
              <a:t>유추하기 쉬운 고정 패턴으로 임시 비밀번호가 발급됨으로 취약</a:t>
            </a:r>
            <a:endParaRPr sz="1999">
              <a:solidFill>
                <a:srgbClr val="20538B"/>
              </a:solidFill>
            </a:endParaRPr>
          </a:p>
          <a:p>
            <a:pPr indent="0" lvl="0" marL="0" marR="0" rtl="0" algn="l">
              <a:lnSpc>
                <a:spcPct val="155000"/>
              </a:lnSpc>
              <a:spcBef>
                <a:spcPts val="0"/>
              </a:spcBef>
              <a:spcAft>
                <a:spcPts val="0"/>
              </a:spcAft>
              <a:buNone/>
            </a:pPr>
            <a:r>
              <a:t/>
            </a:r>
            <a:endParaRPr sz="1900">
              <a:solidFill>
                <a:srgbClr val="20538B"/>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6" name="Shape 876"/>
        <p:cNvGrpSpPr/>
        <p:nvPr/>
      </p:nvGrpSpPr>
      <p:grpSpPr>
        <a:xfrm>
          <a:off x="0" y="0"/>
          <a:ext cx="0" cy="0"/>
          <a:chOff x="0" y="0"/>
          <a:chExt cx="0" cy="0"/>
        </a:xfrm>
      </p:grpSpPr>
      <p:grpSp>
        <p:nvGrpSpPr>
          <p:cNvPr id="877" name="Google Shape;877;h32a9095667746e33_0_217"/>
          <p:cNvGrpSpPr/>
          <p:nvPr/>
        </p:nvGrpSpPr>
        <p:grpSpPr>
          <a:xfrm>
            <a:off x="-1081199" y="3274283"/>
            <a:ext cx="20615733" cy="7012716"/>
            <a:chOff x="-99239" y="-86"/>
            <a:chExt cx="27487644" cy="9350288"/>
          </a:xfrm>
        </p:grpSpPr>
        <p:grpSp>
          <p:nvGrpSpPr>
            <p:cNvPr id="878" name="Google Shape;878;h32a9095667746e33_0_217"/>
            <p:cNvGrpSpPr/>
            <p:nvPr/>
          </p:nvGrpSpPr>
          <p:grpSpPr>
            <a:xfrm rot="-5400000">
              <a:off x="11107617" y="-11206942"/>
              <a:ext cx="4770761" cy="27184472"/>
              <a:chOff x="0" y="-38100"/>
              <a:chExt cx="1831597" cy="10436700"/>
            </a:xfrm>
          </p:grpSpPr>
          <p:sp>
            <p:nvSpPr>
              <p:cNvPr id="879" name="Google Shape;879;h32a9095667746e33_0_217"/>
              <p:cNvSpPr/>
              <p:nvPr/>
            </p:nvSpPr>
            <p:spPr>
              <a:xfrm>
                <a:off x="0" y="0"/>
                <a:ext cx="1831597" cy="10398600"/>
              </a:xfrm>
              <a:custGeom>
                <a:rect b="b" l="l" r="r" t="t"/>
                <a:pathLst>
                  <a:path extrusionOk="0" h="10398600" w="1831597">
                    <a:moveTo>
                      <a:pt x="0" y="0"/>
                    </a:moveTo>
                    <a:lnTo>
                      <a:pt x="1831597" y="0"/>
                    </a:lnTo>
                    <a:lnTo>
                      <a:pt x="1831597" y="10398600"/>
                    </a:lnTo>
                    <a:lnTo>
                      <a:pt x="0" y="10398600"/>
                    </a:lnTo>
                    <a:close/>
                  </a:path>
                </a:pathLst>
              </a:custGeom>
              <a:solidFill>
                <a:srgbClr val="CBDDEF"/>
              </a:solidFill>
              <a:ln>
                <a:noFill/>
              </a:ln>
            </p:spPr>
          </p:sp>
          <p:sp>
            <p:nvSpPr>
              <p:cNvPr id="880" name="Google Shape;880;h32a9095667746e33_0_217"/>
              <p:cNvSpPr txBox="1"/>
              <p:nvPr/>
            </p:nvSpPr>
            <p:spPr>
              <a:xfrm>
                <a:off x="0" y="-38100"/>
                <a:ext cx="1831500" cy="10436700"/>
              </a:xfrm>
              <a:prstGeom prst="rect">
                <a:avLst/>
              </a:prstGeom>
              <a:noFill/>
              <a:ln>
                <a:noFill/>
              </a:ln>
            </p:spPr>
            <p:txBody>
              <a:bodyPr anchorCtr="0" anchor="ctr" bIns="27000" lIns="27000" spcFirstLastPara="1" rIns="27000" wrap="square" tIns="27000">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881" name="Google Shape;881;h32a9095667746e33_0_217"/>
            <p:cNvGrpSpPr/>
            <p:nvPr/>
          </p:nvGrpSpPr>
          <p:grpSpPr>
            <a:xfrm rot="-5400000">
              <a:off x="11637133" y="-6401070"/>
              <a:ext cx="4579844" cy="26922700"/>
              <a:chOff x="0" y="-38100"/>
              <a:chExt cx="1758300" cy="10336200"/>
            </a:xfrm>
          </p:grpSpPr>
          <p:sp>
            <p:nvSpPr>
              <p:cNvPr id="882" name="Google Shape;882;h32a9095667746e33_0_217"/>
              <p:cNvSpPr/>
              <p:nvPr/>
            </p:nvSpPr>
            <p:spPr>
              <a:xfrm>
                <a:off x="0" y="0"/>
                <a:ext cx="1758210" cy="10298040"/>
              </a:xfrm>
              <a:custGeom>
                <a:rect b="b" l="l" r="r" t="t"/>
                <a:pathLst>
                  <a:path extrusionOk="0" h="10298040" w="1758210">
                    <a:moveTo>
                      <a:pt x="0" y="0"/>
                    </a:moveTo>
                    <a:lnTo>
                      <a:pt x="1758210" y="0"/>
                    </a:lnTo>
                    <a:lnTo>
                      <a:pt x="1758210" y="10298040"/>
                    </a:lnTo>
                    <a:lnTo>
                      <a:pt x="0" y="10298040"/>
                    </a:lnTo>
                    <a:close/>
                  </a:path>
                </a:pathLst>
              </a:custGeom>
              <a:solidFill>
                <a:srgbClr val="94B6DA"/>
              </a:solidFill>
              <a:ln>
                <a:noFill/>
              </a:ln>
            </p:spPr>
          </p:sp>
          <p:sp>
            <p:nvSpPr>
              <p:cNvPr id="883" name="Google Shape;883;h32a9095667746e33_0_217"/>
              <p:cNvSpPr txBox="1"/>
              <p:nvPr/>
            </p:nvSpPr>
            <p:spPr>
              <a:xfrm>
                <a:off x="0" y="-38100"/>
                <a:ext cx="1758300" cy="10336200"/>
              </a:xfrm>
              <a:prstGeom prst="rect">
                <a:avLst/>
              </a:prstGeom>
              <a:noFill/>
              <a:ln>
                <a:noFill/>
              </a:ln>
            </p:spPr>
            <p:txBody>
              <a:bodyPr anchorCtr="0" anchor="ctr" bIns="27000" lIns="27000" spcFirstLastPara="1" rIns="27000" wrap="square" tIns="27000">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grpSp>
        <p:nvGrpSpPr>
          <p:cNvPr id="884" name="Google Shape;884;h32a9095667746e33_0_217"/>
          <p:cNvGrpSpPr/>
          <p:nvPr/>
        </p:nvGrpSpPr>
        <p:grpSpPr>
          <a:xfrm>
            <a:off x="659198" y="618412"/>
            <a:ext cx="16825838" cy="9050174"/>
            <a:chOff x="0" y="-108814"/>
            <a:chExt cx="22434451" cy="12066898"/>
          </a:xfrm>
        </p:grpSpPr>
        <p:grpSp>
          <p:nvGrpSpPr>
            <p:cNvPr id="885" name="Google Shape;885;h32a9095667746e33_0_217"/>
            <p:cNvGrpSpPr/>
            <p:nvPr/>
          </p:nvGrpSpPr>
          <p:grpSpPr>
            <a:xfrm>
              <a:off x="26537" y="10214891"/>
              <a:ext cx="22386840" cy="1743193"/>
              <a:chOff x="0" y="-47625"/>
              <a:chExt cx="9809754" cy="763855"/>
            </a:xfrm>
          </p:grpSpPr>
          <p:sp>
            <p:nvSpPr>
              <p:cNvPr id="886" name="Google Shape;886;h32a9095667746e33_0_217"/>
              <p:cNvSpPr/>
              <p:nvPr/>
            </p:nvSpPr>
            <p:spPr>
              <a:xfrm>
                <a:off x="0" y="0"/>
                <a:ext cx="9809754" cy="716230"/>
              </a:xfrm>
              <a:custGeom>
                <a:rect b="b" l="l" r="r" t="t"/>
                <a:pathLst>
                  <a:path extrusionOk="0" h="716230" w="9809754">
                    <a:moveTo>
                      <a:pt x="0" y="0"/>
                    </a:moveTo>
                    <a:lnTo>
                      <a:pt x="9809754" y="0"/>
                    </a:lnTo>
                    <a:lnTo>
                      <a:pt x="9809754" y="716230"/>
                    </a:lnTo>
                    <a:lnTo>
                      <a:pt x="0" y="716230"/>
                    </a:lnTo>
                    <a:close/>
                  </a:path>
                </a:pathLst>
              </a:custGeom>
              <a:solidFill>
                <a:srgbClr val="20538B"/>
              </a:solidFill>
              <a:ln cap="sq" cmpd="sng" w="38100">
                <a:solidFill>
                  <a:srgbClr val="20538B"/>
                </a:solidFill>
                <a:prstDash val="solid"/>
                <a:miter lim="8000"/>
                <a:headEnd len="sm" w="sm" type="none"/>
                <a:tailEnd len="sm" w="sm" type="none"/>
              </a:ln>
            </p:spPr>
          </p:sp>
          <p:sp>
            <p:nvSpPr>
              <p:cNvPr id="887" name="Google Shape;887;h32a9095667746e33_0_217"/>
              <p:cNvSpPr txBox="1"/>
              <p:nvPr/>
            </p:nvSpPr>
            <p:spPr>
              <a:xfrm>
                <a:off x="0" y="-47625"/>
                <a:ext cx="9809700" cy="763800"/>
              </a:xfrm>
              <a:prstGeom prst="rect">
                <a:avLst/>
              </a:prstGeom>
              <a:noFill/>
              <a:ln>
                <a:noFill/>
              </a:ln>
            </p:spPr>
            <p:txBody>
              <a:bodyPr anchorCtr="0" anchor="ctr" bIns="50800" lIns="50800" spcFirstLastPara="1" rIns="50800" wrap="square" tIns="50800">
                <a:noAutofit/>
              </a:bodyPr>
              <a:lstStyle/>
              <a:p>
                <a:pPr indent="0" lvl="0" marL="0" marR="0" rtl="0" algn="ctr">
                  <a:lnSpc>
                    <a:spcPct val="175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888" name="Google Shape;888;h32a9095667746e33_0_217"/>
            <p:cNvGrpSpPr/>
            <p:nvPr/>
          </p:nvGrpSpPr>
          <p:grpSpPr>
            <a:xfrm>
              <a:off x="0" y="-108814"/>
              <a:ext cx="22434451" cy="11946166"/>
              <a:chOff x="0" y="-47625"/>
              <a:chExt cx="9819000" cy="5228539"/>
            </a:xfrm>
          </p:grpSpPr>
          <p:sp>
            <p:nvSpPr>
              <p:cNvPr id="889" name="Google Shape;889;h32a9095667746e33_0_217"/>
              <p:cNvSpPr/>
              <p:nvPr/>
            </p:nvSpPr>
            <p:spPr>
              <a:xfrm>
                <a:off x="0" y="0"/>
                <a:ext cx="9818922" cy="5180914"/>
              </a:xfrm>
              <a:custGeom>
                <a:rect b="b" l="l" r="r" t="t"/>
                <a:pathLst>
                  <a:path extrusionOk="0" h="5180914" w="9818922">
                    <a:moveTo>
                      <a:pt x="0" y="0"/>
                    </a:moveTo>
                    <a:lnTo>
                      <a:pt x="9818922" y="0"/>
                    </a:lnTo>
                    <a:lnTo>
                      <a:pt x="9818922" y="5180914"/>
                    </a:lnTo>
                    <a:lnTo>
                      <a:pt x="0" y="5180914"/>
                    </a:lnTo>
                    <a:close/>
                  </a:path>
                </a:pathLst>
              </a:custGeom>
              <a:solidFill>
                <a:srgbClr val="FFFFFF"/>
              </a:solidFill>
              <a:ln cap="sq" cmpd="sng" w="38100">
                <a:solidFill>
                  <a:srgbClr val="20538B"/>
                </a:solidFill>
                <a:prstDash val="solid"/>
                <a:miter lim="8000"/>
                <a:headEnd len="sm" w="sm" type="none"/>
                <a:tailEnd len="sm" w="sm" type="none"/>
              </a:ln>
            </p:spPr>
          </p:sp>
          <p:sp>
            <p:nvSpPr>
              <p:cNvPr id="890" name="Google Shape;890;h32a9095667746e33_0_217"/>
              <p:cNvSpPr txBox="1"/>
              <p:nvPr/>
            </p:nvSpPr>
            <p:spPr>
              <a:xfrm>
                <a:off x="0" y="-47625"/>
                <a:ext cx="9819000" cy="5228400"/>
              </a:xfrm>
              <a:prstGeom prst="rect">
                <a:avLst/>
              </a:prstGeom>
              <a:noFill/>
              <a:ln>
                <a:noFill/>
              </a:ln>
            </p:spPr>
            <p:txBody>
              <a:bodyPr anchorCtr="0" anchor="ctr" bIns="50800" lIns="50800" spcFirstLastPara="1" rIns="50800" wrap="square" tIns="50800">
                <a:noAutofit/>
              </a:bodyPr>
              <a:lstStyle/>
              <a:p>
                <a:pPr indent="0" lvl="0" marL="0" marR="0" rtl="0" algn="ctr">
                  <a:lnSpc>
                    <a:spcPct val="175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grpSp>
        <p:nvGrpSpPr>
          <p:cNvPr id="891" name="Google Shape;891;h32a9095667746e33_0_217"/>
          <p:cNvGrpSpPr/>
          <p:nvPr/>
        </p:nvGrpSpPr>
        <p:grpSpPr>
          <a:xfrm>
            <a:off x="763743" y="662704"/>
            <a:ext cx="16759942" cy="1561150"/>
            <a:chOff x="0" y="-38100"/>
            <a:chExt cx="8581200" cy="799319"/>
          </a:xfrm>
        </p:grpSpPr>
        <p:sp>
          <p:nvSpPr>
            <p:cNvPr id="892" name="Google Shape;892;h32a9095667746e33_0_217"/>
            <p:cNvSpPr/>
            <p:nvPr/>
          </p:nvSpPr>
          <p:spPr>
            <a:xfrm>
              <a:off x="0" y="0"/>
              <a:ext cx="8581180" cy="761219"/>
            </a:xfrm>
            <a:custGeom>
              <a:rect b="b" l="l" r="r" t="t"/>
              <a:pathLst>
                <a:path extrusionOk="0" h="761219" w="8581180">
                  <a:moveTo>
                    <a:pt x="0" y="0"/>
                  </a:moveTo>
                  <a:lnTo>
                    <a:pt x="8581180" y="0"/>
                  </a:lnTo>
                  <a:lnTo>
                    <a:pt x="8581180" y="761219"/>
                  </a:lnTo>
                  <a:lnTo>
                    <a:pt x="0" y="761219"/>
                  </a:lnTo>
                  <a:close/>
                </a:path>
              </a:pathLst>
            </a:custGeom>
            <a:solidFill>
              <a:srgbClr val="EEF6FF"/>
            </a:solidFill>
            <a:ln cap="sq" cmpd="sng" w="9525">
              <a:solidFill>
                <a:srgbClr val="20538B"/>
              </a:solidFill>
              <a:prstDash val="solid"/>
              <a:miter lim="8000"/>
              <a:headEnd len="sm" w="sm" type="none"/>
              <a:tailEnd len="sm" w="sm" type="none"/>
            </a:ln>
          </p:spPr>
        </p:sp>
        <p:sp>
          <p:nvSpPr>
            <p:cNvPr id="893" name="Google Shape;893;h32a9095667746e33_0_217"/>
            <p:cNvSpPr txBox="1"/>
            <p:nvPr/>
          </p:nvSpPr>
          <p:spPr>
            <a:xfrm>
              <a:off x="0" y="-38100"/>
              <a:ext cx="8581200" cy="799200"/>
            </a:xfrm>
            <a:prstGeom prst="rect">
              <a:avLst/>
            </a:prstGeom>
            <a:noFill/>
            <a:ln>
              <a:noFill/>
            </a:ln>
          </p:spPr>
          <p:txBody>
            <a:bodyPr anchorCtr="0" anchor="ctr" bIns="39175" lIns="39175" spcFirstLastPara="1" rIns="39175" wrap="square" tIns="39175">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894" name="Google Shape;894;h32a9095667746e33_0_217"/>
          <p:cNvSpPr/>
          <p:nvPr/>
        </p:nvSpPr>
        <p:spPr>
          <a:xfrm>
            <a:off x="15531691" y="160918"/>
            <a:ext cx="996214" cy="1021758"/>
          </a:xfrm>
          <a:custGeom>
            <a:rect b="b" l="l" r="r" t="t"/>
            <a:pathLst>
              <a:path extrusionOk="0" h="1021758" w="996214">
                <a:moveTo>
                  <a:pt x="0" y="0"/>
                </a:moveTo>
                <a:lnTo>
                  <a:pt x="996214" y="0"/>
                </a:lnTo>
                <a:lnTo>
                  <a:pt x="996214" y="1021758"/>
                </a:lnTo>
                <a:lnTo>
                  <a:pt x="0" y="1021758"/>
                </a:lnTo>
                <a:lnTo>
                  <a:pt x="0" y="0"/>
                </a:lnTo>
                <a:close/>
              </a:path>
            </a:pathLst>
          </a:custGeom>
          <a:blipFill rotWithShape="1">
            <a:blip r:embed="rId3">
              <a:alphaModFix/>
            </a:blip>
            <a:stretch>
              <a:fillRect b="0" l="0" r="0" t="0"/>
            </a:stretch>
          </a:blipFill>
          <a:ln>
            <a:noFill/>
          </a:ln>
        </p:spPr>
      </p:sp>
      <p:sp>
        <p:nvSpPr>
          <p:cNvPr id="895" name="Google Shape;895;h32a9095667746e33_0_217"/>
          <p:cNvSpPr/>
          <p:nvPr/>
        </p:nvSpPr>
        <p:spPr>
          <a:xfrm>
            <a:off x="10006985" y="3007766"/>
            <a:ext cx="272321" cy="272321"/>
          </a:xfrm>
          <a:custGeom>
            <a:rect b="b" l="l" r="r" t="t"/>
            <a:pathLst>
              <a:path extrusionOk="0" h="272321" w="272321">
                <a:moveTo>
                  <a:pt x="0" y="0"/>
                </a:moveTo>
                <a:lnTo>
                  <a:pt x="272321" y="0"/>
                </a:lnTo>
                <a:lnTo>
                  <a:pt x="272321" y="272321"/>
                </a:lnTo>
                <a:lnTo>
                  <a:pt x="0" y="272321"/>
                </a:lnTo>
                <a:lnTo>
                  <a:pt x="0" y="0"/>
                </a:lnTo>
                <a:close/>
              </a:path>
            </a:pathLst>
          </a:custGeom>
          <a:blipFill rotWithShape="1">
            <a:blip r:embed="rId4">
              <a:alphaModFix/>
            </a:blip>
            <a:stretch>
              <a:fillRect b="0" l="0" r="0" t="0"/>
            </a:stretch>
          </a:blipFill>
          <a:ln>
            <a:noFill/>
          </a:ln>
        </p:spPr>
      </p:sp>
      <p:sp>
        <p:nvSpPr>
          <p:cNvPr id="896" name="Google Shape;896;h32a9095667746e33_0_217"/>
          <p:cNvSpPr txBox="1"/>
          <p:nvPr/>
        </p:nvSpPr>
        <p:spPr>
          <a:xfrm>
            <a:off x="2412975" y="965900"/>
            <a:ext cx="14918400" cy="2247300"/>
          </a:xfrm>
          <a:prstGeom prst="rect">
            <a:avLst/>
          </a:prstGeom>
          <a:noFill/>
          <a:ln>
            <a:noFill/>
          </a:ln>
        </p:spPr>
        <p:txBody>
          <a:bodyPr anchorCtr="0" anchor="t" bIns="0" lIns="0" spcFirstLastPara="1" rIns="0" wrap="square" tIns="0">
            <a:spAutoFit/>
          </a:bodyPr>
          <a:lstStyle/>
          <a:p>
            <a:pPr indent="0" lvl="0" marL="0" marR="0" rtl="0" algn="l">
              <a:lnSpc>
                <a:spcPct val="192000"/>
              </a:lnSpc>
              <a:spcBef>
                <a:spcPts val="0"/>
              </a:spcBef>
              <a:spcAft>
                <a:spcPts val="0"/>
              </a:spcAft>
              <a:buNone/>
            </a:pPr>
            <a:r>
              <a:rPr b="1" i="0" lang="en-US" sz="5000" u="none" cap="none" strike="noStrike">
                <a:solidFill>
                  <a:srgbClr val="20538B"/>
                </a:solidFill>
                <a:latin typeface="Arial"/>
                <a:ea typeface="Arial"/>
                <a:cs typeface="Arial"/>
                <a:sym typeface="Arial"/>
              </a:rPr>
              <a:t>취약점 분석 및 시나리오 - </a:t>
            </a:r>
            <a:r>
              <a:rPr b="1" lang="en-US" sz="3500">
                <a:solidFill>
                  <a:srgbClr val="20538B"/>
                </a:solidFill>
              </a:rPr>
              <a:t>취약한 비밀번호 복구 절차</a:t>
            </a:r>
            <a:endParaRPr sz="3500"/>
          </a:p>
          <a:p>
            <a:pPr indent="0" lvl="0" marL="0" marR="0" rtl="0" algn="l">
              <a:lnSpc>
                <a:spcPct val="192000"/>
              </a:lnSpc>
              <a:spcBef>
                <a:spcPts val="0"/>
              </a:spcBef>
              <a:spcAft>
                <a:spcPts val="0"/>
              </a:spcAft>
              <a:buNone/>
            </a:pPr>
            <a:r>
              <a:t/>
            </a:r>
            <a:endParaRPr b="1" i="0" sz="5000" u="none" cap="none" strike="noStrike">
              <a:solidFill>
                <a:srgbClr val="20538B"/>
              </a:solidFill>
              <a:latin typeface="Arial"/>
              <a:ea typeface="Arial"/>
              <a:cs typeface="Arial"/>
              <a:sym typeface="Arial"/>
            </a:endParaRPr>
          </a:p>
        </p:txBody>
      </p:sp>
      <p:sp>
        <p:nvSpPr>
          <p:cNvPr id="897" name="Google Shape;897;h32a9095667746e33_0_217"/>
          <p:cNvSpPr txBox="1"/>
          <p:nvPr/>
        </p:nvSpPr>
        <p:spPr>
          <a:xfrm>
            <a:off x="1437501" y="920715"/>
            <a:ext cx="834600" cy="751200"/>
          </a:xfrm>
          <a:prstGeom prst="rect">
            <a:avLst/>
          </a:prstGeom>
          <a:noFill/>
          <a:ln>
            <a:noFill/>
          </a:ln>
        </p:spPr>
        <p:txBody>
          <a:bodyPr anchorCtr="0" anchor="t" bIns="0" lIns="0" spcFirstLastPara="1" rIns="0" wrap="square" tIns="0">
            <a:spAutoFit/>
          </a:bodyPr>
          <a:lstStyle/>
          <a:p>
            <a:pPr indent="0" lvl="0" marL="0" marR="0" rtl="0" algn="l">
              <a:lnSpc>
                <a:spcPct val="192009"/>
              </a:lnSpc>
              <a:spcBef>
                <a:spcPts val="0"/>
              </a:spcBef>
              <a:spcAft>
                <a:spcPts val="0"/>
              </a:spcAft>
              <a:buNone/>
            </a:pPr>
            <a:r>
              <a:rPr b="1" i="0" lang="en-US" sz="4881" u="none" cap="none" strike="noStrike">
                <a:solidFill>
                  <a:srgbClr val="CBDDEF"/>
                </a:solidFill>
                <a:latin typeface="Arial"/>
                <a:ea typeface="Arial"/>
                <a:cs typeface="Arial"/>
                <a:sym typeface="Arial"/>
              </a:rPr>
              <a:t>0</a:t>
            </a:r>
            <a:r>
              <a:rPr b="1" lang="en-US" sz="4881">
                <a:solidFill>
                  <a:srgbClr val="CBDDEF"/>
                </a:solidFill>
              </a:rPr>
              <a:t>4</a:t>
            </a:r>
            <a:endParaRPr/>
          </a:p>
        </p:txBody>
      </p:sp>
      <p:sp>
        <p:nvSpPr>
          <p:cNvPr id="898" name="Google Shape;898;h32a9095667746e33_0_217"/>
          <p:cNvSpPr txBox="1"/>
          <p:nvPr/>
        </p:nvSpPr>
        <p:spPr>
          <a:xfrm>
            <a:off x="10508763" y="2925850"/>
            <a:ext cx="6833700" cy="4311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US" sz="2800">
                <a:solidFill>
                  <a:srgbClr val="20538B"/>
                </a:solidFill>
              </a:rPr>
              <a:t>점검 항목 - 2. </a:t>
            </a:r>
            <a:r>
              <a:rPr b="1" lang="en-US" sz="2800">
                <a:solidFill>
                  <a:srgbClr val="20538B"/>
                </a:solidFill>
              </a:rPr>
              <a:t>고정 패스워드 생성</a:t>
            </a:r>
            <a:endParaRPr/>
          </a:p>
        </p:txBody>
      </p:sp>
      <p:sp>
        <p:nvSpPr>
          <p:cNvPr id="899" name="Google Shape;899;h32a9095667746e33_0_217"/>
          <p:cNvSpPr txBox="1"/>
          <p:nvPr/>
        </p:nvSpPr>
        <p:spPr>
          <a:xfrm>
            <a:off x="10279300" y="4058950"/>
            <a:ext cx="7063200" cy="2200200"/>
          </a:xfrm>
          <a:prstGeom prst="rect">
            <a:avLst/>
          </a:prstGeom>
          <a:noFill/>
          <a:ln>
            <a:noFill/>
          </a:ln>
        </p:spPr>
        <p:txBody>
          <a:bodyPr anchorCtr="0" anchor="t" bIns="0" lIns="0" spcFirstLastPara="1" rIns="0" wrap="square" tIns="0">
            <a:spAutoFit/>
          </a:bodyPr>
          <a:lstStyle/>
          <a:p>
            <a:pPr indent="-355536" lvl="0" marL="457200" marR="0" rtl="0" algn="l">
              <a:lnSpc>
                <a:spcPct val="155000"/>
              </a:lnSpc>
              <a:spcBef>
                <a:spcPts val="0"/>
              </a:spcBef>
              <a:spcAft>
                <a:spcPts val="0"/>
              </a:spcAft>
              <a:buClr>
                <a:srgbClr val="20538B"/>
              </a:buClr>
              <a:buSzPts val="1999"/>
              <a:buChar char="-"/>
            </a:pPr>
            <a:r>
              <a:rPr lang="en-US" sz="1999">
                <a:solidFill>
                  <a:srgbClr val="20538B"/>
                </a:solidFill>
              </a:rPr>
              <a:t>난수 생성 로직 없이 고정된 문자열(Temp1234!)로 비밀번호 갱신</a:t>
            </a:r>
            <a:endParaRPr sz="1999">
              <a:solidFill>
                <a:srgbClr val="20538B"/>
              </a:solidFill>
            </a:endParaRPr>
          </a:p>
          <a:p>
            <a:pPr indent="-355536" lvl="0" marL="457200" marR="0" rtl="0" algn="l">
              <a:lnSpc>
                <a:spcPct val="155000"/>
              </a:lnSpc>
              <a:spcBef>
                <a:spcPts val="0"/>
              </a:spcBef>
              <a:spcAft>
                <a:spcPts val="0"/>
              </a:spcAft>
              <a:buClr>
                <a:srgbClr val="20538B"/>
              </a:buClr>
              <a:buSzPts val="1999"/>
              <a:buChar char="-"/>
            </a:pPr>
            <a:r>
              <a:rPr lang="en-US" sz="1999">
                <a:solidFill>
                  <a:srgbClr val="20538B"/>
                </a:solidFill>
              </a:rPr>
              <a:t> </a:t>
            </a:r>
            <a:r>
              <a:rPr lang="en-US" sz="1999">
                <a:solidFill>
                  <a:srgbClr val="20538B"/>
                </a:solidFill>
              </a:rPr>
              <a:t>갱신된 임시 비밀번호를 평문 변수(found_password)에 그대로 할당</a:t>
            </a:r>
            <a:endParaRPr sz="1999">
              <a:solidFill>
                <a:srgbClr val="20538B"/>
              </a:solidFill>
            </a:endParaRPr>
          </a:p>
          <a:p>
            <a:pPr indent="0" lvl="0" marL="0" marR="0" rtl="0" algn="l">
              <a:lnSpc>
                <a:spcPct val="155000"/>
              </a:lnSpc>
              <a:spcBef>
                <a:spcPts val="0"/>
              </a:spcBef>
              <a:spcAft>
                <a:spcPts val="0"/>
              </a:spcAft>
              <a:buNone/>
            </a:pPr>
            <a:r>
              <a:t/>
            </a:r>
            <a:endParaRPr sz="1900">
              <a:solidFill>
                <a:srgbClr val="20538B"/>
              </a:solidFill>
            </a:endParaRPr>
          </a:p>
        </p:txBody>
      </p:sp>
      <p:pic>
        <p:nvPicPr>
          <p:cNvPr id="900" name="Google Shape;900;h32a9095667746e33_0_217"/>
          <p:cNvPicPr preferRelativeResize="0"/>
          <p:nvPr/>
        </p:nvPicPr>
        <p:blipFill>
          <a:blip r:embed="rId5">
            <a:alphaModFix/>
          </a:blip>
          <a:stretch>
            <a:fillRect/>
          </a:stretch>
        </p:blipFill>
        <p:spPr>
          <a:xfrm>
            <a:off x="1326300" y="2925850"/>
            <a:ext cx="8145675" cy="5270239"/>
          </a:xfrm>
          <a:prstGeom prst="rect">
            <a:avLst/>
          </a:prstGeom>
          <a:noFill/>
          <a:ln cap="flat" cmpd="sng" w="38100">
            <a:solidFill>
              <a:schemeClr val="dk1"/>
            </a:solidFill>
            <a:prstDash val="solid"/>
            <a:round/>
            <a:headEnd len="sm" w="sm" type="none"/>
            <a:tailEnd len="sm" w="sm" type="none"/>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4" name="Shape 904"/>
        <p:cNvGrpSpPr/>
        <p:nvPr/>
      </p:nvGrpSpPr>
      <p:grpSpPr>
        <a:xfrm>
          <a:off x="0" y="0"/>
          <a:ext cx="0" cy="0"/>
          <a:chOff x="0" y="0"/>
          <a:chExt cx="0" cy="0"/>
        </a:xfrm>
      </p:grpSpPr>
      <p:grpSp>
        <p:nvGrpSpPr>
          <p:cNvPr id="905" name="Google Shape;905;h32a9095667746e33_0_244"/>
          <p:cNvGrpSpPr/>
          <p:nvPr/>
        </p:nvGrpSpPr>
        <p:grpSpPr>
          <a:xfrm>
            <a:off x="-1081199" y="3274283"/>
            <a:ext cx="20615733" cy="7012716"/>
            <a:chOff x="-99239" y="-86"/>
            <a:chExt cx="27487644" cy="9350288"/>
          </a:xfrm>
        </p:grpSpPr>
        <p:grpSp>
          <p:nvGrpSpPr>
            <p:cNvPr id="906" name="Google Shape;906;h32a9095667746e33_0_244"/>
            <p:cNvGrpSpPr/>
            <p:nvPr/>
          </p:nvGrpSpPr>
          <p:grpSpPr>
            <a:xfrm rot="-5400000">
              <a:off x="11107617" y="-11206942"/>
              <a:ext cx="4770761" cy="27184472"/>
              <a:chOff x="0" y="-38100"/>
              <a:chExt cx="1831597" cy="10436700"/>
            </a:xfrm>
          </p:grpSpPr>
          <p:sp>
            <p:nvSpPr>
              <p:cNvPr id="907" name="Google Shape;907;h32a9095667746e33_0_244"/>
              <p:cNvSpPr/>
              <p:nvPr/>
            </p:nvSpPr>
            <p:spPr>
              <a:xfrm>
                <a:off x="0" y="0"/>
                <a:ext cx="1831597" cy="10398600"/>
              </a:xfrm>
              <a:custGeom>
                <a:rect b="b" l="l" r="r" t="t"/>
                <a:pathLst>
                  <a:path extrusionOk="0" h="10398600" w="1831597">
                    <a:moveTo>
                      <a:pt x="0" y="0"/>
                    </a:moveTo>
                    <a:lnTo>
                      <a:pt x="1831597" y="0"/>
                    </a:lnTo>
                    <a:lnTo>
                      <a:pt x="1831597" y="10398600"/>
                    </a:lnTo>
                    <a:lnTo>
                      <a:pt x="0" y="10398600"/>
                    </a:lnTo>
                    <a:close/>
                  </a:path>
                </a:pathLst>
              </a:custGeom>
              <a:solidFill>
                <a:srgbClr val="CBDDEF"/>
              </a:solidFill>
              <a:ln>
                <a:noFill/>
              </a:ln>
            </p:spPr>
          </p:sp>
          <p:sp>
            <p:nvSpPr>
              <p:cNvPr id="908" name="Google Shape;908;h32a9095667746e33_0_244"/>
              <p:cNvSpPr txBox="1"/>
              <p:nvPr/>
            </p:nvSpPr>
            <p:spPr>
              <a:xfrm>
                <a:off x="0" y="-38100"/>
                <a:ext cx="1831500" cy="10436700"/>
              </a:xfrm>
              <a:prstGeom prst="rect">
                <a:avLst/>
              </a:prstGeom>
              <a:noFill/>
              <a:ln>
                <a:noFill/>
              </a:ln>
            </p:spPr>
            <p:txBody>
              <a:bodyPr anchorCtr="0" anchor="ctr" bIns="27000" lIns="27000" spcFirstLastPara="1" rIns="27000" wrap="square" tIns="27000">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909" name="Google Shape;909;h32a9095667746e33_0_244"/>
            <p:cNvGrpSpPr/>
            <p:nvPr/>
          </p:nvGrpSpPr>
          <p:grpSpPr>
            <a:xfrm rot="-5400000">
              <a:off x="11637133" y="-6401070"/>
              <a:ext cx="4579844" cy="26922700"/>
              <a:chOff x="0" y="-38100"/>
              <a:chExt cx="1758300" cy="10336200"/>
            </a:xfrm>
          </p:grpSpPr>
          <p:sp>
            <p:nvSpPr>
              <p:cNvPr id="910" name="Google Shape;910;h32a9095667746e33_0_244"/>
              <p:cNvSpPr/>
              <p:nvPr/>
            </p:nvSpPr>
            <p:spPr>
              <a:xfrm>
                <a:off x="0" y="0"/>
                <a:ext cx="1758210" cy="10298040"/>
              </a:xfrm>
              <a:custGeom>
                <a:rect b="b" l="l" r="r" t="t"/>
                <a:pathLst>
                  <a:path extrusionOk="0" h="10298040" w="1758210">
                    <a:moveTo>
                      <a:pt x="0" y="0"/>
                    </a:moveTo>
                    <a:lnTo>
                      <a:pt x="1758210" y="0"/>
                    </a:lnTo>
                    <a:lnTo>
                      <a:pt x="1758210" y="10298040"/>
                    </a:lnTo>
                    <a:lnTo>
                      <a:pt x="0" y="10298040"/>
                    </a:lnTo>
                    <a:close/>
                  </a:path>
                </a:pathLst>
              </a:custGeom>
              <a:solidFill>
                <a:srgbClr val="94B6DA"/>
              </a:solidFill>
              <a:ln>
                <a:noFill/>
              </a:ln>
            </p:spPr>
          </p:sp>
          <p:sp>
            <p:nvSpPr>
              <p:cNvPr id="911" name="Google Shape;911;h32a9095667746e33_0_244"/>
              <p:cNvSpPr txBox="1"/>
              <p:nvPr/>
            </p:nvSpPr>
            <p:spPr>
              <a:xfrm>
                <a:off x="0" y="-38100"/>
                <a:ext cx="1758300" cy="10336200"/>
              </a:xfrm>
              <a:prstGeom prst="rect">
                <a:avLst/>
              </a:prstGeom>
              <a:noFill/>
              <a:ln>
                <a:noFill/>
              </a:ln>
            </p:spPr>
            <p:txBody>
              <a:bodyPr anchorCtr="0" anchor="ctr" bIns="27000" lIns="27000" spcFirstLastPara="1" rIns="27000" wrap="square" tIns="27000">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grpSp>
        <p:nvGrpSpPr>
          <p:cNvPr id="912" name="Google Shape;912;h32a9095667746e33_0_244"/>
          <p:cNvGrpSpPr/>
          <p:nvPr/>
        </p:nvGrpSpPr>
        <p:grpSpPr>
          <a:xfrm>
            <a:off x="659198" y="618412"/>
            <a:ext cx="16825838" cy="9050174"/>
            <a:chOff x="0" y="-108814"/>
            <a:chExt cx="22434451" cy="12066898"/>
          </a:xfrm>
        </p:grpSpPr>
        <p:grpSp>
          <p:nvGrpSpPr>
            <p:cNvPr id="913" name="Google Shape;913;h32a9095667746e33_0_244"/>
            <p:cNvGrpSpPr/>
            <p:nvPr/>
          </p:nvGrpSpPr>
          <p:grpSpPr>
            <a:xfrm>
              <a:off x="26537" y="10214891"/>
              <a:ext cx="22386840" cy="1743193"/>
              <a:chOff x="0" y="-47625"/>
              <a:chExt cx="9809754" cy="763855"/>
            </a:xfrm>
          </p:grpSpPr>
          <p:sp>
            <p:nvSpPr>
              <p:cNvPr id="914" name="Google Shape;914;h32a9095667746e33_0_244"/>
              <p:cNvSpPr/>
              <p:nvPr/>
            </p:nvSpPr>
            <p:spPr>
              <a:xfrm>
                <a:off x="0" y="0"/>
                <a:ext cx="9809754" cy="716230"/>
              </a:xfrm>
              <a:custGeom>
                <a:rect b="b" l="l" r="r" t="t"/>
                <a:pathLst>
                  <a:path extrusionOk="0" h="716230" w="9809754">
                    <a:moveTo>
                      <a:pt x="0" y="0"/>
                    </a:moveTo>
                    <a:lnTo>
                      <a:pt x="9809754" y="0"/>
                    </a:lnTo>
                    <a:lnTo>
                      <a:pt x="9809754" y="716230"/>
                    </a:lnTo>
                    <a:lnTo>
                      <a:pt x="0" y="716230"/>
                    </a:lnTo>
                    <a:close/>
                  </a:path>
                </a:pathLst>
              </a:custGeom>
              <a:solidFill>
                <a:srgbClr val="20538B"/>
              </a:solidFill>
              <a:ln cap="sq" cmpd="sng" w="38100">
                <a:solidFill>
                  <a:srgbClr val="20538B"/>
                </a:solidFill>
                <a:prstDash val="solid"/>
                <a:miter lim="8000"/>
                <a:headEnd len="sm" w="sm" type="none"/>
                <a:tailEnd len="sm" w="sm" type="none"/>
              </a:ln>
            </p:spPr>
          </p:sp>
          <p:sp>
            <p:nvSpPr>
              <p:cNvPr id="915" name="Google Shape;915;h32a9095667746e33_0_244"/>
              <p:cNvSpPr txBox="1"/>
              <p:nvPr/>
            </p:nvSpPr>
            <p:spPr>
              <a:xfrm>
                <a:off x="0" y="-47625"/>
                <a:ext cx="9809700" cy="763800"/>
              </a:xfrm>
              <a:prstGeom prst="rect">
                <a:avLst/>
              </a:prstGeom>
              <a:noFill/>
              <a:ln>
                <a:noFill/>
              </a:ln>
            </p:spPr>
            <p:txBody>
              <a:bodyPr anchorCtr="0" anchor="ctr" bIns="50800" lIns="50800" spcFirstLastPara="1" rIns="50800" wrap="square" tIns="50800">
                <a:noAutofit/>
              </a:bodyPr>
              <a:lstStyle/>
              <a:p>
                <a:pPr indent="0" lvl="0" marL="0" marR="0" rtl="0" algn="ctr">
                  <a:lnSpc>
                    <a:spcPct val="175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916" name="Google Shape;916;h32a9095667746e33_0_244"/>
            <p:cNvGrpSpPr/>
            <p:nvPr/>
          </p:nvGrpSpPr>
          <p:grpSpPr>
            <a:xfrm>
              <a:off x="0" y="-108814"/>
              <a:ext cx="22434451" cy="11946166"/>
              <a:chOff x="0" y="-47625"/>
              <a:chExt cx="9819000" cy="5228539"/>
            </a:xfrm>
          </p:grpSpPr>
          <p:sp>
            <p:nvSpPr>
              <p:cNvPr id="917" name="Google Shape;917;h32a9095667746e33_0_244"/>
              <p:cNvSpPr/>
              <p:nvPr/>
            </p:nvSpPr>
            <p:spPr>
              <a:xfrm>
                <a:off x="0" y="0"/>
                <a:ext cx="9818922" cy="5180914"/>
              </a:xfrm>
              <a:custGeom>
                <a:rect b="b" l="l" r="r" t="t"/>
                <a:pathLst>
                  <a:path extrusionOk="0" h="5180914" w="9818922">
                    <a:moveTo>
                      <a:pt x="0" y="0"/>
                    </a:moveTo>
                    <a:lnTo>
                      <a:pt x="9818922" y="0"/>
                    </a:lnTo>
                    <a:lnTo>
                      <a:pt x="9818922" y="5180914"/>
                    </a:lnTo>
                    <a:lnTo>
                      <a:pt x="0" y="5180914"/>
                    </a:lnTo>
                    <a:close/>
                  </a:path>
                </a:pathLst>
              </a:custGeom>
              <a:solidFill>
                <a:srgbClr val="FFFFFF"/>
              </a:solidFill>
              <a:ln cap="sq" cmpd="sng" w="38100">
                <a:solidFill>
                  <a:srgbClr val="20538B"/>
                </a:solidFill>
                <a:prstDash val="solid"/>
                <a:miter lim="8000"/>
                <a:headEnd len="sm" w="sm" type="none"/>
                <a:tailEnd len="sm" w="sm" type="none"/>
              </a:ln>
            </p:spPr>
          </p:sp>
          <p:sp>
            <p:nvSpPr>
              <p:cNvPr id="918" name="Google Shape;918;h32a9095667746e33_0_244"/>
              <p:cNvSpPr txBox="1"/>
              <p:nvPr/>
            </p:nvSpPr>
            <p:spPr>
              <a:xfrm>
                <a:off x="0" y="-47625"/>
                <a:ext cx="9819000" cy="5228400"/>
              </a:xfrm>
              <a:prstGeom prst="rect">
                <a:avLst/>
              </a:prstGeom>
              <a:noFill/>
              <a:ln>
                <a:noFill/>
              </a:ln>
            </p:spPr>
            <p:txBody>
              <a:bodyPr anchorCtr="0" anchor="ctr" bIns="50800" lIns="50800" spcFirstLastPara="1" rIns="50800" wrap="square" tIns="50800">
                <a:noAutofit/>
              </a:bodyPr>
              <a:lstStyle/>
              <a:p>
                <a:pPr indent="0" lvl="0" marL="0" marR="0" rtl="0" algn="ctr">
                  <a:lnSpc>
                    <a:spcPct val="175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grpSp>
        <p:nvGrpSpPr>
          <p:cNvPr id="919" name="Google Shape;919;h32a9095667746e33_0_244"/>
          <p:cNvGrpSpPr/>
          <p:nvPr/>
        </p:nvGrpSpPr>
        <p:grpSpPr>
          <a:xfrm>
            <a:off x="763743" y="662704"/>
            <a:ext cx="16759942" cy="1561150"/>
            <a:chOff x="0" y="-38100"/>
            <a:chExt cx="8581200" cy="799319"/>
          </a:xfrm>
        </p:grpSpPr>
        <p:sp>
          <p:nvSpPr>
            <p:cNvPr id="920" name="Google Shape;920;h32a9095667746e33_0_244"/>
            <p:cNvSpPr/>
            <p:nvPr/>
          </p:nvSpPr>
          <p:spPr>
            <a:xfrm>
              <a:off x="0" y="0"/>
              <a:ext cx="8581180" cy="761219"/>
            </a:xfrm>
            <a:custGeom>
              <a:rect b="b" l="l" r="r" t="t"/>
              <a:pathLst>
                <a:path extrusionOk="0" h="761219" w="8581180">
                  <a:moveTo>
                    <a:pt x="0" y="0"/>
                  </a:moveTo>
                  <a:lnTo>
                    <a:pt x="8581180" y="0"/>
                  </a:lnTo>
                  <a:lnTo>
                    <a:pt x="8581180" y="761219"/>
                  </a:lnTo>
                  <a:lnTo>
                    <a:pt x="0" y="761219"/>
                  </a:lnTo>
                  <a:close/>
                </a:path>
              </a:pathLst>
            </a:custGeom>
            <a:solidFill>
              <a:srgbClr val="EEF6FF"/>
            </a:solidFill>
            <a:ln cap="sq" cmpd="sng" w="9525">
              <a:solidFill>
                <a:srgbClr val="20538B"/>
              </a:solidFill>
              <a:prstDash val="solid"/>
              <a:miter lim="8000"/>
              <a:headEnd len="sm" w="sm" type="none"/>
              <a:tailEnd len="sm" w="sm" type="none"/>
            </a:ln>
          </p:spPr>
        </p:sp>
        <p:sp>
          <p:nvSpPr>
            <p:cNvPr id="921" name="Google Shape;921;h32a9095667746e33_0_244"/>
            <p:cNvSpPr txBox="1"/>
            <p:nvPr/>
          </p:nvSpPr>
          <p:spPr>
            <a:xfrm>
              <a:off x="0" y="-38100"/>
              <a:ext cx="8581200" cy="799200"/>
            </a:xfrm>
            <a:prstGeom prst="rect">
              <a:avLst/>
            </a:prstGeom>
            <a:noFill/>
            <a:ln>
              <a:noFill/>
            </a:ln>
          </p:spPr>
          <p:txBody>
            <a:bodyPr anchorCtr="0" anchor="ctr" bIns="39175" lIns="39175" spcFirstLastPara="1" rIns="39175" wrap="square" tIns="39175">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922" name="Google Shape;922;h32a9095667746e33_0_244"/>
          <p:cNvSpPr/>
          <p:nvPr/>
        </p:nvSpPr>
        <p:spPr>
          <a:xfrm>
            <a:off x="15531691" y="160918"/>
            <a:ext cx="996214" cy="1021758"/>
          </a:xfrm>
          <a:custGeom>
            <a:rect b="b" l="l" r="r" t="t"/>
            <a:pathLst>
              <a:path extrusionOk="0" h="1021758" w="996214">
                <a:moveTo>
                  <a:pt x="0" y="0"/>
                </a:moveTo>
                <a:lnTo>
                  <a:pt x="996214" y="0"/>
                </a:lnTo>
                <a:lnTo>
                  <a:pt x="996214" y="1021758"/>
                </a:lnTo>
                <a:lnTo>
                  <a:pt x="0" y="1021758"/>
                </a:lnTo>
                <a:lnTo>
                  <a:pt x="0" y="0"/>
                </a:lnTo>
                <a:close/>
              </a:path>
            </a:pathLst>
          </a:custGeom>
          <a:blipFill rotWithShape="1">
            <a:blip r:embed="rId3">
              <a:alphaModFix/>
            </a:blip>
            <a:stretch>
              <a:fillRect b="0" l="0" r="0" t="0"/>
            </a:stretch>
          </a:blipFill>
          <a:ln>
            <a:noFill/>
          </a:ln>
        </p:spPr>
      </p:sp>
      <p:sp>
        <p:nvSpPr>
          <p:cNvPr id="923" name="Google Shape;923;h32a9095667746e33_0_244"/>
          <p:cNvSpPr/>
          <p:nvPr/>
        </p:nvSpPr>
        <p:spPr>
          <a:xfrm>
            <a:off x="10006985" y="3007766"/>
            <a:ext cx="272321" cy="272321"/>
          </a:xfrm>
          <a:custGeom>
            <a:rect b="b" l="l" r="r" t="t"/>
            <a:pathLst>
              <a:path extrusionOk="0" h="272321" w="272321">
                <a:moveTo>
                  <a:pt x="0" y="0"/>
                </a:moveTo>
                <a:lnTo>
                  <a:pt x="272321" y="0"/>
                </a:lnTo>
                <a:lnTo>
                  <a:pt x="272321" y="272321"/>
                </a:lnTo>
                <a:lnTo>
                  <a:pt x="0" y="272321"/>
                </a:lnTo>
                <a:lnTo>
                  <a:pt x="0" y="0"/>
                </a:lnTo>
                <a:close/>
              </a:path>
            </a:pathLst>
          </a:custGeom>
          <a:blipFill rotWithShape="1">
            <a:blip r:embed="rId4">
              <a:alphaModFix/>
            </a:blip>
            <a:stretch>
              <a:fillRect b="0" l="0" r="0" t="0"/>
            </a:stretch>
          </a:blipFill>
          <a:ln>
            <a:noFill/>
          </a:ln>
        </p:spPr>
      </p:sp>
      <p:sp>
        <p:nvSpPr>
          <p:cNvPr id="924" name="Google Shape;924;h32a9095667746e33_0_244"/>
          <p:cNvSpPr txBox="1"/>
          <p:nvPr/>
        </p:nvSpPr>
        <p:spPr>
          <a:xfrm>
            <a:off x="2412975" y="965900"/>
            <a:ext cx="14918400" cy="2247300"/>
          </a:xfrm>
          <a:prstGeom prst="rect">
            <a:avLst/>
          </a:prstGeom>
          <a:noFill/>
          <a:ln>
            <a:noFill/>
          </a:ln>
        </p:spPr>
        <p:txBody>
          <a:bodyPr anchorCtr="0" anchor="t" bIns="0" lIns="0" spcFirstLastPara="1" rIns="0" wrap="square" tIns="0">
            <a:spAutoFit/>
          </a:bodyPr>
          <a:lstStyle/>
          <a:p>
            <a:pPr indent="0" lvl="0" marL="0" marR="0" rtl="0" algn="l">
              <a:lnSpc>
                <a:spcPct val="192000"/>
              </a:lnSpc>
              <a:spcBef>
                <a:spcPts val="0"/>
              </a:spcBef>
              <a:spcAft>
                <a:spcPts val="0"/>
              </a:spcAft>
              <a:buNone/>
            </a:pPr>
            <a:r>
              <a:rPr b="1" i="0" lang="en-US" sz="5000" u="none" cap="none" strike="noStrike">
                <a:solidFill>
                  <a:srgbClr val="20538B"/>
                </a:solidFill>
                <a:latin typeface="Arial"/>
                <a:ea typeface="Arial"/>
                <a:cs typeface="Arial"/>
                <a:sym typeface="Arial"/>
              </a:rPr>
              <a:t>취약점 분석 및 시나리오 - </a:t>
            </a:r>
            <a:r>
              <a:rPr b="1" lang="en-US" sz="3500">
                <a:solidFill>
                  <a:srgbClr val="20538B"/>
                </a:solidFill>
              </a:rPr>
              <a:t>취약한 비밀번호 복구 절차</a:t>
            </a:r>
            <a:endParaRPr sz="3500"/>
          </a:p>
          <a:p>
            <a:pPr indent="0" lvl="0" marL="0" marR="0" rtl="0" algn="l">
              <a:lnSpc>
                <a:spcPct val="192000"/>
              </a:lnSpc>
              <a:spcBef>
                <a:spcPts val="0"/>
              </a:spcBef>
              <a:spcAft>
                <a:spcPts val="0"/>
              </a:spcAft>
              <a:buNone/>
            </a:pPr>
            <a:r>
              <a:t/>
            </a:r>
            <a:endParaRPr b="1" i="0" sz="5000" u="none" cap="none" strike="noStrike">
              <a:solidFill>
                <a:srgbClr val="20538B"/>
              </a:solidFill>
              <a:latin typeface="Arial"/>
              <a:ea typeface="Arial"/>
              <a:cs typeface="Arial"/>
              <a:sym typeface="Arial"/>
            </a:endParaRPr>
          </a:p>
        </p:txBody>
      </p:sp>
      <p:sp>
        <p:nvSpPr>
          <p:cNvPr id="925" name="Google Shape;925;h32a9095667746e33_0_244"/>
          <p:cNvSpPr txBox="1"/>
          <p:nvPr/>
        </p:nvSpPr>
        <p:spPr>
          <a:xfrm>
            <a:off x="1437501" y="920715"/>
            <a:ext cx="834600" cy="751200"/>
          </a:xfrm>
          <a:prstGeom prst="rect">
            <a:avLst/>
          </a:prstGeom>
          <a:noFill/>
          <a:ln>
            <a:noFill/>
          </a:ln>
        </p:spPr>
        <p:txBody>
          <a:bodyPr anchorCtr="0" anchor="t" bIns="0" lIns="0" spcFirstLastPara="1" rIns="0" wrap="square" tIns="0">
            <a:spAutoFit/>
          </a:bodyPr>
          <a:lstStyle/>
          <a:p>
            <a:pPr indent="0" lvl="0" marL="0" marR="0" rtl="0" algn="l">
              <a:lnSpc>
                <a:spcPct val="192009"/>
              </a:lnSpc>
              <a:spcBef>
                <a:spcPts val="0"/>
              </a:spcBef>
              <a:spcAft>
                <a:spcPts val="0"/>
              </a:spcAft>
              <a:buNone/>
            </a:pPr>
            <a:r>
              <a:rPr b="1" i="0" lang="en-US" sz="4881" u="none" cap="none" strike="noStrike">
                <a:solidFill>
                  <a:srgbClr val="CBDDEF"/>
                </a:solidFill>
                <a:latin typeface="Arial"/>
                <a:ea typeface="Arial"/>
                <a:cs typeface="Arial"/>
                <a:sym typeface="Arial"/>
              </a:rPr>
              <a:t>0</a:t>
            </a:r>
            <a:r>
              <a:rPr b="1" lang="en-US" sz="4881">
                <a:solidFill>
                  <a:srgbClr val="CBDDEF"/>
                </a:solidFill>
              </a:rPr>
              <a:t>4</a:t>
            </a:r>
            <a:endParaRPr/>
          </a:p>
        </p:txBody>
      </p:sp>
      <p:sp>
        <p:nvSpPr>
          <p:cNvPr id="926" name="Google Shape;926;h32a9095667746e33_0_244"/>
          <p:cNvSpPr txBox="1"/>
          <p:nvPr/>
        </p:nvSpPr>
        <p:spPr>
          <a:xfrm>
            <a:off x="10508763" y="2925850"/>
            <a:ext cx="6833700" cy="4311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US" sz="2800">
                <a:solidFill>
                  <a:srgbClr val="20538B"/>
                </a:solidFill>
              </a:rPr>
              <a:t>점검 항목 - 3. </a:t>
            </a:r>
            <a:r>
              <a:rPr b="1" lang="en-US" sz="2800">
                <a:solidFill>
                  <a:srgbClr val="20538B"/>
                </a:solidFill>
              </a:rPr>
              <a:t>웹 템플릿 내 평문 노출</a:t>
            </a:r>
            <a:endParaRPr/>
          </a:p>
        </p:txBody>
      </p:sp>
      <p:sp>
        <p:nvSpPr>
          <p:cNvPr id="927" name="Google Shape;927;h32a9095667746e33_0_244"/>
          <p:cNvSpPr txBox="1"/>
          <p:nvPr/>
        </p:nvSpPr>
        <p:spPr>
          <a:xfrm>
            <a:off x="10279296" y="3951122"/>
            <a:ext cx="6567300" cy="1738500"/>
          </a:xfrm>
          <a:prstGeom prst="rect">
            <a:avLst/>
          </a:prstGeom>
          <a:noFill/>
          <a:ln>
            <a:noFill/>
          </a:ln>
        </p:spPr>
        <p:txBody>
          <a:bodyPr anchorCtr="0" anchor="t" bIns="0" lIns="0" spcFirstLastPara="1" rIns="0" wrap="square" tIns="0">
            <a:spAutoFit/>
          </a:bodyPr>
          <a:lstStyle/>
          <a:p>
            <a:pPr indent="-355536" lvl="0" marL="457200" marR="0" rtl="0" algn="l">
              <a:lnSpc>
                <a:spcPct val="155000"/>
              </a:lnSpc>
              <a:spcBef>
                <a:spcPts val="0"/>
              </a:spcBef>
              <a:spcAft>
                <a:spcPts val="0"/>
              </a:spcAft>
              <a:buClr>
                <a:srgbClr val="20538B"/>
              </a:buClr>
              <a:buSzPts val="1999"/>
              <a:buChar char="-"/>
            </a:pPr>
            <a:r>
              <a:rPr lang="en-US" sz="1999">
                <a:solidFill>
                  <a:srgbClr val="20538B"/>
                </a:solidFill>
              </a:rPr>
              <a:t>서버 변수 found_password 값을 마스킹 없이 그대로 출력</a:t>
            </a:r>
            <a:endParaRPr sz="1999">
              <a:solidFill>
                <a:srgbClr val="20538B"/>
              </a:solidFill>
            </a:endParaRPr>
          </a:p>
          <a:p>
            <a:pPr indent="-355536" lvl="0" marL="457200" marR="0" rtl="0" algn="l">
              <a:lnSpc>
                <a:spcPct val="155000"/>
              </a:lnSpc>
              <a:spcBef>
                <a:spcPts val="0"/>
              </a:spcBef>
              <a:spcAft>
                <a:spcPts val="0"/>
              </a:spcAft>
              <a:buClr>
                <a:srgbClr val="20538B"/>
              </a:buClr>
              <a:buSzPts val="1999"/>
              <a:buChar char="-"/>
            </a:pPr>
            <a:r>
              <a:rPr lang="en-US" sz="1999">
                <a:solidFill>
                  <a:srgbClr val="20538B"/>
                </a:solidFill>
              </a:rPr>
              <a:t>비밀번호 복구 성공 시 .success-box 영역 내 평문 노출 확인</a:t>
            </a:r>
            <a:endParaRPr sz="1999">
              <a:solidFill>
                <a:srgbClr val="20538B"/>
              </a:solidFill>
            </a:endParaRPr>
          </a:p>
          <a:p>
            <a:pPr indent="-355536" lvl="0" marL="457200" marR="0" rtl="0" algn="l">
              <a:lnSpc>
                <a:spcPct val="155000"/>
              </a:lnSpc>
              <a:spcBef>
                <a:spcPts val="0"/>
              </a:spcBef>
              <a:spcAft>
                <a:spcPts val="0"/>
              </a:spcAft>
              <a:buClr>
                <a:srgbClr val="20538B"/>
              </a:buClr>
              <a:buSzPts val="1999"/>
              <a:buChar char="-"/>
            </a:pPr>
            <a:r>
              <a:rPr lang="en-US" sz="1999">
                <a:solidFill>
                  <a:srgbClr val="20538B"/>
                </a:solidFill>
              </a:rPr>
              <a:t>외부 링크나 인증 절차 없이 ‘로그인하러 가기’ 버튼만 제공</a:t>
            </a:r>
            <a:r>
              <a:rPr lang="en-US" sz="1999">
                <a:solidFill>
                  <a:srgbClr val="20538B"/>
                </a:solidFill>
              </a:rPr>
              <a:t> </a:t>
            </a:r>
            <a:endParaRPr sz="1900">
              <a:solidFill>
                <a:srgbClr val="20538B"/>
              </a:solidFill>
            </a:endParaRPr>
          </a:p>
        </p:txBody>
      </p:sp>
      <p:pic>
        <p:nvPicPr>
          <p:cNvPr id="928" name="Google Shape;928;h32a9095667746e33_0_244" title="recovery2.png"/>
          <p:cNvPicPr preferRelativeResize="0"/>
          <p:nvPr/>
        </p:nvPicPr>
        <p:blipFill>
          <a:blip r:embed="rId5">
            <a:alphaModFix/>
          </a:blip>
          <a:stretch>
            <a:fillRect/>
          </a:stretch>
        </p:blipFill>
        <p:spPr>
          <a:xfrm>
            <a:off x="1437500" y="4179650"/>
            <a:ext cx="8055542" cy="2247300"/>
          </a:xfrm>
          <a:prstGeom prst="rect">
            <a:avLst/>
          </a:prstGeom>
          <a:noFill/>
          <a:ln cap="flat" cmpd="sng" w="38100">
            <a:solidFill>
              <a:schemeClr val="dk1"/>
            </a:solidFill>
            <a:prstDash val="solid"/>
            <a:round/>
            <a:headEnd len="sm" w="sm" type="none"/>
            <a:tailEnd len="sm" w="sm" type="none"/>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2" name="Shape 932"/>
        <p:cNvGrpSpPr/>
        <p:nvPr/>
      </p:nvGrpSpPr>
      <p:grpSpPr>
        <a:xfrm>
          <a:off x="0" y="0"/>
          <a:ext cx="0" cy="0"/>
          <a:chOff x="0" y="0"/>
          <a:chExt cx="0" cy="0"/>
        </a:xfrm>
      </p:grpSpPr>
      <p:grpSp>
        <p:nvGrpSpPr>
          <p:cNvPr id="933" name="Google Shape;933;h32a9095667746e33_0_305"/>
          <p:cNvGrpSpPr/>
          <p:nvPr/>
        </p:nvGrpSpPr>
        <p:grpSpPr>
          <a:xfrm>
            <a:off x="-1081199" y="3274283"/>
            <a:ext cx="20615733" cy="7012716"/>
            <a:chOff x="-99239" y="-86"/>
            <a:chExt cx="27487644" cy="9350288"/>
          </a:xfrm>
        </p:grpSpPr>
        <p:grpSp>
          <p:nvGrpSpPr>
            <p:cNvPr id="934" name="Google Shape;934;h32a9095667746e33_0_305"/>
            <p:cNvGrpSpPr/>
            <p:nvPr/>
          </p:nvGrpSpPr>
          <p:grpSpPr>
            <a:xfrm rot="-5400000">
              <a:off x="11107617" y="-11206942"/>
              <a:ext cx="4770761" cy="27184472"/>
              <a:chOff x="0" y="-38100"/>
              <a:chExt cx="1831597" cy="10436700"/>
            </a:xfrm>
          </p:grpSpPr>
          <p:sp>
            <p:nvSpPr>
              <p:cNvPr id="935" name="Google Shape;935;h32a9095667746e33_0_305"/>
              <p:cNvSpPr/>
              <p:nvPr/>
            </p:nvSpPr>
            <p:spPr>
              <a:xfrm>
                <a:off x="0" y="0"/>
                <a:ext cx="1831597" cy="10398600"/>
              </a:xfrm>
              <a:custGeom>
                <a:rect b="b" l="l" r="r" t="t"/>
                <a:pathLst>
                  <a:path extrusionOk="0" h="10398600" w="1831597">
                    <a:moveTo>
                      <a:pt x="0" y="0"/>
                    </a:moveTo>
                    <a:lnTo>
                      <a:pt x="1831597" y="0"/>
                    </a:lnTo>
                    <a:lnTo>
                      <a:pt x="1831597" y="10398600"/>
                    </a:lnTo>
                    <a:lnTo>
                      <a:pt x="0" y="10398600"/>
                    </a:lnTo>
                    <a:close/>
                  </a:path>
                </a:pathLst>
              </a:custGeom>
              <a:solidFill>
                <a:srgbClr val="CBDDEF"/>
              </a:solidFill>
              <a:ln>
                <a:noFill/>
              </a:ln>
            </p:spPr>
          </p:sp>
          <p:sp>
            <p:nvSpPr>
              <p:cNvPr id="936" name="Google Shape;936;h32a9095667746e33_0_305"/>
              <p:cNvSpPr txBox="1"/>
              <p:nvPr/>
            </p:nvSpPr>
            <p:spPr>
              <a:xfrm>
                <a:off x="0" y="-38100"/>
                <a:ext cx="1831500" cy="10436700"/>
              </a:xfrm>
              <a:prstGeom prst="rect">
                <a:avLst/>
              </a:prstGeom>
              <a:noFill/>
              <a:ln>
                <a:noFill/>
              </a:ln>
            </p:spPr>
            <p:txBody>
              <a:bodyPr anchorCtr="0" anchor="ctr" bIns="27000" lIns="27000" spcFirstLastPara="1" rIns="27000" wrap="square" tIns="27000">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937" name="Google Shape;937;h32a9095667746e33_0_305"/>
            <p:cNvGrpSpPr/>
            <p:nvPr/>
          </p:nvGrpSpPr>
          <p:grpSpPr>
            <a:xfrm rot="-5400000">
              <a:off x="11637133" y="-6401070"/>
              <a:ext cx="4579844" cy="26922700"/>
              <a:chOff x="0" y="-38100"/>
              <a:chExt cx="1758300" cy="10336200"/>
            </a:xfrm>
          </p:grpSpPr>
          <p:sp>
            <p:nvSpPr>
              <p:cNvPr id="938" name="Google Shape;938;h32a9095667746e33_0_305"/>
              <p:cNvSpPr/>
              <p:nvPr/>
            </p:nvSpPr>
            <p:spPr>
              <a:xfrm>
                <a:off x="0" y="0"/>
                <a:ext cx="1758210" cy="10298040"/>
              </a:xfrm>
              <a:custGeom>
                <a:rect b="b" l="l" r="r" t="t"/>
                <a:pathLst>
                  <a:path extrusionOk="0" h="10298040" w="1758210">
                    <a:moveTo>
                      <a:pt x="0" y="0"/>
                    </a:moveTo>
                    <a:lnTo>
                      <a:pt x="1758210" y="0"/>
                    </a:lnTo>
                    <a:lnTo>
                      <a:pt x="1758210" y="10298040"/>
                    </a:lnTo>
                    <a:lnTo>
                      <a:pt x="0" y="10298040"/>
                    </a:lnTo>
                    <a:close/>
                  </a:path>
                </a:pathLst>
              </a:custGeom>
              <a:solidFill>
                <a:srgbClr val="94B6DA"/>
              </a:solidFill>
              <a:ln>
                <a:noFill/>
              </a:ln>
            </p:spPr>
          </p:sp>
          <p:sp>
            <p:nvSpPr>
              <p:cNvPr id="939" name="Google Shape;939;h32a9095667746e33_0_305"/>
              <p:cNvSpPr txBox="1"/>
              <p:nvPr/>
            </p:nvSpPr>
            <p:spPr>
              <a:xfrm>
                <a:off x="0" y="-38100"/>
                <a:ext cx="1758300" cy="10336200"/>
              </a:xfrm>
              <a:prstGeom prst="rect">
                <a:avLst/>
              </a:prstGeom>
              <a:noFill/>
              <a:ln>
                <a:noFill/>
              </a:ln>
            </p:spPr>
            <p:txBody>
              <a:bodyPr anchorCtr="0" anchor="ctr" bIns="27000" lIns="27000" spcFirstLastPara="1" rIns="27000" wrap="square" tIns="27000">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grpSp>
        <p:nvGrpSpPr>
          <p:cNvPr id="940" name="Google Shape;940;h32a9095667746e33_0_305"/>
          <p:cNvGrpSpPr/>
          <p:nvPr/>
        </p:nvGrpSpPr>
        <p:grpSpPr>
          <a:xfrm>
            <a:off x="659198" y="618412"/>
            <a:ext cx="16825838" cy="9050174"/>
            <a:chOff x="0" y="-108814"/>
            <a:chExt cx="22434451" cy="12066898"/>
          </a:xfrm>
        </p:grpSpPr>
        <p:grpSp>
          <p:nvGrpSpPr>
            <p:cNvPr id="941" name="Google Shape;941;h32a9095667746e33_0_305"/>
            <p:cNvGrpSpPr/>
            <p:nvPr/>
          </p:nvGrpSpPr>
          <p:grpSpPr>
            <a:xfrm>
              <a:off x="26537" y="10214891"/>
              <a:ext cx="22386840" cy="1743193"/>
              <a:chOff x="0" y="-47625"/>
              <a:chExt cx="9809754" cy="763855"/>
            </a:xfrm>
          </p:grpSpPr>
          <p:sp>
            <p:nvSpPr>
              <p:cNvPr id="942" name="Google Shape;942;h32a9095667746e33_0_305"/>
              <p:cNvSpPr/>
              <p:nvPr/>
            </p:nvSpPr>
            <p:spPr>
              <a:xfrm>
                <a:off x="0" y="0"/>
                <a:ext cx="9809754" cy="716230"/>
              </a:xfrm>
              <a:custGeom>
                <a:rect b="b" l="l" r="r" t="t"/>
                <a:pathLst>
                  <a:path extrusionOk="0" h="716230" w="9809754">
                    <a:moveTo>
                      <a:pt x="0" y="0"/>
                    </a:moveTo>
                    <a:lnTo>
                      <a:pt x="9809754" y="0"/>
                    </a:lnTo>
                    <a:lnTo>
                      <a:pt x="9809754" y="716230"/>
                    </a:lnTo>
                    <a:lnTo>
                      <a:pt x="0" y="716230"/>
                    </a:lnTo>
                    <a:close/>
                  </a:path>
                </a:pathLst>
              </a:custGeom>
              <a:solidFill>
                <a:srgbClr val="20538B"/>
              </a:solidFill>
              <a:ln cap="sq" cmpd="sng" w="38100">
                <a:solidFill>
                  <a:srgbClr val="20538B"/>
                </a:solidFill>
                <a:prstDash val="solid"/>
                <a:miter lim="8000"/>
                <a:headEnd len="sm" w="sm" type="none"/>
                <a:tailEnd len="sm" w="sm" type="none"/>
              </a:ln>
            </p:spPr>
          </p:sp>
          <p:sp>
            <p:nvSpPr>
              <p:cNvPr id="943" name="Google Shape;943;h32a9095667746e33_0_305"/>
              <p:cNvSpPr txBox="1"/>
              <p:nvPr/>
            </p:nvSpPr>
            <p:spPr>
              <a:xfrm>
                <a:off x="0" y="-47625"/>
                <a:ext cx="9809700" cy="763800"/>
              </a:xfrm>
              <a:prstGeom prst="rect">
                <a:avLst/>
              </a:prstGeom>
              <a:noFill/>
              <a:ln>
                <a:noFill/>
              </a:ln>
            </p:spPr>
            <p:txBody>
              <a:bodyPr anchorCtr="0" anchor="ctr" bIns="50800" lIns="50800" spcFirstLastPara="1" rIns="50800" wrap="square" tIns="50800">
                <a:noAutofit/>
              </a:bodyPr>
              <a:lstStyle/>
              <a:p>
                <a:pPr indent="0" lvl="0" marL="0" marR="0" rtl="0" algn="ctr">
                  <a:lnSpc>
                    <a:spcPct val="175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944" name="Google Shape;944;h32a9095667746e33_0_305"/>
            <p:cNvGrpSpPr/>
            <p:nvPr/>
          </p:nvGrpSpPr>
          <p:grpSpPr>
            <a:xfrm>
              <a:off x="0" y="-108814"/>
              <a:ext cx="22434451" cy="11946166"/>
              <a:chOff x="0" y="-47625"/>
              <a:chExt cx="9819000" cy="5228539"/>
            </a:xfrm>
          </p:grpSpPr>
          <p:sp>
            <p:nvSpPr>
              <p:cNvPr id="945" name="Google Shape;945;h32a9095667746e33_0_305"/>
              <p:cNvSpPr/>
              <p:nvPr/>
            </p:nvSpPr>
            <p:spPr>
              <a:xfrm>
                <a:off x="0" y="0"/>
                <a:ext cx="9818922" cy="5180914"/>
              </a:xfrm>
              <a:custGeom>
                <a:rect b="b" l="l" r="r" t="t"/>
                <a:pathLst>
                  <a:path extrusionOk="0" h="5180914" w="9818922">
                    <a:moveTo>
                      <a:pt x="0" y="0"/>
                    </a:moveTo>
                    <a:lnTo>
                      <a:pt x="9818922" y="0"/>
                    </a:lnTo>
                    <a:lnTo>
                      <a:pt x="9818922" y="5180914"/>
                    </a:lnTo>
                    <a:lnTo>
                      <a:pt x="0" y="5180914"/>
                    </a:lnTo>
                    <a:close/>
                  </a:path>
                </a:pathLst>
              </a:custGeom>
              <a:solidFill>
                <a:srgbClr val="FFFFFF"/>
              </a:solidFill>
              <a:ln cap="sq" cmpd="sng" w="38100">
                <a:solidFill>
                  <a:srgbClr val="20538B"/>
                </a:solidFill>
                <a:prstDash val="solid"/>
                <a:miter lim="8000"/>
                <a:headEnd len="sm" w="sm" type="none"/>
                <a:tailEnd len="sm" w="sm" type="none"/>
              </a:ln>
            </p:spPr>
          </p:sp>
          <p:sp>
            <p:nvSpPr>
              <p:cNvPr id="946" name="Google Shape;946;h32a9095667746e33_0_305"/>
              <p:cNvSpPr txBox="1"/>
              <p:nvPr/>
            </p:nvSpPr>
            <p:spPr>
              <a:xfrm>
                <a:off x="0" y="-47625"/>
                <a:ext cx="9819000" cy="5228400"/>
              </a:xfrm>
              <a:prstGeom prst="rect">
                <a:avLst/>
              </a:prstGeom>
              <a:noFill/>
              <a:ln>
                <a:noFill/>
              </a:ln>
            </p:spPr>
            <p:txBody>
              <a:bodyPr anchorCtr="0" anchor="ctr" bIns="50800" lIns="50800" spcFirstLastPara="1" rIns="50800" wrap="square" tIns="50800">
                <a:noAutofit/>
              </a:bodyPr>
              <a:lstStyle/>
              <a:p>
                <a:pPr indent="0" lvl="0" marL="0" marR="0" rtl="0" algn="ctr">
                  <a:lnSpc>
                    <a:spcPct val="175722"/>
                  </a:lnSpc>
                  <a:spcBef>
                    <a:spcPts val="0"/>
                  </a:spcBef>
                  <a:spcAft>
                    <a:spcPts val="0"/>
                  </a:spcAft>
                  <a:buNone/>
                </a:pPr>
                <a:r>
                  <a:t/>
                </a:r>
                <a:endParaRPr sz="1999">
                  <a:solidFill>
                    <a:srgbClr val="20538B"/>
                  </a:solidFill>
                </a:endParaRPr>
              </a:p>
            </p:txBody>
          </p:sp>
        </p:grpSp>
      </p:grpSp>
      <p:grpSp>
        <p:nvGrpSpPr>
          <p:cNvPr id="947" name="Google Shape;947;h32a9095667746e33_0_305"/>
          <p:cNvGrpSpPr/>
          <p:nvPr/>
        </p:nvGrpSpPr>
        <p:grpSpPr>
          <a:xfrm>
            <a:off x="763743" y="662704"/>
            <a:ext cx="16759942" cy="1561150"/>
            <a:chOff x="0" y="-38100"/>
            <a:chExt cx="8581200" cy="799319"/>
          </a:xfrm>
        </p:grpSpPr>
        <p:sp>
          <p:nvSpPr>
            <p:cNvPr id="948" name="Google Shape;948;h32a9095667746e33_0_305"/>
            <p:cNvSpPr/>
            <p:nvPr/>
          </p:nvSpPr>
          <p:spPr>
            <a:xfrm>
              <a:off x="0" y="0"/>
              <a:ext cx="8581180" cy="761219"/>
            </a:xfrm>
            <a:custGeom>
              <a:rect b="b" l="l" r="r" t="t"/>
              <a:pathLst>
                <a:path extrusionOk="0" h="761219" w="8581180">
                  <a:moveTo>
                    <a:pt x="0" y="0"/>
                  </a:moveTo>
                  <a:lnTo>
                    <a:pt x="8581180" y="0"/>
                  </a:lnTo>
                  <a:lnTo>
                    <a:pt x="8581180" y="761219"/>
                  </a:lnTo>
                  <a:lnTo>
                    <a:pt x="0" y="761219"/>
                  </a:lnTo>
                  <a:close/>
                </a:path>
              </a:pathLst>
            </a:custGeom>
            <a:solidFill>
              <a:srgbClr val="EEF6FF"/>
            </a:solidFill>
            <a:ln cap="sq" cmpd="sng" w="9525">
              <a:solidFill>
                <a:srgbClr val="20538B"/>
              </a:solidFill>
              <a:prstDash val="solid"/>
              <a:miter lim="8000"/>
              <a:headEnd len="sm" w="sm" type="none"/>
              <a:tailEnd len="sm" w="sm" type="none"/>
            </a:ln>
          </p:spPr>
        </p:sp>
        <p:sp>
          <p:nvSpPr>
            <p:cNvPr id="949" name="Google Shape;949;h32a9095667746e33_0_305"/>
            <p:cNvSpPr txBox="1"/>
            <p:nvPr/>
          </p:nvSpPr>
          <p:spPr>
            <a:xfrm>
              <a:off x="0" y="-38100"/>
              <a:ext cx="8581200" cy="799200"/>
            </a:xfrm>
            <a:prstGeom prst="rect">
              <a:avLst/>
            </a:prstGeom>
            <a:noFill/>
            <a:ln>
              <a:noFill/>
            </a:ln>
          </p:spPr>
          <p:txBody>
            <a:bodyPr anchorCtr="0" anchor="ctr" bIns="39175" lIns="39175" spcFirstLastPara="1" rIns="39175" wrap="square" tIns="39175">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950" name="Google Shape;950;h32a9095667746e33_0_305"/>
          <p:cNvSpPr/>
          <p:nvPr/>
        </p:nvSpPr>
        <p:spPr>
          <a:xfrm>
            <a:off x="15531691" y="160918"/>
            <a:ext cx="996214" cy="1021758"/>
          </a:xfrm>
          <a:custGeom>
            <a:rect b="b" l="l" r="r" t="t"/>
            <a:pathLst>
              <a:path extrusionOk="0" h="1021758" w="996214">
                <a:moveTo>
                  <a:pt x="0" y="0"/>
                </a:moveTo>
                <a:lnTo>
                  <a:pt x="996214" y="0"/>
                </a:lnTo>
                <a:lnTo>
                  <a:pt x="996214" y="1021758"/>
                </a:lnTo>
                <a:lnTo>
                  <a:pt x="0" y="1021758"/>
                </a:lnTo>
                <a:lnTo>
                  <a:pt x="0" y="0"/>
                </a:lnTo>
                <a:close/>
              </a:path>
            </a:pathLst>
          </a:custGeom>
          <a:blipFill rotWithShape="1">
            <a:blip r:embed="rId3">
              <a:alphaModFix/>
            </a:blip>
            <a:stretch>
              <a:fillRect b="0" l="0" r="0" t="0"/>
            </a:stretch>
          </a:blipFill>
          <a:ln>
            <a:noFill/>
          </a:ln>
        </p:spPr>
      </p:sp>
      <p:sp>
        <p:nvSpPr>
          <p:cNvPr id="951" name="Google Shape;951;h32a9095667746e33_0_305"/>
          <p:cNvSpPr/>
          <p:nvPr/>
        </p:nvSpPr>
        <p:spPr>
          <a:xfrm>
            <a:off x="1437510" y="2925091"/>
            <a:ext cx="272321" cy="272321"/>
          </a:xfrm>
          <a:custGeom>
            <a:rect b="b" l="l" r="r" t="t"/>
            <a:pathLst>
              <a:path extrusionOk="0" h="272321" w="272321">
                <a:moveTo>
                  <a:pt x="0" y="0"/>
                </a:moveTo>
                <a:lnTo>
                  <a:pt x="272321" y="0"/>
                </a:lnTo>
                <a:lnTo>
                  <a:pt x="272321" y="272321"/>
                </a:lnTo>
                <a:lnTo>
                  <a:pt x="0" y="272321"/>
                </a:lnTo>
                <a:lnTo>
                  <a:pt x="0" y="0"/>
                </a:lnTo>
                <a:close/>
              </a:path>
            </a:pathLst>
          </a:custGeom>
          <a:blipFill rotWithShape="1">
            <a:blip r:embed="rId4">
              <a:alphaModFix/>
            </a:blip>
            <a:stretch>
              <a:fillRect b="0" l="0" r="0" t="0"/>
            </a:stretch>
          </a:blipFill>
          <a:ln>
            <a:noFill/>
          </a:ln>
        </p:spPr>
      </p:sp>
      <p:sp>
        <p:nvSpPr>
          <p:cNvPr id="952" name="Google Shape;952;h32a9095667746e33_0_305"/>
          <p:cNvSpPr txBox="1"/>
          <p:nvPr/>
        </p:nvSpPr>
        <p:spPr>
          <a:xfrm>
            <a:off x="2412975" y="965900"/>
            <a:ext cx="14918400" cy="2247300"/>
          </a:xfrm>
          <a:prstGeom prst="rect">
            <a:avLst/>
          </a:prstGeom>
          <a:noFill/>
          <a:ln>
            <a:noFill/>
          </a:ln>
        </p:spPr>
        <p:txBody>
          <a:bodyPr anchorCtr="0" anchor="t" bIns="0" lIns="0" spcFirstLastPara="1" rIns="0" wrap="square" tIns="0">
            <a:spAutoFit/>
          </a:bodyPr>
          <a:lstStyle/>
          <a:p>
            <a:pPr indent="0" lvl="0" marL="0" marR="0" rtl="0" algn="l">
              <a:lnSpc>
                <a:spcPct val="192000"/>
              </a:lnSpc>
              <a:spcBef>
                <a:spcPts val="0"/>
              </a:spcBef>
              <a:spcAft>
                <a:spcPts val="0"/>
              </a:spcAft>
              <a:buNone/>
            </a:pPr>
            <a:r>
              <a:rPr b="1" i="0" lang="en-US" sz="5000" u="none" cap="none" strike="noStrike">
                <a:solidFill>
                  <a:srgbClr val="20538B"/>
                </a:solidFill>
                <a:latin typeface="Arial"/>
                <a:ea typeface="Arial"/>
                <a:cs typeface="Arial"/>
                <a:sym typeface="Arial"/>
              </a:rPr>
              <a:t>취약점 분석 및 시나리오 - </a:t>
            </a:r>
            <a:r>
              <a:rPr b="1" lang="en-US" sz="3500">
                <a:solidFill>
                  <a:srgbClr val="20538B"/>
                </a:solidFill>
              </a:rPr>
              <a:t>취약한 비밀번호 복구 절차</a:t>
            </a:r>
            <a:endParaRPr sz="3500"/>
          </a:p>
          <a:p>
            <a:pPr indent="0" lvl="0" marL="0" marR="0" rtl="0" algn="l">
              <a:lnSpc>
                <a:spcPct val="192000"/>
              </a:lnSpc>
              <a:spcBef>
                <a:spcPts val="0"/>
              </a:spcBef>
              <a:spcAft>
                <a:spcPts val="0"/>
              </a:spcAft>
              <a:buNone/>
            </a:pPr>
            <a:r>
              <a:t/>
            </a:r>
            <a:endParaRPr b="1" i="0" sz="5000" u="none" cap="none" strike="noStrike">
              <a:solidFill>
                <a:srgbClr val="20538B"/>
              </a:solidFill>
              <a:latin typeface="Arial"/>
              <a:ea typeface="Arial"/>
              <a:cs typeface="Arial"/>
              <a:sym typeface="Arial"/>
            </a:endParaRPr>
          </a:p>
        </p:txBody>
      </p:sp>
      <p:sp>
        <p:nvSpPr>
          <p:cNvPr id="953" name="Google Shape;953;h32a9095667746e33_0_305"/>
          <p:cNvSpPr txBox="1"/>
          <p:nvPr/>
        </p:nvSpPr>
        <p:spPr>
          <a:xfrm>
            <a:off x="1437501" y="920715"/>
            <a:ext cx="834600" cy="751200"/>
          </a:xfrm>
          <a:prstGeom prst="rect">
            <a:avLst/>
          </a:prstGeom>
          <a:noFill/>
          <a:ln>
            <a:noFill/>
          </a:ln>
        </p:spPr>
        <p:txBody>
          <a:bodyPr anchorCtr="0" anchor="t" bIns="0" lIns="0" spcFirstLastPara="1" rIns="0" wrap="square" tIns="0">
            <a:spAutoFit/>
          </a:bodyPr>
          <a:lstStyle/>
          <a:p>
            <a:pPr indent="0" lvl="0" marL="0" marR="0" rtl="0" algn="l">
              <a:lnSpc>
                <a:spcPct val="192009"/>
              </a:lnSpc>
              <a:spcBef>
                <a:spcPts val="0"/>
              </a:spcBef>
              <a:spcAft>
                <a:spcPts val="0"/>
              </a:spcAft>
              <a:buNone/>
            </a:pPr>
            <a:r>
              <a:rPr b="1" i="0" lang="en-US" sz="4881" u="none" cap="none" strike="noStrike">
                <a:solidFill>
                  <a:srgbClr val="CBDDEF"/>
                </a:solidFill>
                <a:latin typeface="Arial"/>
                <a:ea typeface="Arial"/>
                <a:cs typeface="Arial"/>
                <a:sym typeface="Arial"/>
              </a:rPr>
              <a:t>0</a:t>
            </a:r>
            <a:r>
              <a:rPr b="1" lang="en-US" sz="4881">
                <a:solidFill>
                  <a:srgbClr val="CBDDEF"/>
                </a:solidFill>
              </a:rPr>
              <a:t>4</a:t>
            </a:r>
            <a:endParaRPr/>
          </a:p>
        </p:txBody>
      </p:sp>
      <p:sp>
        <p:nvSpPr>
          <p:cNvPr id="954" name="Google Shape;954;h32a9095667746e33_0_305"/>
          <p:cNvSpPr txBox="1"/>
          <p:nvPr/>
        </p:nvSpPr>
        <p:spPr>
          <a:xfrm>
            <a:off x="1939288" y="2843175"/>
            <a:ext cx="6833700" cy="4311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US" sz="2800">
                <a:solidFill>
                  <a:srgbClr val="20538B"/>
                </a:solidFill>
              </a:rPr>
              <a:t>수동 한계 &amp; 자동화 파이프라인 </a:t>
            </a:r>
            <a:endParaRPr/>
          </a:p>
        </p:txBody>
      </p:sp>
      <p:pic>
        <p:nvPicPr>
          <p:cNvPr id="955" name="Google Shape;955;h32a9095667746e33_0_305" title="Frame 1 (1).png"/>
          <p:cNvPicPr preferRelativeResize="0"/>
          <p:nvPr/>
        </p:nvPicPr>
        <p:blipFill>
          <a:blip r:embed="rId5">
            <a:alphaModFix/>
          </a:blip>
          <a:stretch>
            <a:fillRect/>
          </a:stretch>
        </p:blipFill>
        <p:spPr>
          <a:xfrm>
            <a:off x="10027575" y="3274275"/>
            <a:ext cx="6263852" cy="6018951"/>
          </a:xfrm>
          <a:prstGeom prst="rect">
            <a:avLst/>
          </a:prstGeom>
          <a:noFill/>
          <a:ln cap="flat" cmpd="sng" w="38100">
            <a:solidFill>
              <a:schemeClr val="dk2"/>
            </a:solidFill>
            <a:prstDash val="solid"/>
            <a:round/>
            <a:headEnd len="sm" w="sm" type="none"/>
            <a:tailEnd len="sm" w="sm" type="none"/>
          </a:ln>
        </p:spPr>
      </p:pic>
      <p:sp>
        <p:nvSpPr>
          <p:cNvPr id="956" name="Google Shape;956;h32a9095667746e33_0_305"/>
          <p:cNvSpPr txBox="1"/>
          <p:nvPr/>
        </p:nvSpPr>
        <p:spPr>
          <a:xfrm>
            <a:off x="1437496" y="3787247"/>
            <a:ext cx="6567300" cy="1762200"/>
          </a:xfrm>
          <a:prstGeom prst="rect">
            <a:avLst/>
          </a:prstGeom>
          <a:noFill/>
          <a:ln>
            <a:noFill/>
          </a:ln>
        </p:spPr>
        <p:txBody>
          <a:bodyPr anchorCtr="0" anchor="t" bIns="0" lIns="0" spcFirstLastPara="1" rIns="0" wrap="square" tIns="0">
            <a:spAutoFit/>
          </a:bodyPr>
          <a:lstStyle/>
          <a:p>
            <a:pPr indent="0" lvl="0" marL="0" marR="0" rtl="0" algn="l">
              <a:lnSpc>
                <a:spcPct val="155000"/>
              </a:lnSpc>
              <a:spcBef>
                <a:spcPts val="0"/>
              </a:spcBef>
              <a:spcAft>
                <a:spcPts val="0"/>
              </a:spcAft>
              <a:buNone/>
            </a:pPr>
            <a:r>
              <a:rPr b="1" lang="en-US" sz="2099">
                <a:solidFill>
                  <a:srgbClr val="20538B"/>
                </a:solidFill>
              </a:rPr>
              <a:t>수동 진단 절차</a:t>
            </a:r>
            <a:endParaRPr b="1" sz="2099">
              <a:solidFill>
                <a:srgbClr val="20538B"/>
              </a:solidFill>
            </a:endParaRPr>
          </a:p>
          <a:p>
            <a:pPr indent="0" lvl="0" marL="457200" marR="0" rtl="0" algn="l">
              <a:lnSpc>
                <a:spcPct val="155000"/>
              </a:lnSpc>
              <a:spcBef>
                <a:spcPts val="0"/>
              </a:spcBef>
              <a:spcAft>
                <a:spcPts val="0"/>
              </a:spcAft>
              <a:buNone/>
            </a:pPr>
            <a:r>
              <a:rPr lang="en-US" sz="1999">
                <a:solidFill>
                  <a:srgbClr val="20538B"/>
                </a:solidFill>
              </a:rPr>
              <a:t>-  /find_password 페이지 접근 및 사용자 질의응답 입력</a:t>
            </a:r>
            <a:endParaRPr sz="1999">
              <a:solidFill>
                <a:srgbClr val="20538B"/>
              </a:solidFill>
            </a:endParaRPr>
          </a:p>
          <a:p>
            <a:pPr indent="0" lvl="0" marL="457200" marR="0" rtl="0" algn="l">
              <a:lnSpc>
                <a:spcPct val="155000"/>
              </a:lnSpc>
              <a:spcBef>
                <a:spcPts val="0"/>
              </a:spcBef>
              <a:spcAft>
                <a:spcPts val="0"/>
              </a:spcAft>
              <a:buNone/>
            </a:pPr>
            <a:r>
              <a:rPr lang="en-US" sz="1999">
                <a:solidFill>
                  <a:srgbClr val="20538B"/>
                </a:solidFill>
              </a:rPr>
              <a:t>- 비밀번호 찾기 요청 후 반환된 웹 응답 페이지 직접 확인</a:t>
            </a:r>
            <a:endParaRPr sz="1999">
              <a:solidFill>
                <a:srgbClr val="20538B"/>
              </a:solidFill>
            </a:endParaRPr>
          </a:p>
          <a:p>
            <a:pPr indent="0" lvl="0" marL="457200" marR="0" rtl="0" algn="l">
              <a:lnSpc>
                <a:spcPct val="155000"/>
              </a:lnSpc>
              <a:spcBef>
                <a:spcPts val="0"/>
              </a:spcBef>
              <a:spcAft>
                <a:spcPts val="0"/>
              </a:spcAft>
              <a:buNone/>
            </a:pPr>
            <a:r>
              <a:rPr lang="en-US" sz="1999">
                <a:solidFill>
                  <a:srgbClr val="20538B"/>
                </a:solidFill>
              </a:rPr>
              <a:t>- HTML 본문 및 화면상 임시 비밀번호 노출 확인</a:t>
            </a:r>
            <a:endParaRPr sz="1999">
              <a:solidFill>
                <a:srgbClr val="20538B"/>
              </a:solidFill>
            </a:endParaRPr>
          </a:p>
        </p:txBody>
      </p:sp>
      <p:sp>
        <p:nvSpPr>
          <p:cNvPr id="957" name="Google Shape;957;h32a9095667746e33_0_305"/>
          <p:cNvSpPr txBox="1"/>
          <p:nvPr/>
        </p:nvSpPr>
        <p:spPr>
          <a:xfrm>
            <a:off x="1437500" y="6454250"/>
            <a:ext cx="6567300" cy="1762200"/>
          </a:xfrm>
          <a:prstGeom prst="rect">
            <a:avLst/>
          </a:prstGeom>
          <a:noFill/>
          <a:ln>
            <a:noFill/>
          </a:ln>
        </p:spPr>
        <p:txBody>
          <a:bodyPr anchorCtr="0" anchor="t" bIns="0" lIns="0" spcFirstLastPara="1" rIns="0" wrap="square" tIns="0">
            <a:spAutoFit/>
          </a:bodyPr>
          <a:lstStyle/>
          <a:p>
            <a:pPr indent="0" lvl="0" marL="0" marR="0" rtl="0" algn="l">
              <a:lnSpc>
                <a:spcPct val="155000"/>
              </a:lnSpc>
              <a:spcBef>
                <a:spcPts val="0"/>
              </a:spcBef>
              <a:spcAft>
                <a:spcPts val="0"/>
              </a:spcAft>
              <a:buNone/>
            </a:pPr>
            <a:r>
              <a:rPr b="1" lang="en-US" sz="2099">
                <a:solidFill>
                  <a:srgbClr val="20538B"/>
                </a:solidFill>
              </a:rPr>
              <a:t>한계점</a:t>
            </a:r>
            <a:endParaRPr b="1" sz="2099">
              <a:solidFill>
                <a:srgbClr val="20538B"/>
              </a:solidFill>
            </a:endParaRPr>
          </a:p>
          <a:p>
            <a:pPr indent="0" lvl="0" marL="457200" marR="0" rtl="0" algn="l">
              <a:lnSpc>
                <a:spcPct val="155000"/>
              </a:lnSpc>
              <a:spcBef>
                <a:spcPts val="0"/>
              </a:spcBef>
              <a:spcAft>
                <a:spcPts val="0"/>
              </a:spcAft>
              <a:buNone/>
            </a:pPr>
            <a:r>
              <a:rPr lang="en-US" sz="1999">
                <a:solidFill>
                  <a:srgbClr val="20538B"/>
                </a:solidFill>
              </a:rPr>
              <a:t>-  </a:t>
            </a:r>
            <a:r>
              <a:rPr lang="en-US" sz="1999">
                <a:solidFill>
                  <a:srgbClr val="20538B"/>
                </a:solidFill>
              </a:rPr>
              <a:t>고정 패턴 및 난수성 검증을 위한 반복 요청•검증의 한계</a:t>
            </a:r>
            <a:endParaRPr sz="1999">
              <a:solidFill>
                <a:srgbClr val="20538B"/>
              </a:solidFill>
            </a:endParaRPr>
          </a:p>
          <a:p>
            <a:pPr indent="0" lvl="0" marL="457200" marR="0" rtl="0" algn="l">
              <a:lnSpc>
                <a:spcPct val="155000"/>
              </a:lnSpc>
              <a:spcBef>
                <a:spcPts val="0"/>
              </a:spcBef>
              <a:spcAft>
                <a:spcPts val="0"/>
              </a:spcAft>
              <a:buNone/>
            </a:pPr>
            <a:r>
              <a:rPr lang="en-US" sz="1999">
                <a:solidFill>
                  <a:srgbClr val="20538B"/>
                </a:solidFill>
              </a:rPr>
              <a:t>-  </a:t>
            </a:r>
            <a:r>
              <a:rPr lang="en-US" sz="1999">
                <a:solidFill>
                  <a:srgbClr val="20538B"/>
                </a:solidFill>
              </a:rPr>
              <a:t>진단 증적(요청/응답 패킷) 캡처 누락 및 인적 실수 발생</a:t>
            </a:r>
            <a:endParaRPr sz="1999">
              <a:solidFill>
                <a:srgbClr val="20538B"/>
              </a:solidFill>
            </a:endParaRPr>
          </a:p>
          <a:p>
            <a:pPr indent="0" lvl="0" marL="457200" marR="0" rtl="0" algn="l">
              <a:lnSpc>
                <a:spcPct val="155000"/>
              </a:lnSpc>
              <a:spcBef>
                <a:spcPts val="0"/>
              </a:spcBef>
              <a:spcAft>
                <a:spcPts val="0"/>
              </a:spcAft>
              <a:buNone/>
            </a:pPr>
            <a:r>
              <a:t/>
            </a:r>
            <a:endParaRPr sz="1999">
              <a:solidFill>
                <a:srgbClr val="20538B"/>
              </a:solidFill>
            </a:endParaRPr>
          </a:p>
        </p:txBody>
      </p:sp>
      <p:sp>
        <p:nvSpPr>
          <p:cNvPr id="958" name="Google Shape;958;h32a9095667746e33_0_305"/>
          <p:cNvSpPr txBox="1"/>
          <p:nvPr/>
        </p:nvSpPr>
        <p:spPr>
          <a:xfrm>
            <a:off x="9546146" y="2844009"/>
            <a:ext cx="6567300" cy="323100"/>
          </a:xfrm>
          <a:prstGeom prst="rect">
            <a:avLst/>
          </a:prstGeom>
          <a:noFill/>
          <a:ln>
            <a:noFill/>
          </a:ln>
        </p:spPr>
        <p:txBody>
          <a:bodyPr anchorCtr="0" anchor="t" bIns="0" lIns="0" spcFirstLastPara="1" rIns="0" wrap="square" tIns="0">
            <a:spAutoFit/>
          </a:bodyPr>
          <a:lstStyle/>
          <a:p>
            <a:pPr indent="0" lvl="0" marL="457200" marR="0" rtl="0" algn="l">
              <a:lnSpc>
                <a:spcPct val="155000"/>
              </a:lnSpc>
              <a:spcBef>
                <a:spcPts val="0"/>
              </a:spcBef>
              <a:spcAft>
                <a:spcPts val="0"/>
              </a:spcAft>
              <a:buNone/>
            </a:pPr>
            <a:r>
              <a:rPr b="1" lang="en-US" sz="2099">
                <a:solidFill>
                  <a:srgbClr val="20538B"/>
                </a:solidFill>
              </a:rPr>
              <a:t>자동 진단 파이프라인</a:t>
            </a:r>
            <a:endParaRPr sz="1999">
              <a:solidFill>
                <a:srgbClr val="20538B"/>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2" name="Shape 962"/>
        <p:cNvGrpSpPr/>
        <p:nvPr/>
      </p:nvGrpSpPr>
      <p:grpSpPr>
        <a:xfrm>
          <a:off x="0" y="0"/>
          <a:ext cx="0" cy="0"/>
          <a:chOff x="0" y="0"/>
          <a:chExt cx="0" cy="0"/>
        </a:xfrm>
      </p:grpSpPr>
      <p:grpSp>
        <p:nvGrpSpPr>
          <p:cNvPr id="963" name="Google Shape;963;h32a9095667746e33_0_278"/>
          <p:cNvGrpSpPr/>
          <p:nvPr/>
        </p:nvGrpSpPr>
        <p:grpSpPr>
          <a:xfrm>
            <a:off x="-1081199" y="3274283"/>
            <a:ext cx="20615733" cy="7012716"/>
            <a:chOff x="-99239" y="-86"/>
            <a:chExt cx="27487644" cy="9350288"/>
          </a:xfrm>
        </p:grpSpPr>
        <p:grpSp>
          <p:nvGrpSpPr>
            <p:cNvPr id="964" name="Google Shape;964;h32a9095667746e33_0_278"/>
            <p:cNvGrpSpPr/>
            <p:nvPr/>
          </p:nvGrpSpPr>
          <p:grpSpPr>
            <a:xfrm rot="-5400000">
              <a:off x="11107617" y="-11206942"/>
              <a:ext cx="4770761" cy="27184472"/>
              <a:chOff x="0" y="-38100"/>
              <a:chExt cx="1831597" cy="10436700"/>
            </a:xfrm>
          </p:grpSpPr>
          <p:sp>
            <p:nvSpPr>
              <p:cNvPr id="965" name="Google Shape;965;h32a9095667746e33_0_278"/>
              <p:cNvSpPr/>
              <p:nvPr/>
            </p:nvSpPr>
            <p:spPr>
              <a:xfrm>
                <a:off x="0" y="0"/>
                <a:ext cx="1831597" cy="10398600"/>
              </a:xfrm>
              <a:custGeom>
                <a:rect b="b" l="l" r="r" t="t"/>
                <a:pathLst>
                  <a:path extrusionOk="0" h="10398600" w="1831597">
                    <a:moveTo>
                      <a:pt x="0" y="0"/>
                    </a:moveTo>
                    <a:lnTo>
                      <a:pt x="1831597" y="0"/>
                    </a:lnTo>
                    <a:lnTo>
                      <a:pt x="1831597" y="10398600"/>
                    </a:lnTo>
                    <a:lnTo>
                      <a:pt x="0" y="10398600"/>
                    </a:lnTo>
                    <a:close/>
                  </a:path>
                </a:pathLst>
              </a:custGeom>
              <a:solidFill>
                <a:srgbClr val="CBDDEF"/>
              </a:solidFill>
              <a:ln>
                <a:noFill/>
              </a:ln>
            </p:spPr>
          </p:sp>
          <p:sp>
            <p:nvSpPr>
              <p:cNvPr id="966" name="Google Shape;966;h32a9095667746e33_0_278"/>
              <p:cNvSpPr txBox="1"/>
              <p:nvPr/>
            </p:nvSpPr>
            <p:spPr>
              <a:xfrm>
                <a:off x="0" y="-38100"/>
                <a:ext cx="1831500" cy="10436700"/>
              </a:xfrm>
              <a:prstGeom prst="rect">
                <a:avLst/>
              </a:prstGeom>
              <a:noFill/>
              <a:ln>
                <a:noFill/>
              </a:ln>
            </p:spPr>
            <p:txBody>
              <a:bodyPr anchorCtr="0" anchor="ctr" bIns="27000" lIns="27000" spcFirstLastPara="1" rIns="27000" wrap="square" tIns="27000">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967" name="Google Shape;967;h32a9095667746e33_0_278"/>
            <p:cNvGrpSpPr/>
            <p:nvPr/>
          </p:nvGrpSpPr>
          <p:grpSpPr>
            <a:xfrm rot="-5400000">
              <a:off x="11637133" y="-6401070"/>
              <a:ext cx="4579844" cy="26922700"/>
              <a:chOff x="0" y="-38100"/>
              <a:chExt cx="1758300" cy="10336200"/>
            </a:xfrm>
          </p:grpSpPr>
          <p:sp>
            <p:nvSpPr>
              <p:cNvPr id="968" name="Google Shape;968;h32a9095667746e33_0_278"/>
              <p:cNvSpPr/>
              <p:nvPr/>
            </p:nvSpPr>
            <p:spPr>
              <a:xfrm>
                <a:off x="0" y="0"/>
                <a:ext cx="1758210" cy="10298040"/>
              </a:xfrm>
              <a:custGeom>
                <a:rect b="b" l="l" r="r" t="t"/>
                <a:pathLst>
                  <a:path extrusionOk="0" h="10298040" w="1758210">
                    <a:moveTo>
                      <a:pt x="0" y="0"/>
                    </a:moveTo>
                    <a:lnTo>
                      <a:pt x="1758210" y="0"/>
                    </a:lnTo>
                    <a:lnTo>
                      <a:pt x="1758210" y="10298040"/>
                    </a:lnTo>
                    <a:lnTo>
                      <a:pt x="0" y="10298040"/>
                    </a:lnTo>
                    <a:close/>
                  </a:path>
                </a:pathLst>
              </a:custGeom>
              <a:solidFill>
                <a:srgbClr val="94B6DA"/>
              </a:solidFill>
              <a:ln>
                <a:noFill/>
              </a:ln>
            </p:spPr>
          </p:sp>
          <p:sp>
            <p:nvSpPr>
              <p:cNvPr id="969" name="Google Shape;969;h32a9095667746e33_0_278"/>
              <p:cNvSpPr txBox="1"/>
              <p:nvPr/>
            </p:nvSpPr>
            <p:spPr>
              <a:xfrm>
                <a:off x="0" y="-38100"/>
                <a:ext cx="1758300" cy="10336200"/>
              </a:xfrm>
              <a:prstGeom prst="rect">
                <a:avLst/>
              </a:prstGeom>
              <a:noFill/>
              <a:ln>
                <a:noFill/>
              </a:ln>
            </p:spPr>
            <p:txBody>
              <a:bodyPr anchorCtr="0" anchor="ctr" bIns="27000" lIns="27000" spcFirstLastPara="1" rIns="27000" wrap="square" tIns="27000">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grpSp>
        <p:nvGrpSpPr>
          <p:cNvPr id="970" name="Google Shape;970;h32a9095667746e33_0_278"/>
          <p:cNvGrpSpPr/>
          <p:nvPr/>
        </p:nvGrpSpPr>
        <p:grpSpPr>
          <a:xfrm>
            <a:off x="659198" y="618412"/>
            <a:ext cx="16825838" cy="9050174"/>
            <a:chOff x="0" y="-108814"/>
            <a:chExt cx="22434451" cy="12066898"/>
          </a:xfrm>
        </p:grpSpPr>
        <p:grpSp>
          <p:nvGrpSpPr>
            <p:cNvPr id="971" name="Google Shape;971;h32a9095667746e33_0_278"/>
            <p:cNvGrpSpPr/>
            <p:nvPr/>
          </p:nvGrpSpPr>
          <p:grpSpPr>
            <a:xfrm>
              <a:off x="26537" y="10214891"/>
              <a:ext cx="22386840" cy="1743193"/>
              <a:chOff x="0" y="-47625"/>
              <a:chExt cx="9809754" cy="763855"/>
            </a:xfrm>
          </p:grpSpPr>
          <p:sp>
            <p:nvSpPr>
              <p:cNvPr id="972" name="Google Shape;972;h32a9095667746e33_0_278"/>
              <p:cNvSpPr/>
              <p:nvPr/>
            </p:nvSpPr>
            <p:spPr>
              <a:xfrm>
                <a:off x="0" y="0"/>
                <a:ext cx="9809754" cy="716230"/>
              </a:xfrm>
              <a:custGeom>
                <a:rect b="b" l="l" r="r" t="t"/>
                <a:pathLst>
                  <a:path extrusionOk="0" h="716230" w="9809754">
                    <a:moveTo>
                      <a:pt x="0" y="0"/>
                    </a:moveTo>
                    <a:lnTo>
                      <a:pt x="9809754" y="0"/>
                    </a:lnTo>
                    <a:lnTo>
                      <a:pt x="9809754" y="716230"/>
                    </a:lnTo>
                    <a:lnTo>
                      <a:pt x="0" y="716230"/>
                    </a:lnTo>
                    <a:close/>
                  </a:path>
                </a:pathLst>
              </a:custGeom>
              <a:solidFill>
                <a:srgbClr val="20538B"/>
              </a:solidFill>
              <a:ln cap="sq" cmpd="sng" w="38100">
                <a:solidFill>
                  <a:srgbClr val="20538B"/>
                </a:solidFill>
                <a:prstDash val="solid"/>
                <a:miter lim="8000"/>
                <a:headEnd len="sm" w="sm" type="none"/>
                <a:tailEnd len="sm" w="sm" type="none"/>
              </a:ln>
            </p:spPr>
          </p:sp>
          <p:sp>
            <p:nvSpPr>
              <p:cNvPr id="973" name="Google Shape;973;h32a9095667746e33_0_278"/>
              <p:cNvSpPr txBox="1"/>
              <p:nvPr/>
            </p:nvSpPr>
            <p:spPr>
              <a:xfrm>
                <a:off x="0" y="-47625"/>
                <a:ext cx="9809700" cy="763800"/>
              </a:xfrm>
              <a:prstGeom prst="rect">
                <a:avLst/>
              </a:prstGeom>
              <a:noFill/>
              <a:ln>
                <a:noFill/>
              </a:ln>
            </p:spPr>
            <p:txBody>
              <a:bodyPr anchorCtr="0" anchor="ctr" bIns="50800" lIns="50800" spcFirstLastPara="1" rIns="50800" wrap="square" tIns="50800">
                <a:noAutofit/>
              </a:bodyPr>
              <a:lstStyle/>
              <a:p>
                <a:pPr indent="0" lvl="0" marL="0" marR="0" rtl="0" algn="ctr">
                  <a:lnSpc>
                    <a:spcPct val="175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974" name="Google Shape;974;h32a9095667746e33_0_278"/>
            <p:cNvGrpSpPr/>
            <p:nvPr/>
          </p:nvGrpSpPr>
          <p:grpSpPr>
            <a:xfrm>
              <a:off x="0" y="-108814"/>
              <a:ext cx="22434451" cy="11946166"/>
              <a:chOff x="0" y="-47625"/>
              <a:chExt cx="9819000" cy="5228539"/>
            </a:xfrm>
          </p:grpSpPr>
          <p:sp>
            <p:nvSpPr>
              <p:cNvPr id="975" name="Google Shape;975;h32a9095667746e33_0_278"/>
              <p:cNvSpPr/>
              <p:nvPr/>
            </p:nvSpPr>
            <p:spPr>
              <a:xfrm>
                <a:off x="0" y="0"/>
                <a:ext cx="9818922" cy="5180914"/>
              </a:xfrm>
              <a:custGeom>
                <a:rect b="b" l="l" r="r" t="t"/>
                <a:pathLst>
                  <a:path extrusionOk="0" h="5180914" w="9818922">
                    <a:moveTo>
                      <a:pt x="0" y="0"/>
                    </a:moveTo>
                    <a:lnTo>
                      <a:pt x="9818922" y="0"/>
                    </a:lnTo>
                    <a:lnTo>
                      <a:pt x="9818922" y="5180914"/>
                    </a:lnTo>
                    <a:lnTo>
                      <a:pt x="0" y="5180914"/>
                    </a:lnTo>
                    <a:close/>
                  </a:path>
                </a:pathLst>
              </a:custGeom>
              <a:solidFill>
                <a:srgbClr val="FFFFFF"/>
              </a:solidFill>
              <a:ln cap="sq" cmpd="sng" w="38100">
                <a:solidFill>
                  <a:srgbClr val="20538B"/>
                </a:solidFill>
                <a:prstDash val="solid"/>
                <a:miter lim="8000"/>
                <a:headEnd len="sm" w="sm" type="none"/>
                <a:tailEnd len="sm" w="sm" type="none"/>
              </a:ln>
            </p:spPr>
          </p:sp>
          <p:sp>
            <p:nvSpPr>
              <p:cNvPr id="976" name="Google Shape;976;h32a9095667746e33_0_278"/>
              <p:cNvSpPr txBox="1"/>
              <p:nvPr/>
            </p:nvSpPr>
            <p:spPr>
              <a:xfrm>
                <a:off x="0" y="-47625"/>
                <a:ext cx="9819000" cy="5228400"/>
              </a:xfrm>
              <a:prstGeom prst="rect">
                <a:avLst/>
              </a:prstGeom>
              <a:noFill/>
              <a:ln>
                <a:noFill/>
              </a:ln>
            </p:spPr>
            <p:txBody>
              <a:bodyPr anchorCtr="0" anchor="ctr" bIns="50800" lIns="50800" spcFirstLastPara="1" rIns="50800" wrap="square" tIns="50800">
                <a:noAutofit/>
              </a:bodyPr>
              <a:lstStyle/>
              <a:p>
                <a:pPr indent="0" lvl="0" marL="0" marR="0" rtl="0" algn="ctr">
                  <a:lnSpc>
                    <a:spcPct val="175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grpSp>
        <p:nvGrpSpPr>
          <p:cNvPr id="977" name="Google Shape;977;h32a9095667746e33_0_278"/>
          <p:cNvGrpSpPr/>
          <p:nvPr/>
        </p:nvGrpSpPr>
        <p:grpSpPr>
          <a:xfrm>
            <a:off x="763743" y="662704"/>
            <a:ext cx="16759942" cy="1561150"/>
            <a:chOff x="0" y="-38100"/>
            <a:chExt cx="8581200" cy="799319"/>
          </a:xfrm>
        </p:grpSpPr>
        <p:sp>
          <p:nvSpPr>
            <p:cNvPr id="978" name="Google Shape;978;h32a9095667746e33_0_278"/>
            <p:cNvSpPr/>
            <p:nvPr/>
          </p:nvSpPr>
          <p:spPr>
            <a:xfrm>
              <a:off x="0" y="0"/>
              <a:ext cx="8581180" cy="761219"/>
            </a:xfrm>
            <a:custGeom>
              <a:rect b="b" l="l" r="r" t="t"/>
              <a:pathLst>
                <a:path extrusionOk="0" h="761219" w="8581180">
                  <a:moveTo>
                    <a:pt x="0" y="0"/>
                  </a:moveTo>
                  <a:lnTo>
                    <a:pt x="8581180" y="0"/>
                  </a:lnTo>
                  <a:lnTo>
                    <a:pt x="8581180" y="761219"/>
                  </a:lnTo>
                  <a:lnTo>
                    <a:pt x="0" y="761219"/>
                  </a:lnTo>
                  <a:close/>
                </a:path>
              </a:pathLst>
            </a:custGeom>
            <a:solidFill>
              <a:srgbClr val="EEF6FF"/>
            </a:solidFill>
            <a:ln cap="sq" cmpd="sng" w="9525">
              <a:solidFill>
                <a:srgbClr val="20538B"/>
              </a:solidFill>
              <a:prstDash val="solid"/>
              <a:miter lim="8000"/>
              <a:headEnd len="sm" w="sm" type="none"/>
              <a:tailEnd len="sm" w="sm" type="none"/>
            </a:ln>
          </p:spPr>
        </p:sp>
        <p:sp>
          <p:nvSpPr>
            <p:cNvPr id="979" name="Google Shape;979;h32a9095667746e33_0_278"/>
            <p:cNvSpPr txBox="1"/>
            <p:nvPr/>
          </p:nvSpPr>
          <p:spPr>
            <a:xfrm>
              <a:off x="0" y="-38100"/>
              <a:ext cx="8581200" cy="799200"/>
            </a:xfrm>
            <a:prstGeom prst="rect">
              <a:avLst/>
            </a:prstGeom>
            <a:noFill/>
            <a:ln>
              <a:noFill/>
            </a:ln>
          </p:spPr>
          <p:txBody>
            <a:bodyPr anchorCtr="0" anchor="ctr" bIns="39175" lIns="39175" spcFirstLastPara="1" rIns="39175" wrap="square" tIns="39175">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980" name="Google Shape;980;h32a9095667746e33_0_278"/>
          <p:cNvSpPr/>
          <p:nvPr/>
        </p:nvSpPr>
        <p:spPr>
          <a:xfrm>
            <a:off x="15531691" y="160918"/>
            <a:ext cx="996214" cy="1021758"/>
          </a:xfrm>
          <a:custGeom>
            <a:rect b="b" l="l" r="r" t="t"/>
            <a:pathLst>
              <a:path extrusionOk="0" h="1021758" w="996214">
                <a:moveTo>
                  <a:pt x="0" y="0"/>
                </a:moveTo>
                <a:lnTo>
                  <a:pt x="996214" y="0"/>
                </a:lnTo>
                <a:lnTo>
                  <a:pt x="996214" y="1021758"/>
                </a:lnTo>
                <a:lnTo>
                  <a:pt x="0" y="1021758"/>
                </a:lnTo>
                <a:lnTo>
                  <a:pt x="0" y="0"/>
                </a:lnTo>
                <a:close/>
              </a:path>
            </a:pathLst>
          </a:custGeom>
          <a:blipFill rotWithShape="1">
            <a:blip r:embed="rId3">
              <a:alphaModFix/>
            </a:blip>
            <a:stretch>
              <a:fillRect b="0" l="0" r="0" t="0"/>
            </a:stretch>
          </a:blipFill>
          <a:ln>
            <a:noFill/>
          </a:ln>
        </p:spPr>
      </p:sp>
      <p:sp>
        <p:nvSpPr>
          <p:cNvPr id="981" name="Google Shape;981;h32a9095667746e33_0_278"/>
          <p:cNvSpPr/>
          <p:nvPr/>
        </p:nvSpPr>
        <p:spPr>
          <a:xfrm>
            <a:off x="9995885" y="3295116"/>
            <a:ext cx="272321" cy="272321"/>
          </a:xfrm>
          <a:custGeom>
            <a:rect b="b" l="l" r="r" t="t"/>
            <a:pathLst>
              <a:path extrusionOk="0" h="272321" w="272321">
                <a:moveTo>
                  <a:pt x="0" y="0"/>
                </a:moveTo>
                <a:lnTo>
                  <a:pt x="272321" y="0"/>
                </a:lnTo>
                <a:lnTo>
                  <a:pt x="272321" y="272321"/>
                </a:lnTo>
                <a:lnTo>
                  <a:pt x="0" y="272321"/>
                </a:lnTo>
                <a:lnTo>
                  <a:pt x="0" y="0"/>
                </a:lnTo>
                <a:close/>
              </a:path>
            </a:pathLst>
          </a:custGeom>
          <a:blipFill rotWithShape="1">
            <a:blip r:embed="rId4">
              <a:alphaModFix/>
            </a:blip>
            <a:stretch>
              <a:fillRect b="0" l="0" r="0" t="0"/>
            </a:stretch>
          </a:blipFill>
          <a:ln>
            <a:noFill/>
          </a:ln>
        </p:spPr>
      </p:sp>
      <p:sp>
        <p:nvSpPr>
          <p:cNvPr id="982" name="Google Shape;982;h32a9095667746e33_0_278"/>
          <p:cNvSpPr txBox="1"/>
          <p:nvPr/>
        </p:nvSpPr>
        <p:spPr>
          <a:xfrm>
            <a:off x="2412975" y="965900"/>
            <a:ext cx="14918400" cy="2247300"/>
          </a:xfrm>
          <a:prstGeom prst="rect">
            <a:avLst/>
          </a:prstGeom>
          <a:noFill/>
          <a:ln>
            <a:noFill/>
          </a:ln>
        </p:spPr>
        <p:txBody>
          <a:bodyPr anchorCtr="0" anchor="t" bIns="0" lIns="0" spcFirstLastPara="1" rIns="0" wrap="square" tIns="0">
            <a:spAutoFit/>
          </a:bodyPr>
          <a:lstStyle/>
          <a:p>
            <a:pPr indent="0" lvl="0" marL="0" marR="0" rtl="0" algn="l">
              <a:lnSpc>
                <a:spcPct val="192000"/>
              </a:lnSpc>
              <a:spcBef>
                <a:spcPts val="0"/>
              </a:spcBef>
              <a:spcAft>
                <a:spcPts val="0"/>
              </a:spcAft>
              <a:buNone/>
            </a:pPr>
            <a:r>
              <a:rPr b="1" i="0" lang="en-US" sz="5000" u="none" cap="none" strike="noStrike">
                <a:solidFill>
                  <a:srgbClr val="20538B"/>
                </a:solidFill>
                <a:latin typeface="Arial"/>
                <a:ea typeface="Arial"/>
                <a:cs typeface="Arial"/>
                <a:sym typeface="Arial"/>
              </a:rPr>
              <a:t>취약점 분석 및 시나리오 - </a:t>
            </a:r>
            <a:r>
              <a:rPr b="1" lang="en-US" sz="3500">
                <a:solidFill>
                  <a:srgbClr val="20538B"/>
                </a:solidFill>
              </a:rPr>
              <a:t>취약한 비밀번호 복구 절차</a:t>
            </a:r>
            <a:endParaRPr sz="3500"/>
          </a:p>
          <a:p>
            <a:pPr indent="0" lvl="0" marL="0" marR="0" rtl="0" algn="l">
              <a:lnSpc>
                <a:spcPct val="192000"/>
              </a:lnSpc>
              <a:spcBef>
                <a:spcPts val="0"/>
              </a:spcBef>
              <a:spcAft>
                <a:spcPts val="0"/>
              </a:spcAft>
              <a:buNone/>
            </a:pPr>
            <a:r>
              <a:t/>
            </a:r>
            <a:endParaRPr b="1" i="0" sz="5000" u="none" cap="none" strike="noStrike">
              <a:solidFill>
                <a:srgbClr val="20538B"/>
              </a:solidFill>
              <a:latin typeface="Arial"/>
              <a:ea typeface="Arial"/>
              <a:cs typeface="Arial"/>
              <a:sym typeface="Arial"/>
            </a:endParaRPr>
          </a:p>
        </p:txBody>
      </p:sp>
      <p:sp>
        <p:nvSpPr>
          <p:cNvPr id="983" name="Google Shape;983;h32a9095667746e33_0_278"/>
          <p:cNvSpPr txBox="1"/>
          <p:nvPr/>
        </p:nvSpPr>
        <p:spPr>
          <a:xfrm>
            <a:off x="1437501" y="920715"/>
            <a:ext cx="834600" cy="751200"/>
          </a:xfrm>
          <a:prstGeom prst="rect">
            <a:avLst/>
          </a:prstGeom>
          <a:noFill/>
          <a:ln>
            <a:noFill/>
          </a:ln>
        </p:spPr>
        <p:txBody>
          <a:bodyPr anchorCtr="0" anchor="t" bIns="0" lIns="0" spcFirstLastPara="1" rIns="0" wrap="square" tIns="0">
            <a:spAutoFit/>
          </a:bodyPr>
          <a:lstStyle/>
          <a:p>
            <a:pPr indent="0" lvl="0" marL="0" marR="0" rtl="0" algn="l">
              <a:lnSpc>
                <a:spcPct val="192009"/>
              </a:lnSpc>
              <a:spcBef>
                <a:spcPts val="0"/>
              </a:spcBef>
              <a:spcAft>
                <a:spcPts val="0"/>
              </a:spcAft>
              <a:buNone/>
            </a:pPr>
            <a:r>
              <a:rPr b="1" i="0" lang="en-US" sz="4881" u="none" cap="none" strike="noStrike">
                <a:solidFill>
                  <a:srgbClr val="CBDDEF"/>
                </a:solidFill>
                <a:latin typeface="Arial"/>
                <a:ea typeface="Arial"/>
                <a:cs typeface="Arial"/>
                <a:sym typeface="Arial"/>
              </a:rPr>
              <a:t>0</a:t>
            </a:r>
            <a:r>
              <a:rPr b="1" lang="en-US" sz="4881">
                <a:solidFill>
                  <a:srgbClr val="CBDDEF"/>
                </a:solidFill>
              </a:rPr>
              <a:t>4</a:t>
            </a:r>
            <a:endParaRPr/>
          </a:p>
        </p:txBody>
      </p:sp>
      <p:sp>
        <p:nvSpPr>
          <p:cNvPr id="984" name="Google Shape;984;h32a9095667746e33_0_278"/>
          <p:cNvSpPr txBox="1"/>
          <p:nvPr/>
        </p:nvSpPr>
        <p:spPr>
          <a:xfrm>
            <a:off x="10497663" y="3213200"/>
            <a:ext cx="6833700" cy="10344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US" sz="2800">
                <a:solidFill>
                  <a:srgbClr val="20538B"/>
                </a:solidFill>
              </a:rPr>
              <a:t>점검 항목 - 4. </a:t>
            </a:r>
            <a:r>
              <a:rPr b="1" lang="en-US" sz="2800">
                <a:solidFill>
                  <a:srgbClr val="20538B"/>
                </a:solidFill>
              </a:rPr>
              <a:t>스캐너 진단 판정(취약/양호 기준)</a:t>
            </a:r>
            <a:endParaRPr/>
          </a:p>
        </p:txBody>
      </p:sp>
      <p:sp>
        <p:nvSpPr>
          <p:cNvPr id="985" name="Google Shape;985;h32a9095667746e33_0_278"/>
          <p:cNvSpPr txBox="1"/>
          <p:nvPr/>
        </p:nvSpPr>
        <p:spPr>
          <a:xfrm>
            <a:off x="10268196" y="4739747"/>
            <a:ext cx="6567300" cy="1738500"/>
          </a:xfrm>
          <a:prstGeom prst="rect">
            <a:avLst/>
          </a:prstGeom>
          <a:noFill/>
          <a:ln>
            <a:noFill/>
          </a:ln>
        </p:spPr>
        <p:txBody>
          <a:bodyPr anchorCtr="0" anchor="t" bIns="0" lIns="0" spcFirstLastPara="1" rIns="0" wrap="square" tIns="0">
            <a:spAutoFit/>
          </a:bodyPr>
          <a:lstStyle/>
          <a:p>
            <a:pPr indent="-355536" lvl="0" marL="457200" marR="0" rtl="0" algn="l">
              <a:lnSpc>
                <a:spcPct val="155000"/>
              </a:lnSpc>
              <a:spcBef>
                <a:spcPts val="0"/>
              </a:spcBef>
              <a:spcAft>
                <a:spcPts val="0"/>
              </a:spcAft>
              <a:buClr>
                <a:srgbClr val="20538B"/>
              </a:buClr>
              <a:buSzPts val="1999"/>
              <a:buChar char="-"/>
            </a:pPr>
            <a:r>
              <a:rPr lang="en-US" sz="1999">
                <a:solidFill>
                  <a:srgbClr val="20538B"/>
                </a:solidFill>
              </a:rPr>
              <a:t>응답 본문 내 ‘임시 비밀번호 : temp1234! 평문 패턴 식별 → 취약 판정</a:t>
            </a:r>
            <a:endParaRPr sz="1999">
              <a:solidFill>
                <a:srgbClr val="20538B"/>
              </a:solidFill>
            </a:endParaRPr>
          </a:p>
          <a:p>
            <a:pPr indent="-355536" lvl="0" marL="457200" marR="0" rtl="0" algn="l">
              <a:lnSpc>
                <a:spcPct val="155000"/>
              </a:lnSpc>
              <a:spcBef>
                <a:spcPts val="0"/>
              </a:spcBef>
              <a:spcAft>
                <a:spcPts val="0"/>
              </a:spcAft>
              <a:buClr>
                <a:srgbClr val="20538B"/>
              </a:buClr>
              <a:buSzPts val="1999"/>
              <a:buChar char="-"/>
            </a:pPr>
            <a:r>
              <a:rPr lang="en-US" sz="1999">
                <a:solidFill>
                  <a:srgbClr val="20538B"/>
                </a:solidFill>
              </a:rPr>
              <a:t>난수 기반 외부 채널 전송 및 화면 노출 차단 기준 미충족 </a:t>
            </a:r>
            <a:endParaRPr sz="1999">
              <a:solidFill>
                <a:srgbClr val="20538B"/>
              </a:solidFill>
            </a:endParaRPr>
          </a:p>
          <a:p>
            <a:pPr indent="0" lvl="0" marL="457200" marR="0" rtl="0" algn="l">
              <a:lnSpc>
                <a:spcPct val="155000"/>
              </a:lnSpc>
              <a:spcBef>
                <a:spcPts val="0"/>
              </a:spcBef>
              <a:spcAft>
                <a:spcPts val="0"/>
              </a:spcAft>
              <a:buNone/>
            </a:pPr>
            <a:r>
              <a:rPr lang="en-US" sz="1999">
                <a:solidFill>
                  <a:srgbClr val="20538B"/>
                </a:solidFill>
              </a:rPr>
              <a:t>→ 위험도 상 확인 가능</a:t>
            </a:r>
            <a:endParaRPr sz="1900">
              <a:solidFill>
                <a:srgbClr val="20538B"/>
              </a:solidFill>
            </a:endParaRPr>
          </a:p>
        </p:txBody>
      </p:sp>
      <p:pic>
        <p:nvPicPr>
          <p:cNvPr id="986" name="Google Shape;986;h32a9095667746e33_0_278"/>
          <p:cNvPicPr preferRelativeResize="0"/>
          <p:nvPr/>
        </p:nvPicPr>
        <p:blipFill>
          <a:blip r:embed="rId5">
            <a:alphaModFix/>
          </a:blip>
          <a:stretch>
            <a:fillRect/>
          </a:stretch>
        </p:blipFill>
        <p:spPr>
          <a:xfrm>
            <a:off x="763750" y="3295125"/>
            <a:ext cx="9039574" cy="3839100"/>
          </a:xfrm>
          <a:prstGeom prst="rect">
            <a:avLst/>
          </a:prstGeom>
          <a:noFill/>
          <a:ln cap="flat" cmpd="sng" w="38100">
            <a:solidFill>
              <a:schemeClr val="dk2"/>
            </a:solidFill>
            <a:prstDash val="solid"/>
            <a:round/>
            <a:headEnd len="sm" w="sm" type="none"/>
            <a:tailEnd len="sm" w="sm" type="none"/>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0" name="Shape 990"/>
        <p:cNvGrpSpPr/>
        <p:nvPr/>
      </p:nvGrpSpPr>
      <p:grpSpPr>
        <a:xfrm>
          <a:off x="0" y="0"/>
          <a:ext cx="0" cy="0"/>
          <a:chOff x="0" y="0"/>
          <a:chExt cx="0" cy="0"/>
        </a:xfrm>
      </p:grpSpPr>
      <p:grpSp>
        <p:nvGrpSpPr>
          <p:cNvPr id="991" name="Google Shape;991;p5"/>
          <p:cNvGrpSpPr/>
          <p:nvPr/>
        </p:nvGrpSpPr>
        <p:grpSpPr>
          <a:xfrm>
            <a:off x="-1081198" y="3274348"/>
            <a:ext cx="20615256" cy="7012652"/>
            <a:chOff x="-99237" y="-1"/>
            <a:chExt cx="27487007" cy="9350203"/>
          </a:xfrm>
        </p:grpSpPr>
        <p:grpSp>
          <p:nvGrpSpPr>
            <p:cNvPr id="992" name="Google Shape;992;p5"/>
            <p:cNvGrpSpPr/>
            <p:nvPr/>
          </p:nvGrpSpPr>
          <p:grpSpPr>
            <a:xfrm rot="-5400000">
              <a:off x="11107419" y="-11206657"/>
              <a:ext cx="4770675" cy="27183987"/>
              <a:chOff x="0" y="-38100"/>
              <a:chExt cx="1831597" cy="10436700"/>
            </a:xfrm>
          </p:grpSpPr>
          <p:sp>
            <p:nvSpPr>
              <p:cNvPr id="993" name="Google Shape;993;p5"/>
              <p:cNvSpPr/>
              <p:nvPr/>
            </p:nvSpPr>
            <p:spPr>
              <a:xfrm>
                <a:off x="0" y="0"/>
                <a:ext cx="1831597" cy="10398600"/>
              </a:xfrm>
              <a:custGeom>
                <a:rect b="b" l="l" r="r" t="t"/>
                <a:pathLst>
                  <a:path extrusionOk="0" h="10398600" w="1831597">
                    <a:moveTo>
                      <a:pt x="0" y="0"/>
                    </a:moveTo>
                    <a:lnTo>
                      <a:pt x="1831597" y="0"/>
                    </a:lnTo>
                    <a:lnTo>
                      <a:pt x="1831597" y="10398600"/>
                    </a:lnTo>
                    <a:lnTo>
                      <a:pt x="0" y="10398600"/>
                    </a:lnTo>
                    <a:close/>
                  </a:path>
                </a:pathLst>
              </a:custGeom>
              <a:solidFill>
                <a:srgbClr val="CBDDEF"/>
              </a:solidFill>
              <a:ln>
                <a:noFill/>
              </a:ln>
            </p:spPr>
          </p:sp>
          <p:sp>
            <p:nvSpPr>
              <p:cNvPr id="994" name="Google Shape;994;p5"/>
              <p:cNvSpPr txBox="1"/>
              <p:nvPr/>
            </p:nvSpPr>
            <p:spPr>
              <a:xfrm>
                <a:off x="0" y="-38100"/>
                <a:ext cx="1831597" cy="10436700"/>
              </a:xfrm>
              <a:prstGeom prst="rect">
                <a:avLst/>
              </a:prstGeom>
              <a:noFill/>
              <a:ln>
                <a:noFill/>
              </a:ln>
            </p:spPr>
            <p:txBody>
              <a:bodyPr anchorCtr="0" anchor="ctr" bIns="27000" lIns="27000" spcFirstLastPara="1" rIns="27000" wrap="square" tIns="27000">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995" name="Google Shape;995;p5"/>
            <p:cNvGrpSpPr/>
            <p:nvPr/>
          </p:nvGrpSpPr>
          <p:grpSpPr>
            <a:xfrm rot="-5400000">
              <a:off x="11636974" y="-6400594"/>
              <a:ext cx="4579528" cy="26922063"/>
              <a:chOff x="0" y="-38100"/>
              <a:chExt cx="1758210" cy="10336140"/>
            </a:xfrm>
          </p:grpSpPr>
          <p:sp>
            <p:nvSpPr>
              <p:cNvPr id="996" name="Google Shape;996;p5"/>
              <p:cNvSpPr/>
              <p:nvPr/>
            </p:nvSpPr>
            <p:spPr>
              <a:xfrm>
                <a:off x="0" y="0"/>
                <a:ext cx="1758210" cy="10298040"/>
              </a:xfrm>
              <a:custGeom>
                <a:rect b="b" l="l" r="r" t="t"/>
                <a:pathLst>
                  <a:path extrusionOk="0" h="10298040" w="1758210">
                    <a:moveTo>
                      <a:pt x="0" y="0"/>
                    </a:moveTo>
                    <a:lnTo>
                      <a:pt x="1758210" y="0"/>
                    </a:lnTo>
                    <a:lnTo>
                      <a:pt x="1758210" y="10298040"/>
                    </a:lnTo>
                    <a:lnTo>
                      <a:pt x="0" y="10298040"/>
                    </a:lnTo>
                    <a:close/>
                  </a:path>
                </a:pathLst>
              </a:custGeom>
              <a:solidFill>
                <a:srgbClr val="94B6DA"/>
              </a:solidFill>
              <a:ln>
                <a:noFill/>
              </a:ln>
            </p:spPr>
          </p:sp>
          <p:sp>
            <p:nvSpPr>
              <p:cNvPr id="997" name="Google Shape;997;p5"/>
              <p:cNvSpPr txBox="1"/>
              <p:nvPr/>
            </p:nvSpPr>
            <p:spPr>
              <a:xfrm>
                <a:off x="0" y="-38100"/>
                <a:ext cx="1758210" cy="10336140"/>
              </a:xfrm>
              <a:prstGeom prst="rect">
                <a:avLst/>
              </a:prstGeom>
              <a:noFill/>
              <a:ln>
                <a:noFill/>
              </a:ln>
            </p:spPr>
            <p:txBody>
              <a:bodyPr anchorCtr="0" anchor="ctr" bIns="27000" lIns="27000" spcFirstLastPara="1" rIns="27000" wrap="square" tIns="27000">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grpSp>
        <p:nvGrpSpPr>
          <p:cNvPr id="998" name="Google Shape;998;p5"/>
          <p:cNvGrpSpPr/>
          <p:nvPr/>
        </p:nvGrpSpPr>
        <p:grpSpPr>
          <a:xfrm>
            <a:off x="731085" y="622849"/>
            <a:ext cx="16825832" cy="9050183"/>
            <a:chOff x="0" y="-108814"/>
            <a:chExt cx="22434442" cy="12066910"/>
          </a:xfrm>
        </p:grpSpPr>
        <p:grpSp>
          <p:nvGrpSpPr>
            <p:cNvPr id="999" name="Google Shape;999;p5"/>
            <p:cNvGrpSpPr/>
            <p:nvPr/>
          </p:nvGrpSpPr>
          <p:grpSpPr>
            <a:xfrm>
              <a:off x="26537" y="10214890"/>
              <a:ext cx="22386981" cy="1743206"/>
              <a:chOff x="0" y="-47625"/>
              <a:chExt cx="9809754" cy="763855"/>
            </a:xfrm>
          </p:grpSpPr>
          <p:sp>
            <p:nvSpPr>
              <p:cNvPr id="1000" name="Google Shape;1000;p5"/>
              <p:cNvSpPr/>
              <p:nvPr/>
            </p:nvSpPr>
            <p:spPr>
              <a:xfrm>
                <a:off x="0" y="0"/>
                <a:ext cx="9809754" cy="716230"/>
              </a:xfrm>
              <a:custGeom>
                <a:rect b="b" l="l" r="r" t="t"/>
                <a:pathLst>
                  <a:path extrusionOk="0" h="716230" w="9809754">
                    <a:moveTo>
                      <a:pt x="0" y="0"/>
                    </a:moveTo>
                    <a:lnTo>
                      <a:pt x="9809754" y="0"/>
                    </a:lnTo>
                    <a:lnTo>
                      <a:pt x="9809754" y="716230"/>
                    </a:lnTo>
                    <a:lnTo>
                      <a:pt x="0" y="716230"/>
                    </a:lnTo>
                    <a:close/>
                  </a:path>
                </a:pathLst>
              </a:custGeom>
              <a:solidFill>
                <a:srgbClr val="20538B"/>
              </a:solidFill>
              <a:ln cap="sq" cmpd="sng" w="38100">
                <a:solidFill>
                  <a:srgbClr val="20538B"/>
                </a:solidFill>
                <a:prstDash val="solid"/>
                <a:miter lim="8000"/>
                <a:headEnd len="sm" w="sm" type="none"/>
                <a:tailEnd len="sm" w="sm" type="none"/>
              </a:ln>
            </p:spPr>
          </p:sp>
          <p:sp>
            <p:nvSpPr>
              <p:cNvPr id="1001" name="Google Shape;1001;p5"/>
              <p:cNvSpPr txBox="1"/>
              <p:nvPr/>
            </p:nvSpPr>
            <p:spPr>
              <a:xfrm>
                <a:off x="0" y="-47625"/>
                <a:ext cx="9809754" cy="763855"/>
              </a:xfrm>
              <a:prstGeom prst="rect">
                <a:avLst/>
              </a:prstGeom>
              <a:noFill/>
              <a:ln>
                <a:noFill/>
              </a:ln>
            </p:spPr>
            <p:txBody>
              <a:bodyPr anchorCtr="0" anchor="ctr" bIns="50800" lIns="50800" spcFirstLastPara="1" rIns="50800" wrap="square" tIns="50800">
                <a:noAutofit/>
              </a:bodyPr>
              <a:lstStyle/>
              <a:p>
                <a:pPr indent="0" lvl="0" marL="0" marR="0" rtl="0" algn="ctr">
                  <a:lnSpc>
                    <a:spcPct val="175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002" name="Google Shape;1002;p5"/>
            <p:cNvGrpSpPr/>
            <p:nvPr/>
          </p:nvGrpSpPr>
          <p:grpSpPr>
            <a:xfrm>
              <a:off x="0" y="-108814"/>
              <a:ext cx="22434442" cy="11946255"/>
              <a:chOff x="0" y="-47625"/>
              <a:chExt cx="9818922" cy="5228539"/>
            </a:xfrm>
          </p:grpSpPr>
          <p:sp>
            <p:nvSpPr>
              <p:cNvPr id="1003" name="Google Shape;1003;p5"/>
              <p:cNvSpPr/>
              <p:nvPr/>
            </p:nvSpPr>
            <p:spPr>
              <a:xfrm>
                <a:off x="0" y="0"/>
                <a:ext cx="9818922" cy="5180914"/>
              </a:xfrm>
              <a:custGeom>
                <a:rect b="b" l="l" r="r" t="t"/>
                <a:pathLst>
                  <a:path extrusionOk="0" h="5180914" w="9818922">
                    <a:moveTo>
                      <a:pt x="0" y="0"/>
                    </a:moveTo>
                    <a:lnTo>
                      <a:pt x="9818922" y="0"/>
                    </a:lnTo>
                    <a:lnTo>
                      <a:pt x="9818922" y="5180914"/>
                    </a:lnTo>
                    <a:lnTo>
                      <a:pt x="0" y="5180914"/>
                    </a:lnTo>
                    <a:close/>
                  </a:path>
                </a:pathLst>
              </a:custGeom>
              <a:solidFill>
                <a:srgbClr val="FFFFFF"/>
              </a:solidFill>
              <a:ln cap="sq" cmpd="sng" w="38100">
                <a:solidFill>
                  <a:srgbClr val="20538B"/>
                </a:solidFill>
                <a:prstDash val="solid"/>
                <a:miter lim="8000"/>
                <a:headEnd len="sm" w="sm" type="none"/>
                <a:tailEnd len="sm" w="sm" type="none"/>
              </a:ln>
            </p:spPr>
          </p:sp>
          <p:sp>
            <p:nvSpPr>
              <p:cNvPr id="1004" name="Google Shape;1004;p5"/>
              <p:cNvSpPr txBox="1"/>
              <p:nvPr/>
            </p:nvSpPr>
            <p:spPr>
              <a:xfrm>
                <a:off x="0" y="-47625"/>
                <a:ext cx="9818921" cy="5228539"/>
              </a:xfrm>
              <a:prstGeom prst="rect">
                <a:avLst/>
              </a:prstGeom>
              <a:noFill/>
              <a:ln>
                <a:noFill/>
              </a:ln>
            </p:spPr>
            <p:txBody>
              <a:bodyPr anchorCtr="0" anchor="ctr" bIns="50800" lIns="50800" spcFirstLastPara="1" rIns="50800" wrap="square" tIns="50800">
                <a:noAutofit/>
              </a:bodyPr>
              <a:lstStyle/>
              <a:p>
                <a:pPr indent="0" lvl="0" marL="0" marR="0" rtl="0" algn="ctr">
                  <a:lnSpc>
                    <a:spcPct val="175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grpSp>
        <p:nvGrpSpPr>
          <p:cNvPr id="1005" name="Google Shape;1005;p5"/>
          <p:cNvGrpSpPr/>
          <p:nvPr/>
        </p:nvGrpSpPr>
        <p:grpSpPr>
          <a:xfrm>
            <a:off x="763743" y="662703"/>
            <a:ext cx="16760151" cy="1561172"/>
            <a:chOff x="0" y="-38100"/>
            <a:chExt cx="8581180" cy="799319"/>
          </a:xfrm>
        </p:grpSpPr>
        <p:sp>
          <p:nvSpPr>
            <p:cNvPr id="1006" name="Google Shape;1006;p5"/>
            <p:cNvSpPr/>
            <p:nvPr/>
          </p:nvSpPr>
          <p:spPr>
            <a:xfrm>
              <a:off x="0" y="0"/>
              <a:ext cx="8581180" cy="761219"/>
            </a:xfrm>
            <a:custGeom>
              <a:rect b="b" l="l" r="r" t="t"/>
              <a:pathLst>
                <a:path extrusionOk="0" h="761219" w="8581180">
                  <a:moveTo>
                    <a:pt x="0" y="0"/>
                  </a:moveTo>
                  <a:lnTo>
                    <a:pt x="8581180" y="0"/>
                  </a:lnTo>
                  <a:lnTo>
                    <a:pt x="8581180" y="761219"/>
                  </a:lnTo>
                  <a:lnTo>
                    <a:pt x="0" y="761219"/>
                  </a:lnTo>
                  <a:close/>
                </a:path>
              </a:pathLst>
            </a:custGeom>
            <a:solidFill>
              <a:srgbClr val="EEF6FF"/>
            </a:solidFill>
            <a:ln cap="sq" cmpd="sng" w="9525">
              <a:solidFill>
                <a:srgbClr val="20538B"/>
              </a:solidFill>
              <a:prstDash val="solid"/>
              <a:miter lim="8000"/>
              <a:headEnd len="sm" w="sm" type="none"/>
              <a:tailEnd len="sm" w="sm" type="none"/>
            </a:ln>
          </p:spPr>
        </p:sp>
        <p:sp>
          <p:nvSpPr>
            <p:cNvPr id="1007" name="Google Shape;1007;p5"/>
            <p:cNvSpPr txBox="1"/>
            <p:nvPr/>
          </p:nvSpPr>
          <p:spPr>
            <a:xfrm>
              <a:off x="0" y="-38100"/>
              <a:ext cx="8581180" cy="799319"/>
            </a:xfrm>
            <a:prstGeom prst="rect">
              <a:avLst/>
            </a:prstGeom>
            <a:noFill/>
            <a:ln>
              <a:noFill/>
            </a:ln>
          </p:spPr>
          <p:txBody>
            <a:bodyPr anchorCtr="0" anchor="ctr" bIns="39175" lIns="39175" spcFirstLastPara="1" rIns="39175" wrap="square" tIns="39175">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008" name="Google Shape;1008;p5"/>
          <p:cNvSpPr/>
          <p:nvPr/>
        </p:nvSpPr>
        <p:spPr>
          <a:xfrm>
            <a:off x="15531691" y="160918"/>
            <a:ext cx="996214" cy="1021758"/>
          </a:xfrm>
          <a:custGeom>
            <a:rect b="b" l="l" r="r" t="t"/>
            <a:pathLst>
              <a:path extrusionOk="0" h="1021758" w="996214">
                <a:moveTo>
                  <a:pt x="0" y="0"/>
                </a:moveTo>
                <a:lnTo>
                  <a:pt x="996214" y="0"/>
                </a:lnTo>
                <a:lnTo>
                  <a:pt x="996214" y="1021758"/>
                </a:lnTo>
                <a:lnTo>
                  <a:pt x="0" y="1021758"/>
                </a:lnTo>
                <a:lnTo>
                  <a:pt x="0" y="0"/>
                </a:lnTo>
                <a:close/>
              </a:path>
            </a:pathLst>
          </a:custGeom>
          <a:blipFill rotWithShape="1">
            <a:blip r:embed="rId3">
              <a:alphaModFix/>
            </a:blip>
            <a:stretch>
              <a:fillRect b="0" l="0" r="0" t="0"/>
            </a:stretch>
          </a:blipFill>
          <a:ln>
            <a:noFill/>
          </a:ln>
        </p:spPr>
      </p:sp>
      <p:sp>
        <p:nvSpPr>
          <p:cNvPr id="1009" name="Google Shape;1009;p5"/>
          <p:cNvSpPr/>
          <p:nvPr/>
        </p:nvSpPr>
        <p:spPr>
          <a:xfrm>
            <a:off x="9363698" y="3007766"/>
            <a:ext cx="272321" cy="272321"/>
          </a:xfrm>
          <a:custGeom>
            <a:rect b="b" l="l" r="r" t="t"/>
            <a:pathLst>
              <a:path extrusionOk="0" h="272321" w="272321">
                <a:moveTo>
                  <a:pt x="0" y="0"/>
                </a:moveTo>
                <a:lnTo>
                  <a:pt x="272321" y="0"/>
                </a:lnTo>
                <a:lnTo>
                  <a:pt x="272321" y="272321"/>
                </a:lnTo>
                <a:lnTo>
                  <a:pt x="0" y="272321"/>
                </a:lnTo>
                <a:lnTo>
                  <a:pt x="0" y="0"/>
                </a:lnTo>
                <a:close/>
              </a:path>
            </a:pathLst>
          </a:custGeom>
          <a:blipFill rotWithShape="1">
            <a:blip r:embed="rId4">
              <a:alphaModFix/>
            </a:blip>
            <a:stretch>
              <a:fillRect b="0" l="0" r="0" t="0"/>
            </a:stretch>
          </a:blipFill>
          <a:ln>
            <a:noFill/>
          </a:ln>
        </p:spPr>
      </p:sp>
      <p:sp>
        <p:nvSpPr>
          <p:cNvPr id="1010" name="Google Shape;1010;p5"/>
          <p:cNvSpPr/>
          <p:nvPr/>
        </p:nvSpPr>
        <p:spPr>
          <a:xfrm>
            <a:off x="9363698" y="5956387"/>
            <a:ext cx="272321" cy="272321"/>
          </a:xfrm>
          <a:custGeom>
            <a:rect b="b" l="l" r="r" t="t"/>
            <a:pathLst>
              <a:path extrusionOk="0" h="272321" w="272321">
                <a:moveTo>
                  <a:pt x="0" y="0"/>
                </a:moveTo>
                <a:lnTo>
                  <a:pt x="272321" y="0"/>
                </a:lnTo>
                <a:lnTo>
                  <a:pt x="272321" y="272322"/>
                </a:lnTo>
                <a:lnTo>
                  <a:pt x="0" y="272322"/>
                </a:lnTo>
                <a:lnTo>
                  <a:pt x="0" y="0"/>
                </a:lnTo>
                <a:close/>
              </a:path>
            </a:pathLst>
          </a:custGeom>
          <a:blipFill rotWithShape="1">
            <a:blip r:embed="rId4">
              <a:alphaModFix/>
            </a:blip>
            <a:stretch>
              <a:fillRect b="0" l="0" r="0" t="0"/>
            </a:stretch>
          </a:blipFill>
          <a:ln>
            <a:noFill/>
          </a:ln>
        </p:spPr>
      </p:sp>
      <p:sp>
        <p:nvSpPr>
          <p:cNvPr id="1011" name="Google Shape;1011;p5"/>
          <p:cNvSpPr txBox="1"/>
          <p:nvPr/>
        </p:nvSpPr>
        <p:spPr>
          <a:xfrm>
            <a:off x="2394998" y="893150"/>
            <a:ext cx="14306700" cy="2247300"/>
          </a:xfrm>
          <a:prstGeom prst="rect">
            <a:avLst/>
          </a:prstGeom>
          <a:noFill/>
          <a:ln>
            <a:noFill/>
          </a:ln>
        </p:spPr>
        <p:txBody>
          <a:bodyPr anchorCtr="0" anchor="t" bIns="0" lIns="0" spcFirstLastPara="1" rIns="0" wrap="square" tIns="0">
            <a:spAutoFit/>
          </a:bodyPr>
          <a:lstStyle/>
          <a:p>
            <a:pPr indent="0" lvl="0" marL="0" marR="0" rtl="0" algn="l">
              <a:lnSpc>
                <a:spcPct val="192000"/>
              </a:lnSpc>
              <a:spcBef>
                <a:spcPts val="0"/>
              </a:spcBef>
              <a:spcAft>
                <a:spcPts val="0"/>
              </a:spcAft>
              <a:buNone/>
            </a:pPr>
            <a:r>
              <a:rPr b="1" i="0" lang="en-US" sz="5000" u="none" cap="none" strike="noStrike">
                <a:solidFill>
                  <a:srgbClr val="20538B"/>
                </a:solidFill>
                <a:latin typeface="Arial"/>
                <a:ea typeface="Arial"/>
                <a:cs typeface="Arial"/>
                <a:sym typeface="Arial"/>
              </a:rPr>
              <a:t>취약점 분석 및 시나리오 </a:t>
            </a:r>
            <a:r>
              <a:rPr b="1" lang="en-US" sz="5000">
                <a:solidFill>
                  <a:srgbClr val="20538B"/>
                </a:solidFill>
              </a:rPr>
              <a:t> - </a:t>
            </a:r>
            <a:r>
              <a:rPr b="1" lang="en-US" sz="3500">
                <a:solidFill>
                  <a:srgbClr val="20538B"/>
                </a:solidFill>
              </a:rPr>
              <a:t>불충분한 인증 절차</a:t>
            </a:r>
            <a:endParaRPr/>
          </a:p>
          <a:p>
            <a:pPr indent="0" lvl="0" marL="0" marR="0" rtl="0" algn="l">
              <a:lnSpc>
                <a:spcPct val="192000"/>
              </a:lnSpc>
              <a:spcBef>
                <a:spcPts val="0"/>
              </a:spcBef>
              <a:spcAft>
                <a:spcPts val="0"/>
              </a:spcAft>
              <a:buNone/>
            </a:pPr>
            <a:r>
              <a:t/>
            </a:r>
            <a:endParaRPr b="1" i="0" sz="5000" u="none" cap="none" strike="noStrike">
              <a:solidFill>
                <a:srgbClr val="20538B"/>
              </a:solidFill>
              <a:latin typeface="Arial"/>
              <a:ea typeface="Arial"/>
              <a:cs typeface="Arial"/>
              <a:sym typeface="Arial"/>
            </a:endParaRPr>
          </a:p>
        </p:txBody>
      </p:sp>
      <p:sp>
        <p:nvSpPr>
          <p:cNvPr id="1012" name="Google Shape;1012;p5"/>
          <p:cNvSpPr txBox="1"/>
          <p:nvPr/>
        </p:nvSpPr>
        <p:spPr>
          <a:xfrm>
            <a:off x="1437501" y="920715"/>
            <a:ext cx="834600" cy="751200"/>
          </a:xfrm>
          <a:prstGeom prst="rect">
            <a:avLst/>
          </a:prstGeom>
          <a:noFill/>
          <a:ln>
            <a:noFill/>
          </a:ln>
        </p:spPr>
        <p:txBody>
          <a:bodyPr anchorCtr="0" anchor="t" bIns="0" lIns="0" spcFirstLastPara="1" rIns="0" wrap="square" tIns="0">
            <a:spAutoFit/>
          </a:bodyPr>
          <a:lstStyle/>
          <a:p>
            <a:pPr indent="0" lvl="0" marL="0" marR="0" rtl="0" algn="l">
              <a:lnSpc>
                <a:spcPct val="192009"/>
              </a:lnSpc>
              <a:spcBef>
                <a:spcPts val="0"/>
              </a:spcBef>
              <a:spcAft>
                <a:spcPts val="0"/>
              </a:spcAft>
              <a:buNone/>
            </a:pPr>
            <a:r>
              <a:rPr b="1" i="0" lang="en-US" sz="4881" u="none" cap="none" strike="noStrike">
                <a:solidFill>
                  <a:srgbClr val="CBDDEF"/>
                </a:solidFill>
                <a:latin typeface="Arial"/>
                <a:ea typeface="Arial"/>
                <a:cs typeface="Arial"/>
                <a:sym typeface="Arial"/>
              </a:rPr>
              <a:t>0</a:t>
            </a:r>
            <a:r>
              <a:rPr b="1" lang="en-US" sz="4881">
                <a:solidFill>
                  <a:srgbClr val="CBDDEF"/>
                </a:solidFill>
              </a:rPr>
              <a:t>4</a:t>
            </a:r>
            <a:endParaRPr/>
          </a:p>
        </p:txBody>
      </p:sp>
      <p:sp>
        <p:nvSpPr>
          <p:cNvPr id="1013" name="Google Shape;1013;p5"/>
          <p:cNvSpPr txBox="1"/>
          <p:nvPr/>
        </p:nvSpPr>
        <p:spPr>
          <a:xfrm>
            <a:off x="9757649" y="2853963"/>
            <a:ext cx="6140400" cy="4311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US" sz="2800">
                <a:solidFill>
                  <a:srgbClr val="20538B"/>
                </a:solidFill>
              </a:rPr>
              <a:t>불충분한 인증 절차 취약점 진단</a:t>
            </a:r>
            <a:endParaRPr/>
          </a:p>
        </p:txBody>
      </p:sp>
      <p:sp>
        <p:nvSpPr>
          <p:cNvPr id="1014" name="Google Shape;1014;p5"/>
          <p:cNvSpPr txBox="1"/>
          <p:nvPr/>
        </p:nvSpPr>
        <p:spPr>
          <a:xfrm>
            <a:off x="9757650" y="3597200"/>
            <a:ext cx="7447500" cy="2105700"/>
          </a:xfrm>
          <a:prstGeom prst="rect">
            <a:avLst/>
          </a:prstGeom>
          <a:noFill/>
          <a:ln>
            <a:noFill/>
          </a:ln>
        </p:spPr>
        <p:txBody>
          <a:bodyPr anchorCtr="0" anchor="t" bIns="0" lIns="0" spcFirstLastPara="1" rIns="0" wrap="square" tIns="0">
            <a:spAutoFit/>
          </a:bodyPr>
          <a:lstStyle/>
          <a:p>
            <a:pPr indent="-349250" lvl="0" marL="457200" rtl="0" algn="l">
              <a:lnSpc>
                <a:spcPct val="155000"/>
              </a:lnSpc>
              <a:spcBef>
                <a:spcPts val="0"/>
              </a:spcBef>
              <a:spcAft>
                <a:spcPts val="0"/>
              </a:spcAft>
              <a:buSzPts val="1900"/>
              <a:buChar char="-"/>
            </a:pPr>
            <a:r>
              <a:rPr lang="en-US" sz="1900">
                <a:solidFill>
                  <a:schemeClr val="dk1"/>
                </a:solidFill>
              </a:rPr>
              <a:t>진단 대상: </a:t>
            </a:r>
            <a:r>
              <a:rPr lang="en-US" sz="1900">
                <a:solidFill>
                  <a:srgbClr val="188038"/>
                </a:solidFill>
                <a:latin typeface="Roboto Mono"/>
                <a:ea typeface="Roboto Mono"/>
                <a:cs typeface="Roboto Mono"/>
                <a:sym typeface="Roboto Mono"/>
              </a:rPr>
              <a:t>/student/profile</a:t>
            </a:r>
            <a:endParaRPr sz="1900">
              <a:solidFill>
                <a:srgbClr val="188038"/>
              </a:solidFill>
              <a:latin typeface="Roboto Mono"/>
              <a:ea typeface="Roboto Mono"/>
              <a:cs typeface="Roboto Mono"/>
              <a:sym typeface="Roboto Mono"/>
            </a:endParaRPr>
          </a:p>
          <a:p>
            <a:pPr indent="-349250" lvl="0" marL="457200" rtl="0" algn="l">
              <a:lnSpc>
                <a:spcPct val="155000"/>
              </a:lnSpc>
              <a:spcBef>
                <a:spcPts val="0"/>
              </a:spcBef>
              <a:spcAft>
                <a:spcPts val="0"/>
              </a:spcAft>
              <a:buSzPts val="1900"/>
              <a:buChar char="-"/>
            </a:pPr>
            <a:r>
              <a:rPr lang="en-US" sz="1900">
                <a:solidFill>
                  <a:schemeClr val="dk1"/>
                </a:solidFill>
              </a:rPr>
              <a:t>변경 가능 개인정보: 이름 / 생년월일 / 전화번호</a:t>
            </a:r>
            <a:endParaRPr sz="1900">
              <a:solidFill>
                <a:schemeClr val="dk1"/>
              </a:solidFill>
            </a:endParaRPr>
          </a:p>
          <a:p>
            <a:pPr indent="-349250" lvl="0" marL="457200" rtl="0" algn="l">
              <a:lnSpc>
                <a:spcPct val="155000"/>
              </a:lnSpc>
              <a:spcBef>
                <a:spcPts val="0"/>
              </a:spcBef>
              <a:spcAft>
                <a:spcPts val="0"/>
              </a:spcAft>
              <a:buSzPts val="1900"/>
              <a:buChar char="-"/>
            </a:pPr>
            <a:r>
              <a:rPr lang="en-US" sz="1900">
                <a:solidFill>
                  <a:schemeClr val="dk1"/>
                </a:solidFill>
              </a:rPr>
              <a:t>로그인 후 개인정보 변경 시 현재 비밀번호·OTP 등 추가 재인증 없음</a:t>
            </a:r>
            <a:endParaRPr sz="1900">
              <a:solidFill>
                <a:schemeClr val="dk1"/>
              </a:solidFill>
            </a:endParaRPr>
          </a:p>
          <a:p>
            <a:pPr indent="-349250" lvl="0" marL="457200" rtl="0" algn="l">
              <a:lnSpc>
                <a:spcPct val="155000"/>
              </a:lnSpc>
              <a:spcBef>
                <a:spcPts val="0"/>
              </a:spcBef>
              <a:spcAft>
                <a:spcPts val="0"/>
              </a:spcAft>
              <a:buSzPts val="1900"/>
              <a:buChar char="-"/>
            </a:pPr>
            <a:r>
              <a:rPr lang="en-US" sz="1900">
                <a:solidFill>
                  <a:schemeClr val="dk1"/>
                </a:solidFill>
              </a:rPr>
              <a:t>진단 목표: </a:t>
            </a:r>
            <a:r>
              <a:rPr b="1" lang="en-US" sz="1900">
                <a:solidFill>
                  <a:schemeClr val="dk1"/>
                </a:solidFill>
              </a:rPr>
              <a:t>재인증 없이 실제 개인정보 변경이 가능한지 검증</a:t>
            </a:r>
            <a:endParaRPr b="1" sz="1900">
              <a:solidFill>
                <a:schemeClr val="dk1"/>
              </a:solidFill>
            </a:endParaRPr>
          </a:p>
          <a:p>
            <a:pPr indent="0" lvl="0" marL="0" marR="0" rtl="0" algn="l">
              <a:lnSpc>
                <a:spcPct val="155000"/>
              </a:lnSpc>
              <a:spcBef>
                <a:spcPts val="0"/>
              </a:spcBef>
              <a:spcAft>
                <a:spcPts val="0"/>
              </a:spcAft>
              <a:buNone/>
            </a:pPr>
            <a:r>
              <a:t/>
            </a:r>
            <a:endParaRPr sz="1900">
              <a:solidFill>
                <a:srgbClr val="94B6DA"/>
              </a:solidFill>
            </a:endParaRPr>
          </a:p>
        </p:txBody>
      </p:sp>
      <p:sp>
        <p:nvSpPr>
          <p:cNvPr id="1015" name="Google Shape;1015;p5"/>
          <p:cNvSpPr txBox="1"/>
          <p:nvPr/>
        </p:nvSpPr>
        <p:spPr>
          <a:xfrm>
            <a:off x="9757649" y="5797273"/>
            <a:ext cx="6140301" cy="49085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2800" u="none" cap="none" strike="noStrike">
                <a:solidFill>
                  <a:srgbClr val="20538B"/>
                </a:solidFill>
                <a:latin typeface="Arial"/>
                <a:ea typeface="Arial"/>
                <a:cs typeface="Arial"/>
                <a:sym typeface="Arial"/>
              </a:rPr>
              <a:t>핵심 포인트</a:t>
            </a:r>
            <a:endParaRPr/>
          </a:p>
        </p:txBody>
      </p:sp>
      <p:sp>
        <p:nvSpPr>
          <p:cNvPr id="1016" name="Google Shape;1016;p5"/>
          <p:cNvSpPr txBox="1"/>
          <p:nvPr/>
        </p:nvSpPr>
        <p:spPr>
          <a:xfrm>
            <a:off x="10280425" y="6397350"/>
            <a:ext cx="4890600" cy="942000"/>
          </a:xfrm>
          <a:prstGeom prst="rect">
            <a:avLst/>
          </a:prstGeom>
          <a:noFill/>
          <a:ln>
            <a:noFill/>
          </a:ln>
        </p:spPr>
        <p:txBody>
          <a:bodyPr anchorCtr="0" anchor="t" bIns="0" lIns="0" spcFirstLastPara="1" rIns="0" wrap="square" tIns="0">
            <a:spAutoFit/>
          </a:bodyPr>
          <a:lstStyle/>
          <a:p>
            <a:pPr indent="0" lvl="0" marL="0" marR="0" rtl="0" algn="l">
              <a:lnSpc>
                <a:spcPct val="222061"/>
              </a:lnSpc>
              <a:spcBef>
                <a:spcPts val="0"/>
              </a:spcBef>
              <a:spcAft>
                <a:spcPts val="0"/>
              </a:spcAft>
              <a:buNone/>
            </a:pPr>
            <a:r>
              <a:rPr lang="en-US" sz="1900">
                <a:solidFill>
                  <a:srgbClr val="188038"/>
                </a:solidFill>
                <a:latin typeface="Roboto Mono"/>
                <a:ea typeface="Roboto Mono"/>
                <a:cs typeface="Roboto Mono"/>
                <a:sym typeface="Roboto Mono"/>
              </a:rPr>
              <a:t>현재 비밀번호·OTP 등 별도 재인증 없이 개인정보 수정 가능</a:t>
            </a:r>
            <a:r>
              <a:rPr lang="en-US" sz="1900">
                <a:solidFill>
                  <a:schemeClr val="dk1"/>
                </a:solidFill>
              </a:rPr>
              <a:t> </a:t>
            </a:r>
            <a:endParaRPr sz="1900"/>
          </a:p>
        </p:txBody>
      </p:sp>
      <p:pic>
        <p:nvPicPr>
          <p:cNvPr id="1017" name="Google Shape;1017;p5"/>
          <p:cNvPicPr preferRelativeResize="0"/>
          <p:nvPr/>
        </p:nvPicPr>
        <p:blipFill>
          <a:blip r:embed="rId5">
            <a:alphaModFix/>
          </a:blip>
          <a:stretch>
            <a:fillRect/>
          </a:stretch>
        </p:blipFill>
        <p:spPr>
          <a:xfrm>
            <a:off x="2046298" y="2640875"/>
            <a:ext cx="5757954" cy="5774476"/>
          </a:xfrm>
          <a:prstGeom prst="rect">
            <a:avLst/>
          </a:prstGeom>
          <a:noFill/>
          <a:ln>
            <a:noFill/>
          </a:ln>
        </p:spPr>
      </p:pic>
      <p:sp>
        <p:nvSpPr>
          <p:cNvPr id="1018" name="Google Shape;1018;p5"/>
          <p:cNvSpPr txBox="1"/>
          <p:nvPr/>
        </p:nvSpPr>
        <p:spPr>
          <a:xfrm>
            <a:off x="2395000" y="1705375"/>
            <a:ext cx="44364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000"/>
              <a:t>불충분한 인증 절차 취약점 개요</a:t>
            </a:r>
            <a:endParaRPr sz="20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2" name="Shape 1022"/>
        <p:cNvGrpSpPr/>
        <p:nvPr/>
      </p:nvGrpSpPr>
      <p:grpSpPr>
        <a:xfrm>
          <a:off x="0" y="0"/>
          <a:ext cx="0" cy="0"/>
          <a:chOff x="0" y="0"/>
          <a:chExt cx="0" cy="0"/>
        </a:xfrm>
      </p:grpSpPr>
      <p:grpSp>
        <p:nvGrpSpPr>
          <p:cNvPr id="1023" name="Google Shape;1023;h32a9095667746e33_9_73"/>
          <p:cNvGrpSpPr/>
          <p:nvPr/>
        </p:nvGrpSpPr>
        <p:grpSpPr>
          <a:xfrm>
            <a:off x="-1081199" y="3274283"/>
            <a:ext cx="20615733" cy="7012716"/>
            <a:chOff x="-99239" y="-86"/>
            <a:chExt cx="27487644" cy="9350288"/>
          </a:xfrm>
        </p:grpSpPr>
        <p:grpSp>
          <p:nvGrpSpPr>
            <p:cNvPr id="1024" name="Google Shape;1024;h32a9095667746e33_9_73"/>
            <p:cNvGrpSpPr/>
            <p:nvPr/>
          </p:nvGrpSpPr>
          <p:grpSpPr>
            <a:xfrm rot="-5400000">
              <a:off x="11107617" y="-11206942"/>
              <a:ext cx="4770761" cy="27184472"/>
              <a:chOff x="0" y="-38100"/>
              <a:chExt cx="1831597" cy="10436700"/>
            </a:xfrm>
          </p:grpSpPr>
          <p:sp>
            <p:nvSpPr>
              <p:cNvPr id="1025" name="Google Shape;1025;h32a9095667746e33_9_73"/>
              <p:cNvSpPr/>
              <p:nvPr/>
            </p:nvSpPr>
            <p:spPr>
              <a:xfrm>
                <a:off x="0" y="0"/>
                <a:ext cx="1831597" cy="10398600"/>
              </a:xfrm>
              <a:custGeom>
                <a:rect b="b" l="l" r="r" t="t"/>
                <a:pathLst>
                  <a:path extrusionOk="0" h="10398600" w="1831597">
                    <a:moveTo>
                      <a:pt x="0" y="0"/>
                    </a:moveTo>
                    <a:lnTo>
                      <a:pt x="1831597" y="0"/>
                    </a:lnTo>
                    <a:lnTo>
                      <a:pt x="1831597" y="10398600"/>
                    </a:lnTo>
                    <a:lnTo>
                      <a:pt x="0" y="10398600"/>
                    </a:lnTo>
                    <a:close/>
                  </a:path>
                </a:pathLst>
              </a:custGeom>
              <a:solidFill>
                <a:srgbClr val="CBDDEF"/>
              </a:solidFill>
              <a:ln>
                <a:noFill/>
              </a:ln>
            </p:spPr>
          </p:sp>
          <p:sp>
            <p:nvSpPr>
              <p:cNvPr id="1026" name="Google Shape;1026;h32a9095667746e33_9_73"/>
              <p:cNvSpPr txBox="1"/>
              <p:nvPr/>
            </p:nvSpPr>
            <p:spPr>
              <a:xfrm>
                <a:off x="0" y="-38100"/>
                <a:ext cx="1831500" cy="10436700"/>
              </a:xfrm>
              <a:prstGeom prst="rect">
                <a:avLst/>
              </a:prstGeom>
              <a:noFill/>
              <a:ln>
                <a:noFill/>
              </a:ln>
            </p:spPr>
            <p:txBody>
              <a:bodyPr anchorCtr="0" anchor="ctr" bIns="27000" lIns="27000" spcFirstLastPara="1" rIns="27000" wrap="square" tIns="27000">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027" name="Google Shape;1027;h32a9095667746e33_9_73"/>
            <p:cNvGrpSpPr/>
            <p:nvPr/>
          </p:nvGrpSpPr>
          <p:grpSpPr>
            <a:xfrm rot="-5400000">
              <a:off x="11637133" y="-6401070"/>
              <a:ext cx="4579844" cy="26922700"/>
              <a:chOff x="0" y="-38100"/>
              <a:chExt cx="1758300" cy="10336200"/>
            </a:xfrm>
          </p:grpSpPr>
          <p:sp>
            <p:nvSpPr>
              <p:cNvPr id="1028" name="Google Shape;1028;h32a9095667746e33_9_73"/>
              <p:cNvSpPr/>
              <p:nvPr/>
            </p:nvSpPr>
            <p:spPr>
              <a:xfrm>
                <a:off x="0" y="0"/>
                <a:ext cx="1758210" cy="10298040"/>
              </a:xfrm>
              <a:custGeom>
                <a:rect b="b" l="l" r="r" t="t"/>
                <a:pathLst>
                  <a:path extrusionOk="0" h="10298040" w="1758210">
                    <a:moveTo>
                      <a:pt x="0" y="0"/>
                    </a:moveTo>
                    <a:lnTo>
                      <a:pt x="1758210" y="0"/>
                    </a:lnTo>
                    <a:lnTo>
                      <a:pt x="1758210" y="10298040"/>
                    </a:lnTo>
                    <a:lnTo>
                      <a:pt x="0" y="10298040"/>
                    </a:lnTo>
                    <a:close/>
                  </a:path>
                </a:pathLst>
              </a:custGeom>
              <a:solidFill>
                <a:srgbClr val="94B6DA"/>
              </a:solidFill>
              <a:ln>
                <a:noFill/>
              </a:ln>
            </p:spPr>
          </p:sp>
          <p:sp>
            <p:nvSpPr>
              <p:cNvPr id="1029" name="Google Shape;1029;h32a9095667746e33_9_73"/>
              <p:cNvSpPr txBox="1"/>
              <p:nvPr/>
            </p:nvSpPr>
            <p:spPr>
              <a:xfrm>
                <a:off x="0" y="-38100"/>
                <a:ext cx="1758300" cy="10336200"/>
              </a:xfrm>
              <a:prstGeom prst="rect">
                <a:avLst/>
              </a:prstGeom>
              <a:noFill/>
              <a:ln>
                <a:noFill/>
              </a:ln>
            </p:spPr>
            <p:txBody>
              <a:bodyPr anchorCtr="0" anchor="ctr" bIns="27000" lIns="27000" spcFirstLastPara="1" rIns="27000" wrap="square" tIns="27000">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grpSp>
        <p:nvGrpSpPr>
          <p:cNvPr id="1030" name="Google Shape;1030;h32a9095667746e33_9_73"/>
          <p:cNvGrpSpPr/>
          <p:nvPr/>
        </p:nvGrpSpPr>
        <p:grpSpPr>
          <a:xfrm>
            <a:off x="731085" y="622850"/>
            <a:ext cx="16825838" cy="9050174"/>
            <a:chOff x="0" y="-108814"/>
            <a:chExt cx="22434451" cy="12066898"/>
          </a:xfrm>
        </p:grpSpPr>
        <p:grpSp>
          <p:nvGrpSpPr>
            <p:cNvPr id="1031" name="Google Shape;1031;h32a9095667746e33_9_73"/>
            <p:cNvGrpSpPr/>
            <p:nvPr/>
          </p:nvGrpSpPr>
          <p:grpSpPr>
            <a:xfrm>
              <a:off x="26537" y="10214891"/>
              <a:ext cx="22386840" cy="1743193"/>
              <a:chOff x="0" y="-47625"/>
              <a:chExt cx="9809754" cy="763855"/>
            </a:xfrm>
          </p:grpSpPr>
          <p:sp>
            <p:nvSpPr>
              <p:cNvPr id="1032" name="Google Shape;1032;h32a9095667746e33_9_73"/>
              <p:cNvSpPr/>
              <p:nvPr/>
            </p:nvSpPr>
            <p:spPr>
              <a:xfrm>
                <a:off x="0" y="0"/>
                <a:ext cx="9809754" cy="716230"/>
              </a:xfrm>
              <a:custGeom>
                <a:rect b="b" l="l" r="r" t="t"/>
                <a:pathLst>
                  <a:path extrusionOk="0" h="716230" w="9809754">
                    <a:moveTo>
                      <a:pt x="0" y="0"/>
                    </a:moveTo>
                    <a:lnTo>
                      <a:pt x="9809754" y="0"/>
                    </a:lnTo>
                    <a:lnTo>
                      <a:pt x="9809754" y="716230"/>
                    </a:lnTo>
                    <a:lnTo>
                      <a:pt x="0" y="716230"/>
                    </a:lnTo>
                    <a:close/>
                  </a:path>
                </a:pathLst>
              </a:custGeom>
              <a:solidFill>
                <a:srgbClr val="20538B"/>
              </a:solidFill>
              <a:ln cap="sq" cmpd="sng" w="38100">
                <a:solidFill>
                  <a:srgbClr val="20538B"/>
                </a:solidFill>
                <a:prstDash val="solid"/>
                <a:miter lim="8000"/>
                <a:headEnd len="sm" w="sm" type="none"/>
                <a:tailEnd len="sm" w="sm" type="none"/>
              </a:ln>
            </p:spPr>
          </p:sp>
          <p:sp>
            <p:nvSpPr>
              <p:cNvPr id="1033" name="Google Shape;1033;h32a9095667746e33_9_73"/>
              <p:cNvSpPr txBox="1"/>
              <p:nvPr/>
            </p:nvSpPr>
            <p:spPr>
              <a:xfrm>
                <a:off x="0" y="-47625"/>
                <a:ext cx="9809700" cy="763800"/>
              </a:xfrm>
              <a:prstGeom prst="rect">
                <a:avLst/>
              </a:prstGeom>
              <a:noFill/>
              <a:ln>
                <a:noFill/>
              </a:ln>
            </p:spPr>
            <p:txBody>
              <a:bodyPr anchorCtr="0" anchor="ctr" bIns="50800" lIns="50800" spcFirstLastPara="1" rIns="50800" wrap="square" tIns="50800">
                <a:noAutofit/>
              </a:bodyPr>
              <a:lstStyle/>
              <a:p>
                <a:pPr indent="0" lvl="0" marL="0" marR="0" rtl="0" algn="ctr">
                  <a:lnSpc>
                    <a:spcPct val="175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034" name="Google Shape;1034;h32a9095667746e33_9_73"/>
            <p:cNvGrpSpPr/>
            <p:nvPr/>
          </p:nvGrpSpPr>
          <p:grpSpPr>
            <a:xfrm>
              <a:off x="0" y="-108814"/>
              <a:ext cx="22434451" cy="11946166"/>
              <a:chOff x="0" y="-47625"/>
              <a:chExt cx="9819000" cy="5228539"/>
            </a:xfrm>
          </p:grpSpPr>
          <p:sp>
            <p:nvSpPr>
              <p:cNvPr id="1035" name="Google Shape;1035;h32a9095667746e33_9_73"/>
              <p:cNvSpPr/>
              <p:nvPr/>
            </p:nvSpPr>
            <p:spPr>
              <a:xfrm>
                <a:off x="0" y="0"/>
                <a:ext cx="9818922" cy="5180914"/>
              </a:xfrm>
              <a:custGeom>
                <a:rect b="b" l="l" r="r" t="t"/>
                <a:pathLst>
                  <a:path extrusionOk="0" h="5180914" w="9818922">
                    <a:moveTo>
                      <a:pt x="0" y="0"/>
                    </a:moveTo>
                    <a:lnTo>
                      <a:pt x="9818922" y="0"/>
                    </a:lnTo>
                    <a:lnTo>
                      <a:pt x="9818922" y="5180914"/>
                    </a:lnTo>
                    <a:lnTo>
                      <a:pt x="0" y="5180914"/>
                    </a:lnTo>
                    <a:close/>
                  </a:path>
                </a:pathLst>
              </a:custGeom>
              <a:solidFill>
                <a:srgbClr val="FFFFFF"/>
              </a:solidFill>
              <a:ln cap="sq" cmpd="sng" w="38100">
                <a:solidFill>
                  <a:srgbClr val="20538B"/>
                </a:solidFill>
                <a:prstDash val="solid"/>
                <a:miter lim="8000"/>
                <a:headEnd len="sm" w="sm" type="none"/>
                <a:tailEnd len="sm" w="sm" type="none"/>
              </a:ln>
            </p:spPr>
          </p:sp>
          <p:sp>
            <p:nvSpPr>
              <p:cNvPr id="1036" name="Google Shape;1036;h32a9095667746e33_9_73"/>
              <p:cNvSpPr txBox="1"/>
              <p:nvPr/>
            </p:nvSpPr>
            <p:spPr>
              <a:xfrm>
                <a:off x="0" y="-47625"/>
                <a:ext cx="9819000" cy="5228400"/>
              </a:xfrm>
              <a:prstGeom prst="rect">
                <a:avLst/>
              </a:prstGeom>
              <a:noFill/>
              <a:ln>
                <a:noFill/>
              </a:ln>
            </p:spPr>
            <p:txBody>
              <a:bodyPr anchorCtr="0" anchor="ctr" bIns="50800" lIns="50800" spcFirstLastPara="1" rIns="50800" wrap="square" tIns="50800">
                <a:noAutofit/>
              </a:bodyPr>
              <a:lstStyle/>
              <a:p>
                <a:pPr indent="0" lvl="0" marL="0" marR="0" rtl="0" algn="ctr">
                  <a:lnSpc>
                    <a:spcPct val="175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grpSp>
        <p:nvGrpSpPr>
          <p:cNvPr id="1037" name="Google Shape;1037;h32a9095667746e33_9_73"/>
          <p:cNvGrpSpPr/>
          <p:nvPr/>
        </p:nvGrpSpPr>
        <p:grpSpPr>
          <a:xfrm>
            <a:off x="763743" y="662704"/>
            <a:ext cx="16759942" cy="1561150"/>
            <a:chOff x="0" y="-38100"/>
            <a:chExt cx="8581200" cy="799319"/>
          </a:xfrm>
        </p:grpSpPr>
        <p:sp>
          <p:nvSpPr>
            <p:cNvPr id="1038" name="Google Shape;1038;h32a9095667746e33_9_73"/>
            <p:cNvSpPr/>
            <p:nvPr/>
          </p:nvSpPr>
          <p:spPr>
            <a:xfrm>
              <a:off x="0" y="0"/>
              <a:ext cx="8581180" cy="761219"/>
            </a:xfrm>
            <a:custGeom>
              <a:rect b="b" l="l" r="r" t="t"/>
              <a:pathLst>
                <a:path extrusionOk="0" h="761219" w="8581180">
                  <a:moveTo>
                    <a:pt x="0" y="0"/>
                  </a:moveTo>
                  <a:lnTo>
                    <a:pt x="8581180" y="0"/>
                  </a:lnTo>
                  <a:lnTo>
                    <a:pt x="8581180" y="761219"/>
                  </a:lnTo>
                  <a:lnTo>
                    <a:pt x="0" y="761219"/>
                  </a:lnTo>
                  <a:close/>
                </a:path>
              </a:pathLst>
            </a:custGeom>
            <a:solidFill>
              <a:srgbClr val="EEF6FF"/>
            </a:solidFill>
            <a:ln cap="sq" cmpd="sng" w="9525">
              <a:solidFill>
                <a:srgbClr val="20538B"/>
              </a:solidFill>
              <a:prstDash val="solid"/>
              <a:miter lim="8000"/>
              <a:headEnd len="sm" w="sm" type="none"/>
              <a:tailEnd len="sm" w="sm" type="none"/>
            </a:ln>
          </p:spPr>
        </p:sp>
        <p:sp>
          <p:nvSpPr>
            <p:cNvPr id="1039" name="Google Shape;1039;h32a9095667746e33_9_73"/>
            <p:cNvSpPr txBox="1"/>
            <p:nvPr/>
          </p:nvSpPr>
          <p:spPr>
            <a:xfrm>
              <a:off x="0" y="-38100"/>
              <a:ext cx="8581200" cy="799200"/>
            </a:xfrm>
            <a:prstGeom prst="rect">
              <a:avLst/>
            </a:prstGeom>
            <a:noFill/>
            <a:ln>
              <a:noFill/>
            </a:ln>
          </p:spPr>
          <p:txBody>
            <a:bodyPr anchorCtr="0" anchor="ctr" bIns="39175" lIns="39175" spcFirstLastPara="1" rIns="39175" wrap="square" tIns="39175">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040" name="Google Shape;1040;h32a9095667746e33_9_73"/>
          <p:cNvSpPr/>
          <p:nvPr/>
        </p:nvSpPr>
        <p:spPr>
          <a:xfrm>
            <a:off x="15531691" y="160918"/>
            <a:ext cx="996214" cy="1021758"/>
          </a:xfrm>
          <a:custGeom>
            <a:rect b="b" l="l" r="r" t="t"/>
            <a:pathLst>
              <a:path extrusionOk="0" h="1021758" w="996214">
                <a:moveTo>
                  <a:pt x="0" y="0"/>
                </a:moveTo>
                <a:lnTo>
                  <a:pt x="996214" y="0"/>
                </a:lnTo>
                <a:lnTo>
                  <a:pt x="996214" y="1021758"/>
                </a:lnTo>
                <a:lnTo>
                  <a:pt x="0" y="1021758"/>
                </a:lnTo>
                <a:lnTo>
                  <a:pt x="0" y="0"/>
                </a:lnTo>
                <a:close/>
              </a:path>
            </a:pathLst>
          </a:custGeom>
          <a:blipFill rotWithShape="1">
            <a:blip r:embed="rId3">
              <a:alphaModFix/>
            </a:blip>
            <a:stretch>
              <a:fillRect b="0" l="0" r="0" t="0"/>
            </a:stretch>
          </a:blipFill>
          <a:ln>
            <a:noFill/>
          </a:ln>
        </p:spPr>
      </p:sp>
      <p:sp>
        <p:nvSpPr>
          <p:cNvPr id="1041" name="Google Shape;1041;h32a9095667746e33_9_73"/>
          <p:cNvSpPr/>
          <p:nvPr/>
        </p:nvSpPr>
        <p:spPr>
          <a:xfrm>
            <a:off x="9363698" y="2935879"/>
            <a:ext cx="272321" cy="272321"/>
          </a:xfrm>
          <a:custGeom>
            <a:rect b="b" l="l" r="r" t="t"/>
            <a:pathLst>
              <a:path extrusionOk="0" h="272321" w="272321">
                <a:moveTo>
                  <a:pt x="0" y="0"/>
                </a:moveTo>
                <a:lnTo>
                  <a:pt x="272321" y="0"/>
                </a:lnTo>
                <a:lnTo>
                  <a:pt x="272321" y="272321"/>
                </a:lnTo>
                <a:lnTo>
                  <a:pt x="0" y="272321"/>
                </a:lnTo>
                <a:lnTo>
                  <a:pt x="0" y="0"/>
                </a:lnTo>
                <a:close/>
              </a:path>
            </a:pathLst>
          </a:custGeom>
          <a:blipFill rotWithShape="1">
            <a:blip r:embed="rId4">
              <a:alphaModFix/>
            </a:blip>
            <a:stretch>
              <a:fillRect b="0" l="0" r="0" t="0"/>
            </a:stretch>
          </a:blipFill>
          <a:ln>
            <a:noFill/>
          </a:ln>
        </p:spPr>
      </p:sp>
      <p:sp>
        <p:nvSpPr>
          <p:cNvPr id="1042" name="Google Shape;1042;h32a9095667746e33_9_73"/>
          <p:cNvSpPr/>
          <p:nvPr/>
        </p:nvSpPr>
        <p:spPr>
          <a:xfrm>
            <a:off x="1658098" y="2923229"/>
            <a:ext cx="272321" cy="272321"/>
          </a:xfrm>
          <a:custGeom>
            <a:rect b="b" l="l" r="r" t="t"/>
            <a:pathLst>
              <a:path extrusionOk="0" h="272321" w="272321">
                <a:moveTo>
                  <a:pt x="0" y="0"/>
                </a:moveTo>
                <a:lnTo>
                  <a:pt x="272321" y="0"/>
                </a:lnTo>
                <a:lnTo>
                  <a:pt x="272321" y="272322"/>
                </a:lnTo>
                <a:lnTo>
                  <a:pt x="0" y="272322"/>
                </a:lnTo>
                <a:lnTo>
                  <a:pt x="0" y="0"/>
                </a:lnTo>
                <a:close/>
              </a:path>
            </a:pathLst>
          </a:custGeom>
          <a:blipFill rotWithShape="1">
            <a:blip r:embed="rId4">
              <a:alphaModFix/>
            </a:blip>
            <a:stretch>
              <a:fillRect b="0" l="0" r="0" t="0"/>
            </a:stretch>
          </a:blipFill>
          <a:ln>
            <a:noFill/>
          </a:ln>
        </p:spPr>
      </p:sp>
      <p:sp>
        <p:nvSpPr>
          <p:cNvPr id="1043" name="Google Shape;1043;h32a9095667746e33_9_73"/>
          <p:cNvSpPr txBox="1"/>
          <p:nvPr/>
        </p:nvSpPr>
        <p:spPr>
          <a:xfrm>
            <a:off x="2394998" y="893150"/>
            <a:ext cx="14306700" cy="2247300"/>
          </a:xfrm>
          <a:prstGeom prst="rect">
            <a:avLst/>
          </a:prstGeom>
          <a:noFill/>
          <a:ln>
            <a:noFill/>
          </a:ln>
        </p:spPr>
        <p:txBody>
          <a:bodyPr anchorCtr="0" anchor="t" bIns="0" lIns="0" spcFirstLastPara="1" rIns="0" wrap="square" tIns="0">
            <a:spAutoFit/>
          </a:bodyPr>
          <a:lstStyle/>
          <a:p>
            <a:pPr indent="0" lvl="0" marL="0" marR="0" rtl="0" algn="l">
              <a:lnSpc>
                <a:spcPct val="192000"/>
              </a:lnSpc>
              <a:spcBef>
                <a:spcPts val="0"/>
              </a:spcBef>
              <a:spcAft>
                <a:spcPts val="0"/>
              </a:spcAft>
              <a:buNone/>
            </a:pPr>
            <a:r>
              <a:rPr b="1" i="0" lang="en-US" sz="5000" u="none" cap="none" strike="noStrike">
                <a:solidFill>
                  <a:srgbClr val="20538B"/>
                </a:solidFill>
                <a:latin typeface="Arial"/>
                <a:ea typeface="Arial"/>
                <a:cs typeface="Arial"/>
                <a:sym typeface="Arial"/>
              </a:rPr>
              <a:t>취약점 분석 및 시나리오 </a:t>
            </a:r>
            <a:r>
              <a:rPr b="1" lang="en-US" sz="5000">
                <a:solidFill>
                  <a:srgbClr val="20538B"/>
                </a:solidFill>
              </a:rPr>
              <a:t> - </a:t>
            </a:r>
            <a:r>
              <a:rPr b="1" lang="en-US" sz="3500">
                <a:solidFill>
                  <a:srgbClr val="20538B"/>
                </a:solidFill>
              </a:rPr>
              <a:t>불충분한 인증 절차</a:t>
            </a:r>
            <a:endParaRPr/>
          </a:p>
          <a:p>
            <a:pPr indent="0" lvl="0" marL="0" marR="0" rtl="0" algn="l">
              <a:lnSpc>
                <a:spcPct val="192000"/>
              </a:lnSpc>
              <a:spcBef>
                <a:spcPts val="0"/>
              </a:spcBef>
              <a:spcAft>
                <a:spcPts val="0"/>
              </a:spcAft>
              <a:buNone/>
            </a:pPr>
            <a:r>
              <a:t/>
            </a:r>
            <a:endParaRPr b="1" i="0" sz="5000" u="none" cap="none" strike="noStrike">
              <a:solidFill>
                <a:srgbClr val="20538B"/>
              </a:solidFill>
              <a:latin typeface="Arial"/>
              <a:ea typeface="Arial"/>
              <a:cs typeface="Arial"/>
              <a:sym typeface="Arial"/>
            </a:endParaRPr>
          </a:p>
        </p:txBody>
      </p:sp>
      <p:sp>
        <p:nvSpPr>
          <p:cNvPr id="1044" name="Google Shape;1044;h32a9095667746e33_9_73"/>
          <p:cNvSpPr txBox="1"/>
          <p:nvPr/>
        </p:nvSpPr>
        <p:spPr>
          <a:xfrm>
            <a:off x="1437501" y="920715"/>
            <a:ext cx="834600" cy="751200"/>
          </a:xfrm>
          <a:prstGeom prst="rect">
            <a:avLst/>
          </a:prstGeom>
          <a:noFill/>
          <a:ln>
            <a:noFill/>
          </a:ln>
        </p:spPr>
        <p:txBody>
          <a:bodyPr anchorCtr="0" anchor="t" bIns="0" lIns="0" spcFirstLastPara="1" rIns="0" wrap="square" tIns="0">
            <a:spAutoFit/>
          </a:bodyPr>
          <a:lstStyle/>
          <a:p>
            <a:pPr indent="0" lvl="0" marL="0" marR="0" rtl="0" algn="l">
              <a:lnSpc>
                <a:spcPct val="192009"/>
              </a:lnSpc>
              <a:spcBef>
                <a:spcPts val="0"/>
              </a:spcBef>
              <a:spcAft>
                <a:spcPts val="0"/>
              </a:spcAft>
              <a:buNone/>
            </a:pPr>
            <a:r>
              <a:rPr b="1" i="0" lang="en-US" sz="4881" u="none" cap="none" strike="noStrike">
                <a:solidFill>
                  <a:srgbClr val="CBDDEF"/>
                </a:solidFill>
                <a:latin typeface="Arial"/>
                <a:ea typeface="Arial"/>
                <a:cs typeface="Arial"/>
                <a:sym typeface="Arial"/>
              </a:rPr>
              <a:t>0</a:t>
            </a:r>
            <a:r>
              <a:rPr b="1" lang="en-US" sz="4881">
                <a:solidFill>
                  <a:srgbClr val="CBDDEF"/>
                </a:solidFill>
              </a:rPr>
              <a:t>4</a:t>
            </a:r>
            <a:endParaRPr/>
          </a:p>
        </p:txBody>
      </p:sp>
      <p:sp>
        <p:nvSpPr>
          <p:cNvPr id="1045" name="Google Shape;1045;h32a9095667746e33_9_73"/>
          <p:cNvSpPr txBox="1"/>
          <p:nvPr/>
        </p:nvSpPr>
        <p:spPr>
          <a:xfrm>
            <a:off x="9757649" y="2853963"/>
            <a:ext cx="6140400" cy="4311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US" sz="2800">
                <a:solidFill>
                  <a:srgbClr val="20538B"/>
                </a:solidFill>
              </a:rPr>
              <a:t>자동화 필요성</a:t>
            </a:r>
            <a:endParaRPr/>
          </a:p>
        </p:txBody>
      </p:sp>
      <p:sp>
        <p:nvSpPr>
          <p:cNvPr id="1046" name="Google Shape;1046;h32a9095667746e33_9_73"/>
          <p:cNvSpPr txBox="1"/>
          <p:nvPr/>
        </p:nvSpPr>
        <p:spPr>
          <a:xfrm>
            <a:off x="9636025" y="3783400"/>
            <a:ext cx="6304500" cy="33477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400"/>
              </a:spcBef>
              <a:spcAft>
                <a:spcPts val="0"/>
              </a:spcAft>
              <a:buClr>
                <a:schemeClr val="dk1"/>
              </a:buClr>
              <a:buSzPts val="1100"/>
              <a:buFont typeface="Arial"/>
              <a:buNone/>
            </a:pPr>
            <a:r>
              <a:rPr b="1" lang="en-US" sz="2500">
                <a:solidFill>
                  <a:schemeClr val="dk1"/>
                </a:solidFill>
              </a:rPr>
              <a:t>수동 진단의 한계</a:t>
            </a:r>
            <a:endParaRPr b="1" sz="2500">
              <a:solidFill>
                <a:schemeClr val="dk1"/>
              </a:solidFill>
            </a:endParaRPr>
          </a:p>
          <a:p>
            <a:pPr indent="-387350" lvl="0" marL="457200" rtl="0" algn="l">
              <a:lnSpc>
                <a:spcPct val="115000"/>
              </a:lnSpc>
              <a:spcBef>
                <a:spcPts val="1200"/>
              </a:spcBef>
              <a:spcAft>
                <a:spcPts val="0"/>
              </a:spcAft>
              <a:buClr>
                <a:schemeClr val="dk1"/>
              </a:buClr>
              <a:buSzPts val="2500"/>
              <a:buChar char="●"/>
            </a:pPr>
            <a:r>
              <a:rPr lang="en-US" sz="2500">
                <a:solidFill>
                  <a:schemeClr val="dk1"/>
                </a:solidFill>
              </a:rPr>
              <a:t>반복 작업 발생</a:t>
            </a:r>
            <a:endParaRPr sz="2500">
              <a:solidFill>
                <a:schemeClr val="dk1"/>
              </a:solidFill>
            </a:endParaRPr>
          </a:p>
          <a:p>
            <a:pPr indent="-387350" lvl="0" marL="457200" rtl="0" algn="l">
              <a:lnSpc>
                <a:spcPct val="115000"/>
              </a:lnSpc>
              <a:spcBef>
                <a:spcPts val="0"/>
              </a:spcBef>
              <a:spcAft>
                <a:spcPts val="0"/>
              </a:spcAft>
              <a:buClr>
                <a:schemeClr val="dk1"/>
              </a:buClr>
              <a:buSzPts val="2500"/>
              <a:buChar char="●"/>
            </a:pPr>
            <a:r>
              <a:rPr lang="en-US" sz="2500">
                <a:solidFill>
                  <a:schemeClr val="dk1"/>
                </a:solidFill>
              </a:rPr>
              <a:t>변경 후 검증 누락 가능</a:t>
            </a:r>
            <a:endParaRPr sz="2500">
              <a:solidFill>
                <a:schemeClr val="dk1"/>
              </a:solidFill>
            </a:endParaRPr>
          </a:p>
          <a:p>
            <a:pPr indent="-387350" lvl="0" marL="457200" rtl="0" algn="l">
              <a:lnSpc>
                <a:spcPct val="115000"/>
              </a:lnSpc>
              <a:spcBef>
                <a:spcPts val="0"/>
              </a:spcBef>
              <a:spcAft>
                <a:spcPts val="0"/>
              </a:spcAft>
              <a:buClr>
                <a:schemeClr val="dk1"/>
              </a:buClr>
              <a:buSzPts val="2500"/>
              <a:buChar char="●"/>
            </a:pPr>
            <a:r>
              <a:rPr lang="en-US" sz="2500">
                <a:solidFill>
                  <a:schemeClr val="dk1"/>
                </a:solidFill>
              </a:rPr>
              <a:t>테스트 데이터 원복 누락 가능</a:t>
            </a:r>
            <a:endParaRPr sz="2500">
              <a:solidFill>
                <a:schemeClr val="dk1"/>
              </a:solidFill>
            </a:endParaRPr>
          </a:p>
          <a:p>
            <a:pPr indent="-387350" lvl="0" marL="457200" rtl="0" algn="l">
              <a:lnSpc>
                <a:spcPct val="115000"/>
              </a:lnSpc>
              <a:spcBef>
                <a:spcPts val="0"/>
              </a:spcBef>
              <a:spcAft>
                <a:spcPts val="0"/>
              </a:spcAft>
              <a:buClr>
                <a:schemeClr val="dk1"/>
              </a:buClr>
              <a:buSzPts val="2500"/>
              <a:buChar char="●"/>
            </a:pPr>
            <a:r>
              <a:rPr lang="en-US" sz="2500">
                <a:solidFill>
                  <a:schemeClr val="dk1"/>
                </a:solidFill>
              </a:rPr>
              <a:t>진단자마다 판정 기준 차이</a:t>
            </a:r>
            <a:endParaRPr sz="2500">
              <a:solidFill>
                <a:schemeClr val="dk1"/>
              </a:solidFill>
            </a:endParaRPr>
          </a:p>
          <a:p>
            <a:pPr indent="-387350" lvl="0" marL="457200" rtl="0" algn="l">
              <a:lnSpc>
                <a:spcPct val="115000"/>
              </a:lnSpc>
              <a:spcBef>
                <a:spcPts val="0"/>
              </a:spcBef>
              <a:spcAft>
                <a:spcPts val="0"/>
              </a:spcAft>
              <a:buClr>
                <a:schemeClr val="dk1"/>
              </a:buClr>
              <a:buSzPts val="2500"/>
              <a:buChar char="●"/>
            </a:pPr>
            <a:r>
              <a:rPr lang="en-US" sz="2500">
                <a:solidFill>
                  <a:schemeClr val="dk1"/>
                </a:solidFill>
              </a:rPr>
              <a:t>다수 대상 반복 진단 시 시간 소요</a:t>
            </a:r>
            <a:endParaRPr sz="2500">
              <a:solidFill>
                <a:schemeClr val="dk1"/>
              </a:solidFill>
            </a:endParaRPr>
          </a:p>
          <a:p>
            <a:pPr indent="0" lvl="0" marL="0" marR="0" rtl="0" algn="l">
              <a:lnSpc>
                <a:spcPct val="155000"/>
              </a:lnSpc>
              <a:spcBef>
                <a:spcPts val="1200"/>
              </a:spcBef>
              <a:spcAft>
                <a:spcPts val="0"/>
              </a:spcAft>
              <a:buNone/>
            </a:pPr>
            <a:r>
              <a:t/>
            </a:r>
            <a:endParaRPr b="1" sz="2500">
              <a:solidFill>
                <a:schemeClr val="dk1"/>
              </a:solidFill>
            </a:endParaRPr>
          </a:p>
        </p:txBody>
      </p:sp>
      <p:sp>
        <p:nvSpPr>
          <p:cNvPr id="1047" name="Google Shape;1047;h32a9095667746e33_9_73"/>
          <p:cNvSpPr txBox="1"/>
          <p:nvPr/>
        </p:nvSpPr>
        <p:spPr>
          <a:xfrm>
            <a:off x="2052049" y="2853973"/>
            <a:ext cx="6140400" cy="1034400"/>
          </a:xfrm>
          <a:prstGeom prst="rect">
            <a:avLst/>
          </a:prstGeom>
          <a:noFill/>
          <a:ln>
            <a:noFill/>
          </a:ln>
        </p:spPr>
        <p:txBody>
          <a:bodyPr anchorCtr="0" anchor="t" bIns="0" lIns="0" spcFirstLastPara="1" rIns="0" wrap="square" tIns="0">
            <a:spAutoFit/>
          </a:bodyPr>
          <a:lstStyle/>
          <a:p>
            <a:pPr indent="0" lvl="0" marL="0" rtl="0" algn="l">
              <a:lnSpc>
                <a:spcPct val="140000"/>
              </a:lnSpc>
              <a:spcBef>
                <a:spcPts val="0"/>
              </a:spcBef>
              <a:spcAft>
                <a:spcPts val="0"/>
              </a:spcAft>
              <a:buClr>
                <a:schemeClr val="dk1"/>
              </a:buClr>
              <a:buFont typeface="Arial"/>
              <a:buNone/>
            </a:pPr>
            <a:r>
              <a:rPr b="1" lang="en-US" sz="2800">
                <a:solidFill>
                  <a:srgbClr val="20538B"/>
                </a:solidFill>
              </a:rPr>
              <a:t>수동 진단</a:t>
            </a:r>
            <a:endParaRPr>
              <a:solidFill>
                <a:schemeClr val="dk1"/>
              </a:solidFill>
            </a:endParaRPr>
          </a:p>
          <a:p>
            <a:pPr indent="0" lvl="0" marL="0" marR="0" rtl="0" algn="l">
              <a:lnSpc>
                <a:spcPct val="140000"/>
              </a:lnSpc>
              <a:spcBef>
                <a:spcPts val="0"/>
              </a:spcBef>
              <a:spcAft>
                <a:spcPts val="0"/>
              </a:spcAft>
              <a:buNone/>
            </a:pPr>
            <a:r>
              <a:t/>
            </a:r>
            <a:endParaRPr b="1" sz="2800">
              <a:solidFill>
                <a:srgbClr val="20538B"/>
              </a:solidFill>
            </a:endParaRPr>
          </a:p>
        </p:txBody>
      </p:sp>
      <p:sp>
        <p:nvSpPr>
          <p:cNvPr id="1048" name="Google Shape;1048;h32a9095667746e33_9_73"/>
          <p:cNvSpPr txBox="1"/>
          <p:nvPr/>
        </p:nvSpPr>
        <p:spPr>
          <a:xfrm>
            <a:off x="2052050" y="3783400"/>
            <a:ext cx="4890600" cy="3367200"/>
          </a:xfrm>
          <a:prstGeom prst="rect">
            <a:avLst/>
          </a:prstGeom>
          <a:noFill/>
          <a:ln>
            <a:noFill/>
          </a:ln>
        </p:spPr>
        <p:txBody>
          <a:bodyPr anchorCtr="0" anchor="t" bIns="0" lIns="0" spcFirstLastPara="1" rIns="0" wrap="square" tIns="0">
            <a:spAutoFit/>
          </a:bodyPr>
          <a:lstStyle/>
          <a:p>
            <a:pPr indent="0" lvl="0" marL="0" rtl="0" algn="l">
              <a:lnSpc>
                <a:spcPct val="155000"/>
              </a:lnSpc>
              <a:spcBef>
                <a:spcPts val="0"/>
              </a:spcBef>
              <a:spcAft>
                <a:spcPts val="0"/>
              </a:spcAft>
              <a:buClr>
                <a:schemeClr val="dk1"/>
              </a:buClr>
              <a:buFont typeface="Arial"/>
              <a:buNone/>
            </a:pPr>
            <a:r>
              <a:rPr lang="en-US" sz="2500">
                <a:solidFill>
                  <a:schemeClr val="dk1"/>
                </a:solidFill>
              </a:rPr>
              <a:t>로그인</a:t>
            </a:r>
            <a:endParaRPr sz="2500">
              <a:solidFill>
                <a:schemeClr val="dk1"/>
              </a:solidFill>
            </a:endParaRPr>
          </a:p>
          <a:p>
            <a:pPr indent="0" lvl="0" marL="0" rtl="0" algn="l">
              <a:lnSpc>
                <a:spcPct val="155000"/>
              </a:lnSpc>
              <a:spcBef>
                <a:spcPts val="0"/>
              </a:spcBef>
              <a:spcAft>
                <a:spcPts val="0"/>
              </a:spcAft>
              <a:buClr>
                <a:schemeClr val="dk1"/>
              </a:buClr>
              <a:buFont typeface="Arial"/>
              <a:buNone/>
            </a:pPr>
            <a:r>
              <a:rPr lang="en-US" sz="2500">
                <a:solidFill>
                  <a:schemeClr val="dk1"/>
                </a:solidFill>
              </a:rPr>
              <a:t>→ 기존 개인정보 확인</a:t>
            </a:r>
            <a:endParaRPr sz="2500">
              <a:solidFill>
                <a:schemeClr val="dk1"/>
              </a:solidFill>
            </a:endParaRPr>
          </a:p>
          <a:p>
            <a:pPr indent="0" lvl="0" marL="0" rtl="0" algn="l">
              <a:lnSpc>
                <a:spcPct val="155000"/>
              </a:lnSpc>
              <a:spcBef>
                <a:spcPts val="0"/>
              </a:spcBef>
              <a:spcAft>
                <a:spcPts val="0"/>
              </a:spcAft>
              <a:buClr>
                <a:schemeClr val="dk1"/>
              </a:buClr>
              <a:buFont typeface="Arial"/>
              <a:buNone/>
            </a:pPr>
            <a:r>
              <a:rPr lang="en-US" sz="2500">
                <a:solidFill>
                  <a:schemeClr val="dk1"/>
                </a:solidFill>
              </a:rPr>
              <a:t>→ 재인증 절차 확인</a:t>
            </a:r>
            <a:endParaRPr sz="2500">
              <a:solidFill>
                <a:schemeClr val="dk1"/>
              </a:solidFill>
            </a:endParaRPr>
          </a:p>
          <a:p>
            <a:pPr indent="0" lvl="0" marL="0" rtl="0" algn="l">
              <a:lnSpc>
                <a:spcPct val="155000"/>
              </a:lnSpc>
              <a:spcBef>
                <a:spcPts val="0"/>
              </a:spcBef>
              <a:spcAft>
                <a:spcPts val="0"/>
              </a:spcAft>
              <a:buClr>
                <a:schemeClr val="dk1"/>
              </a:buClr>
              <a:buFont typeface="Arial"/>
              <a:buNone/>
            </a:pPr>
            <a:r>
              <a:rPr lang="en-US" sz="2500">
                <a:solidFill>
                  <a:schemeClr val="dk1"/>
                </a:solidFill>
              </a:rPr>
              <a:t>→ 전화번호 변경</a:t>
            </a:r>
            <a:endParaRPr sz="2500">
              <a:solidFill>
                <a:schemeClr val="dk1"/>
              </a:solidFill>
            </a:endParaRPr>
          </a:p>
          <a:p>
            <a:pPr indent="0" lvl="0" marL="0" rtl="0" algn="l">
              <a:lnSpc>
                <a:spcPct val="155000"/>
              </a:lnSpc>
              <a:spcBef>
                <a:spcPts val="0"/>
              </a:spcBef>
              <a:spcAft>
                <a:spcPts val="0"/>
              </a:spcAft>
              <a:buClr>
                <a:schemeClr val="dk1"/>
              </a:buClr>
              <a:buFont typeface="Arial"/>
              <a:buNone/>
            </a:pPr>
            <a:r>
              <a:rPr lang="en-US" sz="2500">
                <a:solidFill>
                  <a:schemeClr val="dk1"/>
                </a:solidFill>
              </a:rPr>
              <a:t>→ 실제 변경 여부 확인</a:t>
            </a:r>
            <a:endParaRPr sz="2500">
              <a:solidFill>
                <a:schemeClr val="dk1"/>
              </a:solidFill>
            </a:endParaRPr>
          </a:p>
          <a:p>
            <a:pPr indent="0" lvl="0" marL="0" rtl="0" algn="l">
              <a:lnSpc>
                <a:spcPct val="115000"/>
              </a:lnSpc>
              <a:spcBef>
                <a:spcPts val="0"/>
              </a:spcBef>
              <a:spcAft>
                <a:spcPts val="0"/>
              </a:spcAft>
              <a:buSzPts val="1100"/>
              <a:buNone/>
            </a:pPr>
            <a:r>
              <a:rPr lang="en-US" sz="2500">
                <a:solidFill>
                  <a:schemeClr val="dk1"/>
                </a:solidFill>
              </a:rPr>
              <a:t>→ 원본값 복구</a:t>
            </a:r>
            <a:endParaRPr sz="2500">
              <a:solidFill>
                <a:srgbClr val="188038"/>
              </a:solidFill>
              <a:latin typeface="Roboto Mono"/>
              <a:ea typeface="Roboto Mono"/>
              <a:cs typeface="Roboto Mono"/>
              <a:sym typeface="Roboto Mono"/>
            </a:endParaRPr>
          </a:p>
        </p:txBody>
      </p:sp>
      <p:sp>
        <p:nvSpPr>
          <p:cNvPr id="1049" name="Google Shape;1049;h32a9095667746e33_9_73"/>
          <p:cNvSpPr txBox="1"/>
          <p:nvPr/>
        </p:nvSpPr>
        <p:spPr>
          <a:xfrm>
            <a:off x="9636025" y="8020350"/>
            <a:ext cx="5775300" cy="954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500">
                <a:solidFill>
                  <a:srgbClr val="FF0000"/>
                </a:solidFill>
              </a:rPr>
              <a:t>수동 진단의 검증 절차를</a:t>
            </a:r>
            <a:endParaRPr b="1" sz="2500">
              <a:solidFill>
                <a:srgbClr val="FF0000"/>
              </a:solidFill>
            </a:endParaRPr>
          </a:p>
          <a:p>
            <a:pPr indent="0" lvl="0" marL="0" rtl="0" algn="l">
              <a:spcBef>
                <a:spcPts val="0"/>
              </a:spcBef>
              <a:spcAft>
                <a:spcPts val="0"/>
              </a:spcAft>
              <a:buNone/>
            </a:pPr>
            <a:r>
              <a:rPr b="1" lang="en-US" sz="2500">
                <a:solidFill>
                  <a:srgbClr val="FF0000"/>
                </a:solidFill>
              </a:rPr>
              <a:t>HTTP 기반 동적 진단으로 자동화 </a:t>
            </a:r>
            <a:endParaRPr b="1" sz="2500">
              <a:solidFill>
                <a:srgbClr val="FF0000"/>
              </a:solidFill>
            </a:endParaRPr>
          </a:p>
        </p:txBody>
      </p:sp>
      <p:sp>
        <p:nvSpPr>
          <p:cNvPr id="1050" name="Google Shape;1050;h32a9095667746e33_9_73"/>
          <p:cNvSpPr txBox="1"/>
          <p:nvPr/>
        </p:nvSpPr>
        <p:spPr>
          <a:xfrm>
            <a:off x="2395000" y="1705375"/>
            <a:ext cx="44364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000"/>
              <a:t>수동 진단 절차와 자동화 필요성</a:t>
            </a:r>
            <a:endParaRPr sz="20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4" name="Shape 1054"/>
        <p:cNvGrpSpPr/>
        <p:nvPr/>
      </p:nvGrpSpPr>
      <p:grpSpPr>
        <a:xfrm>
          <a:off x="0" y="0"/>
          <a:ext cx="0" cy="0"/>
          <a:chOff x="0" y="0"/>
          <a:chExt cx="0" cy="0"/>
        </a:xfrm>
      </p:grpSpPr>
      <p:grpSp>
        <p:nvGrpSpPr>
          <p:cNvPr id="1055" name="Google Shape;1055;h32a9095667746e33_9_119"/>
          <p:cNvGrpSpPr/>
          <p:nvPr/>
        </p:nvGrpSpPr>
        <p:grpSpPr>
          <a:xfrm>
            <a:off x="-1081199" y="3274283"/>
            <a:ext cx="20615733" cy="7012716"/>
            <a:chOff x="-99239" y="-86"/>
            <a:chExt cx="27487644" cy="9350288"/>
          </a:xfrm>
        </p:grpSpPr>
        <p:grpSp>
          <p:nvGrpSpPr>
            <p:cNvPr id="1056" name="Google Shape;1056;h32a9095667746e33_9_119"/>
            <p:cNvGrpSpPr/>
            <p:nvPr/>
          </p:nvGrpSpPr>
          <p:grpSpPr>
            <a:xfrm rot="-5400000">
              <a:off x="11107617" y="-11206942"/>
              <a:ext cx="4770761" cy="27184472"/>
              <a:chOff x="0" y="-38100"/>
              <a:chExt cx="1831597" cy="10436700"/>
            </a:xfrm>
          </p:grpSpPr>
          <p:sp>
            <p:nvSpPr>
              <p:cNvPr id="1057" name="Google Shape;1057;h32a9095667746e33_9_119"/>
              <p:cNvSpPr/>
              <p:nvPr/>
            </p:nvSpPr>
            <p:spPr>
              <a:xfrm>
                <a:off x="0" y="0"/>
                <a:ext cx="1831597" cy="10398600"/>
              </a:xfrm>
              <a:custGeom>
                <a:rect b="b" l="l" r="r" t="t"/>
                <a:pathLst>
                  <a:path extrusionOk="0" h="10398600" w="1831597">
                    <a:moveTo>
                      <a:pt x="0" y="0"/>
                    </a:moveTo>
                    <a:lnTo>
                      <a:pt x="1831597" y="0"/>
                    </a:lnTo>
                    <a:lnTo>
                      <a:pt x="1831597" y="10398600"/>
                    </a:lnTo>
                    <a:lnTo>
                      <a:pt x="0" y="10398600"/>
                    </a:lnTo>
                    <a:close/>
                  </a:path>
                </a:pathLst>
              </a:custGeom>
              <a:solidFill>
                <a:srgbClr val="CBDDEF"/>
              </a:solidFill>
              <a:ln>
                <a:noFill/>
              </a:ln>
            </p:spPr>
          </p:sp>
          <p:sp>
            <p:nvSpPr>
              <p:cNvPr id="1058" name="Google Shape;1058;h32a9095667746e33_9_119"/>
              <p:cNvSpPr txBox="1"/>
              <p:nvPr/>
            </p:nvSpPr>
            <p:spPr>
              <a:xfrm>
                <a:off x="0" y="-38100"/>
                <a:ext cx="1831500" cy="10436700"/>
              </a:xfrm>
              <a:prstGeom prst="rect">
                <a:avLst/>
              </a:prstGeom>
              <a:noFill/>
              <a:ln>
                <a:noFill/>
              </a:ln>
            </p:spPr>
            <p:txBody>
              <a:bodyPr anchorCtr="0" anchor="ctr" bIns="27000" lIns="27000" spcFirstLastPara="1" rIns="27000" wrap="square" tIns="27000">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059" name="Google Shape;1059;h32a9095667746e33_9_119"/>
            <p:cNvGrpSpPr/>
            <p:nvPr/>
          </p:nvGrpSpPr>
          <p:grpSpPr>
            <a:xfrm rot="-5400000">
              <a:off x="11637133" y="-6401070"/>
              <a:ext cx="4579844" cy="26922700"/>
              <a:chOff x="0" y="-38100"/>
              <a:chExt cx="1758300" cy="10336200"/>
            </a:xfrm>
          </p:grpSpPr>
          <p:sp>
            <p:nvSpPr>
              <p:cNvPr id="1060" name="Google Shape;1060;h32a9095667746e33_9_119"/>
              <p:cNvSpPr/>
              <p:nvPr/>
            </p:nvSpPr>
            <p:spPr>
              <a:xfrm>
                <a:off x="0" y="0"/>
                <a:ext cx="1758210" cy="10298040"/>
              </a:xfrm>
              <a:custGeom>
                <a:rect b="b" l="l" r="r" t="t"/>
                <a:pathLst>
                  <a:path extrusionOk="0" h="10298040" w="1758210">
                    <a:moveTo>
                      <a:pt x="0" y="0"/>
                    </a:moveTo>
                    <a:lnTo>
                      <a:pt x="1758210" y="0"/>
                    </a:lnTo>
                    <a:lnTo>
                      <a:pt x="1758210" y="10298040"/>
                    </a:lnTo>
                    <a:lnTo>
                      <a:pt x="0" y="10298040"/>
                    </a:lnTo>
                    <a:close/>
                  </a:path>
                </a:pathLst>
              </a:custGeom>
              <a:solidFill>
                <a:srgbClr val="94B6DA"/>
              </a:solidFill>
              <a:ln>
                <a:noFill/>
              </a:ln>
            </p:spPr>
          </p:sp>
          <p:sp>
            <p:nvSpPr>
              <p:cNvPr id="1061" name="Google Shape;1061;h32a9095667746e33_9_119"/>
              <p:cNvSpPr txBox="1"/>
              <p:nvPr/>
            </p:nvSpPr>
            <p:spPr>
              <a:xfrm>
                <a:off x="0" y="-38100"/>
                <a:ext cx="1758300" cy="10336200"/>
              </a:xfrm>
              <a:prstGeom prst="rect">
                <a:avLst/>
              </a:prstGeom>
              <a:noFill/>
              <a:ln>
                <a:noFill/>
              </a:ln>
            </p:spPr>
            <p:txBody>
              <a:bodyPr anchorCtr="0" anchor="ctr" bIns="27000" lIns="27000" spcFirstLastPara="1" rIns="27000" wrap="square" tIns="27000">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grpSp>
        <p:nvGrpSpPr>
          <p:cNvPr id="1062" name="Google Shape;1062;h32a9095667746e33_9_119"/>
          <p:cNvGrpSpPr/>
          <p:nvPr/>
        </p:nvGrpSpPr>
        <p:grpSpPr>
          <a:xfrm>
            <a:off x="731085" y="622850"/>
            <a:ext cx="16825838" cy="9050174"/>
            <a:chOff x="0" y="-108814"/>
            <a:chExt cx="22434451" cy="12066898"/>
          </a:xfrm>
        </p:grpSpPr>
        <p:grpSp>
          <p:nvGrpSpPr>
            <p:cNvPr id="1063" name="Google Shape;1063;h32a9095667746e33_9_119"/>
            <p:cNvGrpSpPr/>
            <p:nvPr/>
          </p:nvGrpSpPr>
          <p:grpSpPr>
            <a:xfrm>
              <a:off x="26537" y="10214891"/>
              <a:ext cx="22386840" cy="1743193"/>
              <a:chOff x="0" y="-47625"/>
              <a:chExt cx="9809754" cy="763855"/>
            </a:xfrm>
          </p:grpSpPr>
          <p:sp>
            <p:nvSpPr>
              <p:cNvPr id="1064" name="Google Shape;1064;h32a9095667746e33_9_119"/>
              <p:cNvSpPr/>
              <p:nvPr/>
            </p:nvSpPr>
            <p:spPr>
              <a:xfrm>
                <a:off x="0" y="0"/>
                <a:ext cx="9809754" cy="716230"/>
              </a:xfrm>
              <a:custGeom>
                <a:rect b="b" l="l" r="r" t="t"/>
                <a:pathLst>
                  <a:path extrusionOk="0" h="716230" w="9809754">
                    <a:moveTo>
                      <a:pt x="0" y="0"/>
                    </a:moveTo>
                    <a:lnTo>
                      <a:pt x="9809754" y="0"/>
                    </a:lnTo>
                    <a:lnTo>
                      <a:pt x="9809754" y="716230"/>
                    </a:lnTo>
                    <a:lnTo>
                      <a:pt x="0" y="716230"/>
                    </a:lnTo>
                    <a:close/>
                  </a:path>
                </a:pathLst>
              </a:custGeom>
              <a:solidFill>
                <a:srgbClr val="20538B"/>
              </a:solidFill>
              <a:ln cap="sq" cmpd="sng" w="38100">
                <a:solidFill>
                  <a:srgbClr val="20538B"/>
                </a:solidFill>
                <a:prstDash val="solid"/>
                <a:miter lim="8000"/>
                <a:headEnd len="sm" w="sm" type="none"/>
                <a:tailEnd len="sm" w="sm" type="none"/>
              </a:ln>
            </p:spPr>
          </p:sp>
          <p:sp>
            <p:nvSpPr>
              <p:cNvPr id="1065" name="Google Shape;1065;h32a9095667746e33_9_119"/>
              <p:cNvSpPr txBox="1"/>
              <p:nvPr/>
            </p:nvSpPr>
            <p:spPr>
              <a:xfrm>
                <a:off x="0" y="-47625"/>
                <a:ext cx="9809700" cy="763800"/>
              </a:xfrm>
              <a:prstGeom prst="rect">
                <a:avLst/>
              </a:prstGeom>
              <a:noFill/>
              <a:ln>
                <a:noFill/>
              </a:ln>
            </p:spPr>
            <p:txBody>
              <a:bodyPr anchorCtr="0" anchor="ctr" bIns="50800" lIns="50800" spcFirstLastPara="1" rIns="50800" wrap="square" tIns="50800">
                <a:noAutofit/>
              </a:bodyPr>
              <a:lstStyle/>
              <a:p>
                <a:pPr indent="0" lvl="0" marL="0" marR="0" rtl="0" algn="ctr">
                  <a:lnSpc>
                    <a:spcPct val="175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066" name="Google Shape;1066;h32a9095667746e33_9_119"/>
            <p:cNvGrpSpPr/>
            <p:nvPr/>
          </p:nvGrpSpPr>
          <p:grpSpPr>
            <a:xfrm>
              <a:off x="0" y="-108814"/>
              <a:ext cx="22434451" cy="11946166"/>
              <a:chOff x="0" y="-47625"/>
              <a:chExt cx="9819000" cy="5228539"/>
            </a:xfrm>
          </p:grpSpPr>
          <p:sp>
            <p:nvSpPr>
              <p:cNvPr id="1067" name="Google Shape;1067;h32a9095667746e33_9_119"/>
              <p:cNvSpPr/>
              <p:nvPr/>
            </p:nvSpPr>
            <p:spPr>
              <a:xfrm>
                <a:off x="0" y="0"/>
                <a:ext cx="9818922" cy="5180914"/>
              </a:xfrm>
              <a:custGeom>
                <a:rect b="b" l="l" r="r" t="t"/>
                <a:pathLst>
                  <a:path extrusionOk="0" h="5180914" w="9818922">
                    <a:moveTo>
                      <a:pt x="0" y="0"/>
                    </a:moveTo>
                    <a:lnTo>
                      <a:pt x="9818922" y="0"/>
                    </a:lnTo>
                    <a:lnTo>
                      <a:pt x="9818922" y="5180914"/>
                    </a:lnTo>
                    <a:lnTo>
                      <a:pt x="0" y="5180914"/>
                    </a:lnTo>
                    <a:close/>
                  </a:path>
                </a:pathLst>
              </a:custGeom>
              <a:solidFill>
                <a:srgbClr val="FFFFFF"/>
              </a:solidFill>
              <a:ln cap="sq" cmpd="sng" w="38100">
                <a:solidFill>
                  <a:srgbClr val="20538B"/>
                </a:solidFill>
                <a:prstDash val="solid"/>
                <a:miter lim="8000"/>
                <a:headEnd len="sm" w="sm" type="none"/>
                <a:tailEnd len="sm" w="sm" type="none"/>
              </a:ln>
            </p:spPr>
          </p:sp>
          <p:sp>
            <p:nvSpPr>
              <p:cNvPr id="1068" name="Google Shape;1068;h32a9095667746e33_9_119"/>
              <p:cNvSpPr txBox="1"/>
              <p:nvPr/>
            </p:nvSpPr>
            <p:spPr>
              <a:xfrm>
                <a:off x="0" y="-47625"/>
                <a:ext cx="9819000" cy="5228400"/>
              </a:xfrm>
              <a:prstGeom prst="rect">
                <a:avLst/>
              </a:prstGeom>
              <a:noFill/>
              <a:ln>
                <a:noFill/>
              </a:ln>
            </p:spPr>
            <p:txBody>
              <a:bodyPr anchorCtr="0" anchor="ctr" bIns="50800" lIns="50800" spcFirstLastPara="1" rIns="50800" wrap="square" tIns="50800">
                <a:noAutofit/>
              </a:bodyPr>
              <a:lstStyle/>
              <a:p>
                <a:pPr indent="0" lvl="0" marL="0" marR="0" rtl="0" algn="ctr">
                  <a:lnSpc>
                    <a:spcPct val="175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grpSp>
        <p:nvGrpSpPr>
          <p:cNvPr id="1069" name="Google Shape;1069;h32a9095667746e33_9_119"/>
          <p:cNvGrpSpPr/>
          <p:nvPr/>
        </p:nvGrpSpPr>
        <p:grpSpPr>
          <a:xfrm>
            <a:off x="763743" y="662704"/>
            <a:ext cx="16759942" cy="1561150"/>
            <a:chOff x="0" y="-38100"/>
            <a:chExt cx="8581200" cy="799319"/>
          </a:xfrm>
        </p:grpSpPr>
        <p:sp>
          <p:nvSpPr>
            <p:cNvPr id="1070" name="Google Shape;1070;h32a9095667746e33_9_119"/>
            <p:cNvSpPr/>
            <p:nvPr/>
          </p:nvSpPr>
          <p:spPr>
            <a:xfrm>
              <a:off x="0" y="0"/>
              <a:ext cx="8581180" cy="761219"/>
            </a:xfrm>
            <a:custGeom>
              <a:rect b="b" l="l" r="r" t="t"/>
              <a:pathLst>
                <a:path extrusionOk="0" h="761219" w="8581180">
                  <a:moveTo>
                    <a:pt x="0" y="0"/>
                  </a:moveTo>
                  <a:lnTo>
                    <a:pt x="8581180" y="0"/>
                  </a:lnTo>
                  <a:lnTo>
                    <a:pt x="8581180" y="761219"/>
                  </a:lnTo>
                  <a:lnTo>
                    <a:pt x="0" y="761219"/>
                  </a:lnTo>
                  <a:close/>
                </a:path>
              </a:pathLst>
            </a:custGeom>
            <a:solidFill>
              <a:srgbClr val="EEF6FF"/>
            </a:solidFill>
            <a:ln cap="sq" cmpd="sng" w="9525">
              <a:solidFill>
                <a:srgbClr val="20538B"/>
              </a:solidFill>
              <a:prstDash val="solid"/>
              <a:miter lim="8000"/>
              <a:headEnd len="sm" w="sm" type="none"/>
              <a:tailEnd len="sm" w="sm" type="none"/>
            </a:ln>
          </p:spPr>
        </p:sp>
        <p:sp>
          <p:nvSpPr>
            <p:cNvPr id="1071" name="Google Shape;1071;h32a9095667746e33_9_119"/>
            <p:cNvSpPr txBox="1"/>
            <p:nvPr/>
          </p:nvSpPr>
          <p:spPr>
            <a:xfrm>
              <a:off x="0" y="-38100"/>
              <a:ext cx="8581200" cy="799200"/>
            </a:xfrm>
            <a:prstGeom prst="rect">
              <a:avLst/>
            </a:prstGeom>
            <a:noFill/>
            <a:ln>
              <a:noFill/>
            </a:ln>
          </p:spPr>
          <p:txBody>
            <a:bodyPr anchorCtr="0" anchor="ctr" bIns="39175" lIns="39175" spcFirstLastPara="1" rIns="39175" wrap="square" tIns="39175">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072" name="Google Shape;1072;h32a9095667746e33_9_119"/>
          <p:cNvSpPr/>
          <p:nvPr/>
        </p:nvSpPr>
        <p:spPr>
          <a:xfrm>
            <a:off x="15531691" y="160918"/>
            <a:ext cx="996214" cy="1021758"/>
          </a:xfrm>
          <a:custGeom>
            <a:rect b="b" l="l" r="r" t="t"/>
            <a:pathLst>
              <a:path extrusionOk="0" h="1021758" w="996214">
                <a:moveTo>
                  <a:pt x="0" y="0"/>
                </a:moveTo>
                <a:lnTo>
                  <a:pt x="996214" y="0"/>
                </a:lnTo>
                <a:lnTo>
                  <a:pt x="996214" y="1021758"/>
                </a:lnTo>
                <a:lnTo>
                  <a:pt x="0" y="1021758"/>
                </a:lnTo>
                <a:lnTo>
                  <a:pt x="0" y="0"/>
                </a:lnTo>
                <a:close/>
              </a:path>
            </a:pathLst>
          </a:custGeom>
          <a:blipFill rotWithShape="1">
            <a:blip r:embed="rId3">
              <a:alphaModFix/>
            </a:blip>
            <a:stretch>
              <a:fillRect b="0" l="0" r="0" t="0"/>
            </a:stretch>
          </a:blipFill>
          <a:ln>
            <a:noFill/>
          </a:ln>
        </p:spPr>
      </p:sp>
      <p:sp>
        <p:nvSpPr>
          <p:cNvPr id="1073" name="Google Shape;1073;h32a9095667746e33_9_119"/>
          <p:cNvSpPr/>
          <p:nvPr/>
        </p:nvSpPr>
        <p:spPr>
          <a:xfrm>
            <a:off x="9305579" y="2910902"/>
            <a:ext cx="272321" cy="272321"/>
          </a:xfrm>
          <a:custGeom>
            <a:rect b="b" l="l" r="r" t="t"/>
            <a:pathLst>
              <a:path extrusionOk="0" h="272321" w="272321">
                <a:moveTo>
                  <a:pt x="0" y="0"/>
                </a:moveTo>
                <a:lnTo>
                  <a:pt x="272321" y="0"/>
                </a:lnTo>
                <a:lnTo>
                  <a:pt x="272321" y="272321"/>
                </a:lnTo>
                <a:lnTo>
                  <a:pt x="0" y="272321"/>
                </a:lnTo>
                <a:lnTo>
                  <a:pt x="0" y="0"/>
                </a:lnTo>
                <a:close/>
              </a:path>
            </a:pathLst>
          </a:custGeom>
          <a:blipFill rotWithShape="1">
            <a:blip r:embed="rId4">
              <a:alphaModFix/>
            </a:blip>
            <a:stretch>
              <a:fillRect b="0" l="0" r="0" t="0"/>
            </a:stretch>
          </a:blipFill>
          <a:ln>
            <a:noFill/>
          </a:ln>
        </p:spPr>
      </p:sp>
      <p:sp>
        <p:nvSpPr>
          <p:cNvPr id="1074" name="Google Shape;1074;h32a9095667746e33_9_119"/>
          <p:cNvSpPr/>
          <p:nvPr/>
        </p:nvSpPr>
        <p:spPr>
          <a:xfrm>
            <a:off x="1619352" y="2799985"/>
            <a:ext cx="272321" cy="272321"/>
          </a:xfrm>
          <a:custGeom>
            <a:rect b="b" l="l" r="r" t="t"/>
            <a:pathLst>
              <a:path extrusionOk="0" h="272321" w="272321">
                <a:moveTo>
                  <a:pt x="0" y="0"/>
                </a:moveTo>
                <a:lnTo>
                  <a:pt x="272321" y="0"/>
                </a:lnTo>
                <a:lnTo>
                  <a:pt x="272321" y="272322"/>
                </a:lnTo>
                <a:lnTo>
                  <a:pt x="0" y="272322"/>
                </a:lnTo>
                <a:lnTo>
                  <a:pt x="0" y="0"/>
                </a:lnTo>
                <a:close/>
              </a:path>
            </a:pathLst>
          </a:custGeom>
          <a:blipFill rotWithShape="1">
            <a:blip r:embed="rId4">
              <a:alphaModFix/>
            </a:blip>
            <a:stretch>
              <a:fillRect b="0" l="0" r="0" t="0"/>
            </a:stretch>
          </a:blipFill>
          <a:ln>
            <a:noFill/>
          </a:ln>
        </p:spPr>
      </p:sp>
      <p:sp>
        <p:nvSpPr>
          <p:cNvPr id="1075" name="Google Shape;1075;h32a9095667746e33_9_119"/>
          <p:cNvSpPr txBox="1"/>
          <p:nvPr/>
        </p:nvSpPr>
        <p:spPr>
          <a:xfrm>
            <a:off x="2395000" y="912524"/>
            <a:ext cx="14306700" cy="769500"/>
          </a:xfrm>
          <a:prstGeom prst="rect">
            <a:avLst/>
          </a:prstGeom>
          <a:noFill/>
          <a:ln>
            <a:noFill/>
          </a:ln>
        </p:spPr>
        <p:txBody>
          <a:bodyPr anchorCtr="0" anchor="t" bIns="0" lIns="0" spcFirstLastPara="1" rIns="0" wrap="square" tIns="0">
            <a:spAutoFit/>
          </a:bodyPr>
          <a:lstStyle/>
          <a:p>
            <a:pPr indent="0" lvl="0" marL="0" marR="0" rtl="0" algn="l">
              <a:lnSpc>
                <a:spcPct val="192000"/>
              </a:lnSpc>
              <a:spcBef>
                <a:spcPts val="0"/>
              </a:spcBef>
              <a:spcAft>
                <a:spcPts val="0"/>
              </a:spcAft>
              <a:buNone/>
            </a:pPr>
            <a:r>
              <a:rPr b="1" i="0" lang="en-US" sz="5000" u="none" cap="none" strike="noStrike">
                <a:solidFill>
                  <a:srgbClr val="20538B"/>
                </a:solidFill>
                <a:latin typeface="Arial"/>
                <a:ea typeface="Arial"/>
                <a:cs typeface="Arial"/>
                <a:sym typeface="Arial"/>
              </a:rPr>
              <a:t>취약점 분석 및 시나리오 </a:t>
            </a:r>
            <a:r>
              <a:rPr b="1" lang="en-US" sz="5000">
                <a:solidFill>
                  <a:srgbClr val="20538B"/>
                </a:solidFill>
              </a:rPr>
              <a:t> - </a:t>
            </a:r>
            <a:r>
              <a:rPr b="1" lang="en-US" sz="3500">
                <a:solidFill>
                  <a:srgbClr val="20538B"/>
                </a:solidFill>
              </a:rPr>
              <a:t>불충분한 인증 절차</a:t>
            </a:r>
            <a:endParaRPr b="1" i="0" sz="5000" u="none" cap="none" strike="noStrike">
              <a:solidFill>
                <a:srgbClr val="20538B"/>
              </a:solidFill>
              <a:latin typeface="Arial"/>
              <a:ea typeface="Arial"/>
              <a:cs typeface="Arial"/>
              <a:sym typeface="Arial"/>
            </a:endParaRPr>
          </a:p>
        </p:txBody>
      </p:sp>
      <p:sp>
        <p:nvSpPr>
          <p:cNvPr id="1076" name="Google Shape;1076;h32a9095667746e33_9_119"/>
          <p:cNvSpPr txBox="1"/>
          <p:nvPr/>
        </p:nvSpPr>
        <p:spPr>
          <a:xfrm>
            <a:off x="1437501" y="920715"/>
            <a:ext cx="834600" cy="751200"/>
          </a:xfrm>
          <a:prstGeom prst="rect">
            <a:avLst/>
          </a:prstGeom>
          <a:noFill/>
          <a:ln>
            <a:noFill/>
          </a:ln>
        </p:spPr>
        <p:txBody>
          <a:bodyPr anchorCtr="0" anchor="t" bIns="0" lIns="0" spcFirstLastPara="1" rIns="0" wrap="square" tIns="0">
            <a:spAutoFit/>
          </a:bodyPr>
          <a:lstStyle/>
          <a:p>
            <a:pPr indent="0" lvl="0" marL="0" marR="0" rtl="0" algn="l">
              <a:lnSpc>
                <a:spcPct val="192009"/>
              </a:lnSpc>
              <a:spcBef>
                <a:spcPts val="0"/>
              </a:spcBef>
              <a:spcAft>
                <a:spcPts val="0"/>
              </a:spcAft>
              <a:buNone/>
            </a:pPr>
            <a:r>
              <a:rPr b="1" i="0" lang="en-US" sz="4881" u="none" cap="none" strike="noStrike">
                <a:solidFill>
                  <a:srgbClr val="CBDDEF"/>
                </a:solidFill>
                <a:latin typeface="Arial"/>
                <a:ea typeface="Arial"/>
                <a:cs typeface="Arial"/>
                <a:sym typeface="Arial"/>
              </a:rPr>
              <a:t>0</a:t>
            </a:r>
            <a:r>
              <a:rPr b="1" lang="en-US" sz="4881">
                <a:solidFill>
                  <a:srgbClr val="CBDDEF"/>
                </a:solidFill>
              </a:rPr>
              <a:t>4</a:t>
            </a:r>
            <a:endParaRPr/>
          </a:p>
        </p:txBody>
      </p:sp>
      <p:sp>
        <p:nvSpPr>
          <p:cNvPr id="1077" name="Google Shape;1077;h32a9095667746e33_9_119"/>
          <p:cNvSpPr txBox="1"/>
          <p:nvPr/>
        </p:nvSpPr>
        <p:spPr>
          <a:xfrm>
            <a:off x="9738276" y="2815217"/>
            <a:ext cx="6140400" cy="4311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US" sz="2800">
                <a:solidFill>
                  <a:srgbClr val="20538B"/>
                </a:solidFill>
              </a:rPr>
              <a:t>동적 진단 </a:t>
            </a:r>
            <a:endParaRPr/>
          </a:p>
        </p:txBody>
      </p:sp>
      <p:sp>
        <p:nvSpPr>
          <p:cNvPr id="1078" name="Google Shape;1078;h32a9095667746e33_9_119"/>
          <p:cNvSpPr txBox="1"/>
          <p:nvPr/>
        </p:nvSpPr>
        <p:spPr>
          <a:xfrm>
            <a:off x="9600075" y="3585700"/>
            <a:ext cx="6702300" cy="2770500"/>
          </a:xfrm>
          <a:prstGeom prst="rect">
            <a:avLst/>
          </a:prstGeom>
          <a:noFill/>
          <a:ln>
            <a:noFill/>
          </a:ln>
        </p:spPr>
        <p:txBody>
          <a:bodyPr anchorCtr="0" anchor="t" bIns="0" lIns="0" spcFirstLastPara="1" rIns="0" wrap="square" tIns="0">
            <a:spAutoFit/>
          </a:bodyPr>
          <a:lstStyle/>
          <a:p>
            <a:pPr indent="-387350" lvl="0" marL="457200" rtl="0" algn="l">
              <a:lnSpc>
                <a:spcPct val="155000"/>
              </a:lnSpc>
              <a:spcBef>
                <a:spcPts val="0"/>
              </a:spcBef>
              <a:spcAft>
                <a:spcPts val="0"/>
              </a:spcAft>
              <a:buClr>
                <a:schemeClr val="dk1"/>
              </a:buClr>
              <a:buSzPts val="2500"/>
              <a:buChar char="-"/>
            </a:pPr>
            <a:r>
              <a:rPr b="1" lang="en-US" sz="2500">
                <a:solidFill>
                  <a:schemeClr val="dk1"/>
                </a:solidFill>
              </a:rPr>
              <a:t>HTML 구조만으로 취약 여부를 분석하지 않음</a:t>
            </a:r>
            <a:endParaRPr b="1" sz="2500">
              <a:solidFill>
                <a:schemeClr val="dk1"/>
              </a:solidFill>
            </a:endParaRPr>
          </a:p>
          <a:p>
            <a:pPr indent="-387350" lvl="0" marL="457200" rtl="0" algn="l">
              <a:lnSpc>
                <a:spcPct val="155000"/>
              </a:lnSpc>
              <a:spcBef>
                <a:spcPts val="0"/>
              </a:spcBef>
              <a:spcAft>
                <a:spcPts val="0"/>
              </a:spcAft>
              <a:buClr>
                <a:schemeClr val="dk1"/>
              </a:buClr>
              <a:buSzPts val="2500"/>
              <a:buChar char="-"/>
            </a:pPr>
            <a:r>
              <a:rPr b="1" lang="en-US" sz="2500">
                <a:solidFill>
                  <a:schemeClr val="dk1"/>
                </a:solidFill>
              </a:rPr>
              <a:t>실제 로그인 Session 사용</a:t>
            </a:r>
            <a:endParaRPr b="1" sz="2500">
              <a:solidFill>
                <a:schemeClr val="dk1"/>
              </a:solidFill>
            </a:endParaRPr>
          </a:p>
          <a:p>
            <a:pPr indent="-387350" lvl="0" marL="457200" rtl="0" algn="l">
              <a:lnSpc>
                <a:spcPct val="155000"/>
              </a:lnSpc>
              <a:spcBef>
                <a:spcPts val="0"/>
              </a:spcBef>
              <a:spcAft>
                <a:spcPts val="0"/>
              </a:spcAft>
              <a:buClr>
                <a:schemeClr val="dk1"/>
              </a:buClr>
              <a:buSzPts val="2500"/>
              <a:buChar char="-"/>
            </a:pPr>
            <a:r>
              <a:rPr b="1" lang="en-US" sz="2500">
                <a:solidFill>
                  <a:schemeClr val="dk1"/>
                </a:solidFill>
              </a:rPr>
              <a:t>실제 HTTP POST 요청</a:t>
            </a:r>
            <a:endParaRPr b="1" sz="2500">
              <a:solidFill>
                <a:schemeClr val="dk1"/>
              </a:solidFill>
            </a:endParaRPr>
          </a:p>
          <a:p>
            <a:pPr indent="-387350" lvl="0" marL="457200" rtl="0" algn="l">
              <a:lnSpc>
                <a:spcPct val="155000"/>
              </a:lnSpc>
              <a:spcBef>
                <a:spcPts val="0"/>
              </a:spcBef>
              <a:spcAft>
                <a:spcPts val="0"/>
              </a:spcAft>
              <a:buClr>
                <a:schemeClr val="dk1"/>
              </a:buClr>
              <a:buSzPts val="2500"/>
              <a:buChar char="-"/>
            </a:pPr>
            <a:r>
              <a:rPr b="1" lang="en-US" sz="2500">
                <a:solidFill>
                  <a:schemeClr val="dk1"/>
                </a:solidFill>
              </a:rPr>
              <a:t>변경 후 서버 값 재조회</a:t>
            </a:r>
            <a:endParaRPr b="1" sz="2500">
              <a:solidFill>
                <a:schemeClr val="dk1"/>
              </a:solidFill>
            </a:endParaRPr>
          </a:p>
          <a:p>
            <a:pPr indent="0" lvl="0" marL="0" marR="0" rtl="0" algn="l">
              <a:lnSpc>
                <a:spcPct val="155000"/>
              </a:lnSpc>
              <a:spcBef>
                <a:spcPts val="0"/>
              </a:spcBef>
              <a:spcAft>
                <a:spcPts val="0"/>
              </a:spcAft>
              <a:buNone/>
            </a:pPr>
            <a:r>
              <a:t/>
            </a:r>
            <a:endParaRPr b="1" sz="2500">
              <a:solidFill>
                <a:schemeClr val="dk1"/>
              </a:solidFill>
            </a:endParaRPr>
          </a:p>
        </p:txBody>
      </p:sp>
      <p:sp>
        <p:nvSpPr>
          <p:cNvPr id="1079" name="Google Shape;1079;h32a9095667746e33_9_119"/>
          <p:cNvSpPr txBox="1"/>
          <p:nvPr/>
        </p:nvSpPr>
        <p:spPr>
          <a:xfrm>
            <a:off x="2052049" y="2757109"/>
            <a:ext cx="6140400" cy="4311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US" sz="2800">
                <a:solidFill>
                  <a:srgbClr val="20538B"/>
                </a:solidFill>
              </a:rPr>
              <a:t>자동 진단 파이프라인</a:t>
            </a:r>
            <a:endParaRPr b="1" sz="2800">
              <a:solidFill>
                <a:srgbClr val="20538B"/>
              </a:solidFill>
            </a:endParaRPr>
          </a:p>
        </p:txBody>
      </p:sp>
      <p:sp>
        <p:nvSpPr>
          <p:cNvPr id="1080" name="Google Shape;1080;h32a9095667746e33_9_119"/>
          <p:cNvSpPr txBox="1"/>
          <p:nvPr/>
        </p:nvSpPr>
        <p:spPr>
          <a:xfrm>
            <a:off x="1712900" y="3482775"/>
            <a:ext cx="3000000" cy="45561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SzPts val="1100"/>
              <a:buNone/>
            </a:pPr>
            <a:r>
              <a:rPr b="1" lang="en-US" sz="2000">
                <a:solidFill>
                  <a:schemeClr val="dk1"/>
                </a:solidFill>
              </a:rPr>
              <a:t>Target URL</a:t>
            </a:r>
            <a:endParaRPr b="1" sz="2000">
              <a:solidFill>
                <a:schemeClr val="dk1"/>
              </a:solidFill>
            </a:endParaRPr>
          </a:p>
          <a:p>
            <a:pPr indent="0" lvl="0" marL="0" rtl="0" algn="l">
              <a:lnSpc>
                <a:spcPct val="115000"/>
              </a:lnSpc>
              <a:spcBef>
                <a:spcPts val="0"/>
              </a:spcBef>
              <a:spcAft>
                <a:spcPts val="0"/>
              </a:spcAft>
              <a:buSzPts val="1100"/>
              <a:buNone/>
            </a:pPr>
            <a:r>
              <a:rPr b="1" lang="en-US" sz="2000">
                <a:solidFill>
                  <a:schemeClr val="dk1"/>
                </a:solidFill>
              </a:rPr>
              <a:t>    ↓</a:t>
            </a:r>
            <a:endParaRPr b="1" sz="2000">
              <a:solidFill>
                <a:schemeClr val="dk1"/>
              </a:solidFill>
            </a:endParaRPr>
          </a:p>
          <a:p>
            <a:pPr indent="0" lvl="0" marL="0" rtl="0" algn="l">
              <a:lnSpc>
                <a:spcPct val="115000"/>
              </a:lnSpc>
              <a:spcBef>
                <a:spcPts val="0"/>
              </a:spcBef>
              <a:spcAft>
                <a:spcPts val="0"/>
              </a:spcAft>
              <a:buSzPts val="1100"/>
              <a:buNone/>
            </a:pPr>
            <a:r>
              <a:rPr b="1" lang="en-US" sz="2000">
                <a:solidFill>
                  <a:schemeClr val="dk1"/>
                </a:solidFill>
              </a:rPr>
              <a:t>학생 계정 로그인</a:t>
            </a:r>
            <a:endParaRPr b="1" sz="2000">
              <a:solidFill>
                <a:schemeClr val="dk1"/>
              </a:solidFill>
            </a:endParaRPr>
          </a:p>
          <a:p>
            <a:pPr indent="0" lvl="0" marL="0" rtl="0" algn="l">
              <a:lnSpc>
                <a:spcPct val="115000"/>
              </a:lnSpc>
              <a:spcBef>
                <a:spcPts val="0"/>
              </a:spcBef>
              <a:spcAft>
                <a:spcPts val="0"/>
              </a:spcAft>
              <a:buSzPts val="1100"/>
              <a:buNone/>
            </a:pPr>
            <a:r>
              <a:rPr b="1" lang="en-US" sz="2000">
                <a:solidFill>
                  <a:schemeClr val="dk1"/>
                </a:solidFill>
              </a:rPr>
              <a:t>    ↓</a:t>
            </a:r>
            <a:endParaRPr b="1" sz="2000">
              <a:solidFill>
                <a:schemeClr val="dk1"/>
              </a:solidFill>
            </a:endParaRPr>
          </a:p>
          <a:p>
            <a:pPr indent="0" lvl="0" marL="0" rtl="0" algn="l">
              <a:lnSpc>
                <a:spcPct val="115000"/>
              </a:lnSpc>
              <a:spcBef>
                <a:spcPts val="0"/>
              </a:spcBef>
              <a:spcAft>
                <a:spcPts val="0"/>
              </a:spcAft>
              <a:buSzPts val="1100"/>
              <a:buNone/>
            </a:pPr>
            <a:r>
              <a:rPr b="1" lang="en-US" sz="2000">
                <a:solidFill>
                  <a:schemeClr val="dk1"/>
                </a:solidFill>
              </a:rPr>
              <a:t>인증 상태 검증</a:t>
            </a:r>
            <a:endParaRPr b="1" sz="2000">
              <a:solidFill>
                <a:schemeClr val="dk1"/>
              </a:solidFill>
            </a:endParaRPr>
          </a:p>
          <a:p>
            <a:pPr indent="0" lvl="0" marL="0" rtl="0" algn="l">
              <a:lnSpc>
                <a:spcPct val="115000"/>
              </a:lnSpc>
              <a:spcBef>
                <a:spcPts val="0"/>
              </a:spcBef>
              <a:spcAft>
                <a:spcPts val="0"/>
              </a:spcAft>
              <a:buSzPts val="1100"/>
              <a:buNone/>
            </a:pPr>
            <a:r>
              <a:rPr b="1" lang="en-US" sz="2000">
                <a:solidFill>
                  <a:schemeClr val="dk1"/>
                </a:solidFill>
              </a:rPr>
              <a:t>    ↓</a:t>
            </a:r>
            <a:endParaRPr b="1" sz="2000">
              <a:solidFill>
                <a:schemeClr val="dk1"/>
              </a:solidFill>
            </a:endParaRPr>
          </a:p>
          <a:p>
            <a:pPr indent="0" lvl="0" marL="0" rtl="0" algn="l">
              <a:lnSpc>
                <a:spcPct val="115000"/>
              </a:lnSpc>
              <a:spcBef>
                <a:spcPts val="0"/>
              </a:spcBef>
              <a:spcAft>
                <a:spcPts val="0"/>
              </a:spcAft>
              <a:buSzPts val="1100"/>
              <a:buNone/>
            </a:pPr>
            <a:r>
              <a:rPr b="1" lang="en-US" sz="2000">
                <a:solidFill>
                  <a:schemeClr val="dk1"/>
                </a:solidFill>
              </a:rPr>
              <a:t>개인정보 수정 페이지 접근</a:t>
            </a:r>
            <a:endParaRPr b="1" sz="2000">
              <a:solidFill>
                <a:schemeClr val="dk1"/>
              </a:solidFill>
            </a:endParaRPr>
          </a:p>
          <a:p>
            <a:pPr indent="0" lvl="0" marL="0" rtl="0" algn="l">
              <a:lnSpc>
                <a:spcPct val="115000"/>
              </a:lnSpc>
              <a:spcBef>
                <a:spcPts val="0"/>
              </a:spcBef>
              <a:spcAft>
                <a:spcPts val="0"/>
              </a:spcAft>
              <a:buSzPts val="1100"/>
              <a:buNone/>
            </a:pPr>
            <a:r>
              <a:rPr b="1" lang="en-US" sz="2000">
                <a:solidFill>
                  <a:schemeClr val="dk1"/>
                </a:solidFill>
              </a:rPr>
              <a:t>    ↓</a:t>
            </a:r>
            <a:endParaRPr b="1" sz="2000">
              <a:solidFill>
                <a:schemeClr val="dk1"/>
              </a:solidFill>
            </a:endParaRPr>
          </a:p>
          <a:p>
            <a:pPr indent="0" lvl="0" marL="0" rtl="0" algn="l">
              <a:lnSpc>
                <a:spcPct val="115000"/>
              </a:lnSpc>
              <a:spcBef>
                <a:spcPts val="0"/>
              </a:spcBef>
              <a:spcAft>
                <a:spcPts val="0"/>
              </a:spcAft>
              <a:buSzPts val="1100"/>
              <a:buNone/>
            </a:pPr>
            <a:r>
              <a:rPr b="1" lang="en-US" sz="2000">
                <a:solidFill>
                  <a:schemeClr val="dk1"/>
                </a:solidFill>
              </a:rPr>
              <a:t>기존 개인정보 수집</a:t>
            </a:r>
            <a:endParaRPr b="1" sz="2000">
              <a:solidFill>
                <a:schemeClr val="dk1"/>
              </a:solidFill>
            </a:endParaRPr>
          </a:p>
          <a:p>
            <a:pPr indent="0" lvl="0" marL="0" rtl="0" algn="l">
              <a:lnSpc>
                <a:spcPct val="115000"/>
              </a:lnSpc>
              <a:spcBef>
                <a:spcPts val="0"/>
              </a:spcBef>
              <a:spcAft>
                <a:spcPts val="0"/>
              </a:spcAft>
              <a:buSzPts val="1100"/>
              <a:buNone/>
            </a:pPr>
            <a:r>
              <a:rPr b="1" lang="en-US" sz="2000">
                <a:solidFill>
                  <a:schemeClr val="dk1"/>
                </a:solidFill>
              </a:rPr>
              <a:t>    ↓</a:t>
            </a:r>
            <a:endParaRPr b="1" sz="2000">
              <a:solidFill>
                <a:schemeClr val="dk1"/>
              </a:solidFill>
            </a:endParaRPr>
          </a:p>
          <a:p>
            <a:pPr indent="0" lvl="0" marL="0" rtl="0" algn="l">
              <a:lnSpc>
                <a:spcPct val="115000"/>
              </a:lnSpc>
              <a:spcBef>
                <a:spcPts val="0"/>
              </a:spcBef>
              <a:spcAft>
                <a:spcPts val="0"/>
              </a:spcAft>
              <a:buSzPts val="1100"/>
              <a:buNone/>
            </a:pPr>
            <a:r>
              <a:rPr b="1" lang="en-US" sz="2000">
                <a:solidFill>
                  <a:schemeClr val="dk1"/>
                </a:solidFill>
              </a:rPr>
              <a:t>재인증 필드 탐지</a:t>
            </a:r>
            <a:endParaRPr b="1" sz="2000">
              <a:solidFill>
                <a:schemeClr val="dk1"/>
              </a:solidFill>
            </a:endParaRPr>
          </a:p>
          <a:p>
            <a:pPr indent="0" lvl="0" marL="0" rtl="0" algn="l">
              <a:lnSpc>
                <a:spcPct val="115000"/>
              </a:lnSpc>
              <a:spcBef>
                <a:spcPts val="0"/>
              </a:spcBef>
              <a:spcAft>
                <a:spcPts val="0"/>
              </a:spcAft>
              <a:buSzPts val="1100"/>
              <a:buNone/>
            </a:pPr>
            <a:r>
              <a:rPr b="1" lang="en-US" sz="2000">
                <a:solidFill>
                  <a:schemeClr val="dk1"/>
                </a:solidFill>
              </a:rPr>
              <a:t>    ↓</a:t>
            </a:r>
            <a:endParaRPr b="1" sz="2000">
              <a:solidFill>
                <a:schemeClr val="dk1"/>
              </a:solidFill>
            </a:endParaRPr>
          </a:p>
          <a:p>
            <a:pPr indent="0" lvl="0" marL="0" rtl="0" algn="l">
              <a:lnSpc>
                <a:spcPct val="115000"/>
              </a:lnSpc>
              <a:spcBef>
                <a:spcPts val="0"/>
              </a:spcBef>
              <a:spcAft>
                <a:spcPts val="0"/>
              </a:spcAft>
              <a:buSzPts val="1100"/>
              <a:buNone/>
            </a:pPr>
            <a:r>
              <a:rPr b="1" lang="en-US" sz="2000">
                <a:solidFill>
                  <a:schemeClr val="dk1"/>
                </a:solidFill>
              </a:rPr>
              <a:t>테스트용 전화번호 생성</a:t>
            </a:r>
            <a:endParaRPr b="1" sz="2000">
              <a:solidFill>
                <a:schemeClr val="dk1"/>
              </a:solidFill>
            </a:endParaRPr>
          </a:p>
        </p:txBody>
      </p:sp>
      <p:sp>
        <p:nvSpPr>
          <p:cNvPr id="1081" name="Google Shape;1081;h32a9095667746e33_9_119"/>
          <p:cNvSpPr txBox="1"/>
          <p:nvPr/>
        </p:nvSpPr>
        <p:spPr>
          <a:xfrm>
            <a:off x="4777698" y="3402621"/>
            <a:ext cx="4001100" cy="45561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SzPts val="1100"/>
              <a:buNone/>
            </a:pPr>
            <a:r>
              <a:rPr b="1" lang="en-US" sz="2000">
                <a:solidFill>
                  <a:schemeClr val="dk1"/>
                </a:solidFill>
              </a:rPr>
              <a:t>   ↓</a:t>
            </a:r>
            <a:endParaRPr b="1" sz="2000">
              <a:solidFill>
                <a:schemeClr val="dk1"/>
              </a:solidFill>
            </a:endParaRPr>
          </a:p>
          <a:p>
            <a:pPr indent="0" lvl="0" marL="0" rtl="0" algn="l">
              <a:lnSpc>
                <a:spcPct val="115000"/>
              </a:lnSpc>
              <a:spcBef>
                <a:spcPts val="0"/>
              </a:spcBef>
              <a:spcAft>
                <a:spcPts val="0"/>
              </a:spcAft>
              <a:buSzPts val="1100"/>
              <a:buNone/>
            </a:pPr>
            <a:r>
              <a:rPr b="1" lang="en-US" sz="2000">
                <a:solidFill>
                  <a:schemeClr val="dk1"/>
                </a:solidFill>
              </a:rPr>
              <a:t>재인증 없이 변경 요청</a:t>
            </a:r>
            <a:endParaRPr b="1" sz="2000">
              <a:solidFill>
                <a:schemeClr val="dk1"/>
              </a:solidFill>
            </a:endParaRPr>
          </a:p>
          <a:p>
            <a:pPr indent="0" lvl="0" marL="0" rtl="0" algn="l">
              <a:lnSpc>
                <a:spcPct val="115000"/>
              </a:lnSpc>
              <a:spcBef>
                <a:spcPts val="0"/>
              </a:spcBef>
              <a:spcAft>
                <a:spcPts val="0"/>
              </a:spcAft>
              <a:buSzPts val="1100"/>
              <a:buNone/>
            </a:pPr>
            <a:r>
              <a:rPr b="1" lang="en-US" sz="2000">
                <a:solidFill>
                  <a:schemeClr val="dk1"/>
                </a:solidFill>
              </a:rPr>
              <a:t>    ↓</a:t>
            </a:r>
            <a:endParaRPr b="1" sz="2000">
              <a:solidFill>
                <a:schemeClr val="dk1"/>
              </a:solidFill>
            </a:endParaRPr>
          </a:p>
          <a:p>
            <a:pPr indent="0" lvl="0" marL="0" rtl="0" algn="l">
              <a:lnSpc>
                <a:spcPct val="115000"/>
              </a:lnSpc>
              <a:spcBef>
                <a:spcPts val="0"/>
              </a:spcBef>
              <a:spcAft>
                <a:spcPts val="0"/>
              </a:spcAft>
              <a:buSzPts val="1100"/>
              <a:buNone/>
            </a:pPr>
            <a:r>
              <a:rPr b="1" lang="en-US" sz="2000">
                <a:solidFill>
                  <a:schemeClr val="dk1"/>
                </a:solidFill>
              </a:rPr>
              <a:t>개인정보 재조회</a:t>
            </a:r>
            <a:endParaRPr b="1" sz="2000">
              <a:solidFill>
                <a:schemeClr val="dk1"/>
              </a:solidFill>
            </a:endParaRPr>
          </a:p>
          <a:p>
            <a:pPr indent="0" lvl="0" marL="0" rtl="0" algn="l">
              <a:lnSpc>
                <a:spcPct val="115000"/>
              </a:lnSpc>
              <a:spcBef>
                <a:spcPts val="0"/>
              </a:spcBef>
              <a:spcAft>
                <a:spcPts val="0"/>
              </a:spcAft>
              <a:buSzPts val="1100"/>
              <a:buNone/>
            </a:pPr>
            <a:r>
              <a:rPr b="1" lang="en-US" sz="2000">
                <a:solidFill>
                  <a:schemeClr val="dk1"/>
                </a:solidFill>
              </a:rPr>
              <a:t>    ↓</a:t>
            </a:r>
            <a:endParaRPr b="1" sz="2000">
              <a:solidFill>
                <a:schemeClr val="dk1"/>
              </a:solidFill>
            </a:endParaRPr>
          </a:p>
          <a:p>
            <a:pPr indent="0" lvl="0" marL="0" rtl="0" algn="l">
              <a:lnSpc>
                <a:spcPct val="115000"/>
              </a:lnSpc>
              <a:spcBef>
                <a:spcPts val="0"/>
              </a:spcBef>
              <a:spcAft>
                <a:spcPts val="0"/>
              </a:spcAft>
              <a:buSzPts val="1100"/>
              <a:buNone/>
            </a:pPr>
            <a:r>
              <a:rPr b="1" lang="en-US" sz="2000">
                <a:solidFill>
                  <a:schemeClr val="dk1"/>
                </a:solidFill>
              </a:rPr>
              <a:t>실제 변경 여부 비교</a:t>
            </a:r>
            <a:endParaRPr b="1" sz="2000">
              <a:solidFill>
                <a:schemeClr val="dk1"/>
              </a:solidFill>
            </a:endParaRPr>
          </a:p>
          <a:p>
            <a:pPr indent="0" lvl="0" marL="0" rtl="0" algn="l">
              <a:lnSpc>
                <a:spcPct val="115000"/>
              </a:lnSpc>
              <a:spcBef>
                <a:spcPts val="0"/>
              </a:spcBef>
              <a:spcAft>
                <a:spcPts val="0"/>
              </a:spcAft>
              <a:buSzPts val="1100"/>
              <a:buNone/>
            </a:pPr>
            <a:r>
              <a:rPr b="1" lang="en-US" sz="2000">
                <a:solidFill>
                  <a:schemeClr val="dk1"/>
                </a:solidFill>
              </a:rPr>
              <a:t>    ↓</a:t>
            </a:r>
            <a:endParaRPr b="1" sz="2000">
              <a:solidFill>
                <a:schemeClr val="dk1"/>
              </a:solidFill>
            </a:endParaRPr>
          </a:p>
          <a:p>
            <a:pPr indent="0" lvl="0" marL="0" rtl="0" algn="l">
              <a:lnSpc>
                <a:spcPct val="115000"/>
              </a:lnSpc>
              <a:spcBef>
                <a:spcPts val="0"/>
              </a:spcBef>
              <a:spcAft>
                <a:spcPts val="0"/>
              </a:spcAft>
              <a:buSzPts val="1100"/>
              <a:buNone/>
            </a:pPr>
            <a:r>
              <a:rPr b="1" lang="en-US" sz="2000">
                <a:solidFill>
                  <a:schemeClr val="dk1"/>
                </a:solidFill>
              </a:rPr>
              <a:t>vulnerable / pass / unknown</a:t>
            </a:r>
            <a:endParaRPr b="1" sz="2000">
              <a:solidFill>
                <a:schemeClr val="dk1"/>
              </a:solidFill>
            </a:endParaRPr>
          </a:p>
          <a:p>
            <a:pPr indent="0" lvl="0" marL="0" rtl="0" algn="l">
              <a:lnSpc>
                <a:spcPct val="115000"/>
              </a:lnSpc>
              <a:spcBef>
                <a:spcPts val="0"/>
              </a:spcBef>
              <a:spcAft>
                <a:spcPts val="0"/>
              </a:spcAft>
              <a:buSzPts val="1100"/>
              <a:buNone/>
            </a:pPr>
            <a:r>
              <a:rPr b="1" lang="en-US" sz="2000">
                <a:solidFill>
                  <a:schemeClr val="dk1"/>
                </a:solidFill>
              </a:rPr>
              <a:t>    ↓</a:t>
            </a:r>
            <a:endParaRPr b="1" sz="2000">
              <a:solidFill>
                <a:schemeClr val="dk1"/>
              </a:solidFill>
            </a:endParaRPr>
          </a:p>
          <a:p>
            <a:pPr indent="0" lvl="0" marL="0" rtl="0" algn="l">
              <a:lnSpc>
                <a:spcPct val="115000"/>
              </a:lnSpc>
              <a:spcBef>
                <a:spcPts val="0"/>
              </a:spcBef>
              <a:spcAft>
                <a:spcPts val="0"/>
              </a:spcAft>
              <a:buSzPts val="1100"/>
              <a:buNone/>
            </a:pPr>
            <a:r>
              <a:rPr b="1" lang="en-US" sz="2000">
                <a:solidFill>
                  <a:schemeClr val="dk1"/>
                </a:solidFill>
              </a:rPr>
              <a:t>원본 개인정보 복구</a:t>
            </a:r>
            <a:endParaRPr b="1" sz="2000">
              <a:solidFill>
                <a:schemeClr val="dk1"/>
              </a:solidFill>
            </a:endParaRPr>
          </a:p>
          <a:p>
            <a:pPr indent="0" lvl="0" marL="0" rtl="0" algn="l">
              <a:lnSpc>
                <a:spcPct val="115000"/>
              </a:lnSpc>
              <a:spcBef>
                <a:spcPts val="0"/>
              </a:spcBef>
              <a:spcAft>
                <a:spcPts val="0"/>
              </a:spcAft>
              <a:buSzPts val="1100"/>
              <a:buNone/>
            </a:pPr>
            <a:r>
              <a:rPr b="1" lang="en-US" sz="2000">
                <a:solidFill>
                  <a:schemeClr val="dk1"/>
                </a:solidFill>
              </a:rPr>
              <a:t>    ↓</a:t>
            </a:r>
            <a:endParaRPr b="1" sz="2000">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n-US" sz="2000">
                <a:solidFill>
                  <a:schemeClr val="dk1"/>
                </a:solidFill>
              </a:rPr>
              <a:t>복구 결과 검증</a:t>
            </a:r>
            <a:endParaRPr b="1" sz="2000">
              <a:solidFill>
                <a:schemeClr val="dk1"/>
              </a:solidFill>
            </a:endParaRPr>
          </a:p>
          <a:p>
            <a:pPr indent="0" lvl="0" marL="0" rtl="0" algn="l">
              <a:lnSpc>
                <a:spcPct val="115000"/>
              </a:lnSpc>
              <a:spcBef>
                <a:spcPts val="0"/>
              </a:spcBef>
              <a:spcAft>
                <a:spcPts val="0"/>
              </a:spcAft>
              <a:buSzPts val="1100"/>
              <a:buNone/>
            </a:pPr>
            <a:r>
              <a:t/>
            </a:r>
            <a:endParaRPr b="1" sz="2000">
              <a:solidFill>
                <a:schemeClr val="dk1"/>
              </a:solidFill>
            </a:endParaRPr>
          </a:p>
        </p:txBody>
      </p:sp>
      <p:sp>
        <p:nvSpPr>
          <p:cNvPr id="1082" name="Google Shape;1082;h32a9095667746e33_9_119"/>
          <p:cNvSpPr txBox="1"/>
          <p:nvPr/>
        </p:nvSpPr>
        <p:spPr>
          <a:xfrm>
            <a:off x="2395000" y="1705375"/>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000"/>
              <a:t>자동 진단 파이프라인</a:t>
            </a:r>
            <a:endParaRPr sz="20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6" name="Shape 1086"/>
        <p:cNvGrpSpPr/>
        <p:nvPr/>
      </p:nvGrpSpPr>
      <p:grpSpPr>
        <a:xfrm>
          <a:off x="0" y="0"/>
          <a:ext cx="0" cy="0"/>
          <a:chOff x="0" y="0"/>
          <a:chExt cx="0" cy="0"/>
        </a:xfrm>
      </p:grpSpPr>
      <p:grpSp>
        <p:nvGrpSpPr>
          <p:cNvPr id="1087" name="Google Shape;1087;h32a9095667746e33_9_154"/>
          <p:cNvGrpSpPr/>
          <p:nvPr/>
        </p:nvGrpSpPr>
        <p:grpSpPr>
          <a:xfrm>
            <a:off x="-1081199" y="3274283"/>
            <a:ext cx="20615733" cy="7012716"/>
            <a:chOff x="-99239" y="-86"/>
            <a:chExt cx="27487644" cy="9350288"/>
          </a:xfrm>
        </p:grpSpPr>
        <p:grpSp>
          <p:nvGrpSpPr>
            <p:cNvPr id="1088" name="Google Shape;1088;h32a9095667746e33_9_154"/>
            <p:cNvGrpSpPr/>
            <p:nvPr/>
          </p:nvGrpSpPr>
          <p:grpSpPr>
            <a:xfrm rot="-5400000">
              <a:off x="11107617" y="-11206942"/>
              <a:ext cx="4770761" cy="27184472"/>
              <a:chOff x="0" y="-38100"/>
              <a:chExt cx="1831597" cy="10436700"/>
            </a:xfrm>
          </p:grpSpPr>
          <p:sp>
            <p:nvSpPr>
              <p:cNvPr id="1089" name="Google Shape;1089;h32a9095667746e33_9_154"/>
              <p:cNvSpPr/>
              <p:nvPr/>
            </p:nvSpPr>
            <p:spPr>
              <a:xfrm>
                <a:off x="0" y="0"/>
                <a:ext cx="1831597" cy="10398600"/>
              </a:xfrm>
              <a:custGeom>
                <a:rect b="b" l="l" r="r" t="t"/>
                <a:pathLst>
                  <a:path extrusionOk="0" h="10398600" w="1831597">
                    <a:moveTo>
                      <a:pt x="0" y="0"/>
                    </a:moveTo>
                    <a:lnTo>
                      <a:pt x="1831597" y="0"/>
                    </a:lnTo>
                    <a:lnTo>
                      <a:pt x="1831597" y="10398600"/>
                    </a:lnTo>
                    <a:lnTo>
                      <a:pt x="0" y="10398600"/>
                    </a:lnTo>
                    <a:close/>
                  </a:path>
                </a:pathLst>
              </a:custGeom>
              <a:solidFill>
                <a:srgbClr val="CBDDEF"/>
              </a:solidFill>
              <a:ln>
                <a:noFill/>
              </a:ln>
            </p:spPr>
          </p:sp>
          <p:sp>
            <p:nvSpPr>
              <p:cNvPr id="1090" name="Google Shape;1090;h32a9095667746e33_9_154"/>
              <p:cNvSpPr txBox="1"/>
              <p:nvPr/>
            </p:nvSpPr>
            <p:spPr>
              <a:xfrm>
                <a:off x="0" y="-38100"/>
                <a:ext cx="1831500" cy="10436700"/>
              </a:xfrm>
              <a:prstGeom prst="rect">
                <a:avLst/>
              </a:prstGeom>
              <a:noFill/>
              <a:ln>
                <a:noFill/>
              </a:ln>
            </p:spPr>
            <p:txBody>
              <a:bodyPr anchorCtr="0" anchor="ctr" bIns="27000" lIns="27000" spcFirstLastPara="1" rIns="27000" wrap="square" tIns="27000">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091" name="Google Shape;1091;h32a9095667746e33_9_154"/>
            <p:cNvGrpSpPr/>
            <p:nvPr/>
          </p:nvGrpSpPr>
          <p:grpSpPr>
            <a:xfrm rot="-5400000">
              <a:off x="11637133" y="-6401070"/>
              <a:ext cx="4579844" cy="26922700"/>
              <a:chOff x="0" y="-38100"/>
              <a:chExt cx="1758300" cy="10336200"/>
            </a:xfrm>
          </p:grpSpPr>
          <p:sp>
            <p:nvSpPr>
              <p:cNvPr id="1092" name="Google Shape;1092;h32a9095667746e33_9_154"/>
              <p:cNvSpPr/>
              <p:nvPr/>
            </p:nvSpPr>
            <p:spPr>
              <a:xfrm>
                <a:off x="0" y="0"/>
                <a:ext cx="1758210" cy="10298040"/>
              </a:xfrm>
              <a:custGeom>
                <a:rect b="b" l="l" r="r" t="t"/>
                <a:pathLst>
                  <a:path extrusionOk="0" h="10298040" w="1758210">
                    <a:moveTo>
                      <a:pt x="0" y="0"/>
                    </a:moveTo>
                    <a:lnTo>
                      <a:pt x="1758210" y="0"/>
                    </a:lnTo>
                    <a:lnTo>
                      <a:pt x="1758210" y="10298040"/>
                    </a:lnTo>
                    <a:lnTo>
                      <a:pt x="0" y="10298040"/>
                    </a:lnTo>
                    <a:close/>
                  </a:path>
                </a:pathLst>
              </a:custGeom>
              <a:solidFill>
                <a:srgbClr val="94B6DA"/>
              </a:solidFill>
              <a:ln>
                <a:noFill/>
              </a:ln>
            </p:spPr>
          </p:sp>
          <p:sp>
            <p:nvSpPr>
              <p:cNvPr id="1093" name="Google Shape;1093;h32a9095667746e33_9_154"/>
              <p:cNvSpPr txBox="1"/>
              <p:nvPr/>
            </p:nvSpPr>
            <p:spPr>
              <a:xfrm>
                <a:off x="0" y="-38100"/>
                <a:ext cx="1758300" cy="10336200"/>
              </a:xfrm>
              <a:prstGeom prst="rect">
                <a:avLst/>
              </a:prstGeom>
              <a:noFill/>
              <a:ln>
                <a:noFill/>
              </a:ln>
            </p:spPr>
            <p:txBody>
              <a:bodyPr anchorCtr="0" anchor="ctr" bIns="27000" lIns="27000" spcFirstLastPara="1" rIns="27000" wrap="square" tIns="27000">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grpSp>
        <p:nvGrpSpPr>
          <p:cNvPr id="1094" name="Google Shape;1094;h32a9095667746e33_9_154"/>
          <p:cNvGrpSpPr/>
          <p:nvPr/>
        </p:nvGrpSpPr>
        <p:grpSpPr>
          <a:xfrm>
            <a:off x="731085" y="622850"/>
            <a:ext cx="16825838" cy="9050174"/>
            <a:chOff x="0" y="-108814"/>
            <a:chExt cx="22434451" cy="12066898"/>
          </a:xfrm>
        </p:grpSpPr>
        <p:grpSp>
          <p:nvGrpSpPr>
            <p:cNvPr id="1095" name="Google Shape;1095;h32a9095667746e33_9_154"/>
            <p:cNvGrpSpPr/>
            <p:nvPr/>
          </p:nvGrpSpPr>
          <p:grpSpPr>
            <a:xfrm>
              <a:off x="26537" y="10214891"/>
              <a:ext cx="22386840" cy="1743193"/>
              <a:chOff x="0" y="-47625"/>
              <a:chExt cx="9809754" cy="763855"/>
            </a:xfrm>
          </p:grpSpPr>
          <p:sp>
            <p:nvSpPr>
              <p:cNvPr id="1096" name="Google Shape;1096;h32a9095667746e33_9_154"/>
              <p:cNvSpPr/>
              <p:nvPr/>
            </p:nvSpPr>
            <p:spPr>
              <a:xfrm>
                <a:off x="0" y="0"/>
                <a:ext cx="9809754" cy="716230"/>
              </a:xfrm>
              <a:custGeom>
                <a:rect b="b" l="l" r="r" t="t"/>
                <a:pathLst>
                  <a:path extrusionOk="0" h="716230" w="9809754">
                    <a:moveTo>
                      <a:pt x="0" y="0"/>
                    </a:moveTo>
                    <a:lnTo>
                      <a:pt x="9809754" y="0"/>
                    </a:lnTo>
                    <a:lnTo>
                      <a:pt x="9809754" y="716230"/>
                    </a:lnTo>
                    <a:lnTo>
                      <a:pt x="0" y="716230"/>
                    </a:lnTo>
                    <a:close/>
                  </a:path>
                </a:pathLst>
              </a:custGeom>
              <a:solidFill>
                <a:srgbClr val="20538B"/>
              </a:solidFill>
              <a:ln cap="sq" cmpd="sng" w="38100">
                <a:solidFill>
                  <a:srgbClr val="20538B"/>
                </a:solidFill>
                <a:prstDash val="solid"/>
                <a:miter lim="8000"/>
                <a:headEnd len="sm" w="sm" type="none"/>
                <a:tailEnd len="sm" w="sm" type="none"/>
              </a:ln>
            </p:spPr>
          </p:sp>
          <p:sp>
            <p:nvSpPr>
              <p:cNvPr id="1097" name="Google Shape;1097;h32a9095667746e33_9_154"/>
              <p:cNvSpPr txBox="1"/>
              <p:nvPr/>
            </p:nvSpPr>
            <p:spPr>
              <a:xfrm>
                <a:off x="0" y="-47625"/>
                <a:ext cx="9809700" cy="763800"/>
              </a:xfrm>
              <a:prstGeom prst="rect">
                <a:avLst/>
              </a:prstGeom>
              <a:noFill/>
              <a:ln>
                <a:noFill/>
              </a:ln>
            </p:spPr>
            <p:txBody>
              <a:bodyPr anchorCtr="0" anchor="ctr" bIns="50800" lIns="50800" spcFirstLastPara="1" rIns="50800" wrap="square" tIns="50800">
                <a:noAutofit/>
              </a:bodyPr>
              <a:lstStyle/>
              <a:p>
                <a:pPr indent="0" lvl="0" marL="0" marR="0" rtl="0" algn="ctr">
                  <a:lnSpc>
                    <a:spcPct val="175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098" name="Google Shape;1098;h32a9095667746e33_9_154"/>
            <p:cNvGrpSpPr/>
            <p:nvPr/>
          </p:nvGrpSpPr>
          <p:grpSpPr>
            <a:xfrm>
              <a:off x="0" y="-108814"/>
              <a:ext cx="22434451" cy="11946166"/>
              <a:chOff x="0" y="-47625"/>
              <a:chExt cx="9819000" cy="5228539"/>
            </a:xfrm>
          </p:grpSpPr>
          <p:sp>
            <p:nvSpPr>
              <p:cNvPr id="1099" name="Google Shape;1099;h32a9095667746e33_9_154"/>
              <p:cNvSpPr/>
              <p:nvPr/>
            </p:nvSpPr>
            <p:spPr>
              <a:xfrm>
                <a:off x="0" y="0"/>
                <a:ext cx="9818922" cy="5180914"/>
              </a:xfrm>
              <a:custGeom>
                <a:rect b="b" l="l" r="r" t="t"/>
                <a:pathLst>
                  <a:path extrusionOk="0" h="5180914" w="9818922">
                    <a:moveTo>
                      <a:pt x="0" y="0"/>
                    </a:moveTo>
                    <a:lnTo>
                      <a:pt x="9818922" y="0"/>
                    </a:lnTo>
                    <a:lnTo>
                      <a:pt x="9818922" y="5180914"/>
                    </a:lnTo>
                    <a:lnTo>
                      <a:pt x="0" y="5180914"/>
                    </a:lnTo>
                    <a:close/>
                  </a:path>
                </a:pathLst>
              </a:custGeom>
              <a:solidFill>
                <a:srgbClr val="FFFFFF"/>
              </a:solidFill>
              <a:ln cap="sq" cmpd="sng" w="38100">
                <a:solidFill>
                  <a:srgbClr val="20538B"/>
                </a:solidFill>
                <a:prstDash val="solid"/>
                <a:miter lim="8000"/>
                <a:headEnd len="sm" w="sm" type="none"/>
                <a:tailEnd len="sm" w="sm" type="none"/>
              </a:ln>
            </p:spPr>
          </p:sp>
          <p:sp>
            <p:nvSpPr>
              <p:cNvPr id="1100" name="Google Shape;1100;h32a9095667746e33_9_154"/>
              <p:cNvSpPr txBox="1"/>
              <p:nvPr/>
            </p:nvSpPr>
            <p:spPr>
              <a:xfrm>
                <a:off x="0" y="-47625"/>
                <a:ext cx="9819000" cy="5228400"/>
              </a:xfrm>
              <a:prstGeom prst="rect">
                <a:avLst/>
              </a:prstGeom>
              <a:noFill/>
              <a:ln>
                <a:noFill/>
              </a:ln>
            </p:spPr>
            <p:txBody>
              <a:bodyPr anchorCtr="0" anchor="ctr" bIns="50800" lIns="50800" spcFirstLastPara="1" rIns="50800" wrap="square" tIns="50800">
                <a:noAutofit/>
              </a:bodyPr>
              <a:lstStyle/>
              <a:p>
                <a:pPr indent="0" lvl="0" marL="0" marR="0" rtl="0" algn="ctr">
                  <a:lnSpc>
                    <a:spcPct val="175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grpSp>
        <p:nvGrpSpPr>
          <p:cNvPr id="1101" name="Google Shape;1101;h32a9095667746e33_9_154"/>
          <p:cNvGrpSpPr/>
          <p:nvPr/>
        </p:nvGrpSpPr>
        <p:grpSpPr>
          <a:xfrm>
            <a:off x="763743" y="662704"/>
            <a:ext cx="16759942" cy="1561150"/>
            <a:chOff x="0" y="-38100"/>
            <a:chExt cx="8581200" cy="799319"/>
          </a:xfrm>
        </p:grpSpPr>
        <p:sp>
          <p:nvSpPr>
            <p:cNvPr id="1102" name="Google Shape;1102;h32a9095667746e33_9_154"/>
            <p:cNvSpPr/>
            <p:nvPr/>
          </p:nvSpPr>
          <p:spPr>
            <a:xfrm>
              <a:off x="0" y="0"/>
              <a:ext cx="8581180" cy="761219"/>
            </a:xfrm>
            <a:custGeom>
              <a:rect b="b" l="l" r="r" t="t"/>
              <a:pathLst>
                <a:path extrusionOk="0" h="761219" w="8581180">
                  <a:moveTo>
                    <a:pt x="0" y="0"/>
                  </a:moveTo>
                  <a:lnTo>
                    <a:pt x="8581180" y="0"/>
                  </a:lnTo>
                  <a:lnTo>
                    <a:pt x="8581180" y="761219"/>
                  </a:lnTo>
                  <a:lnTo>
                    <a:pt x="0" y="761219"/>
                  </a:lnTo>
                  <a:close/>
                </a:path>
              </a:pathLst>
            </a:custGeom>
            <a:solidFill>
              <a:srgbClr val="EEF6FF"/>
            </a:solidFill>
            <a:ln cap="sq" cmpd="sng" w="9525">
              <a:solidFill>
                <a:srgbClr val="20538B"/>
              </a:solidFill>
              <a:prstDash val="solid"/>
              <a:miter lim="8000"/>
              <a:headEnd len="sm" w="sm" type="none"/>
              <a:tailEnd len="sm" w="sm" type="none"/>
            </a:ln>
          </p:spPr>
        </p:sp>
        <p:sp>
          <p:nvSpPr>
            <p:cNvPr id="1103" name="Google Shape;1103;h32a9095667746e33_9_154"/>
            <p:cNvSpPr txBox="1"/>
            <p:nvPr/>
          </p:nvSpPr>
          <p:spPr>
            <a:xfrm>
              <a:off x="0" y="-38100"/>
              <a:ext cx="8581200" cy="799200"/>
            </a:xfrm>
            <a:prstGeom prst="rect">
              <a:avLst/>
            </a:prstGeom>
            <a:noFill/>
            <a:ln>
              <a:noFill/>
            </a:ln>
          </p:spPr>
          <p:txBody>
            <a:bodyPr anchorCtr="0" anchor="ctr" bIns="39175" lIns="39175" spcFirstLastPara="1" rIns="39175" wrap="square" tIns="39175">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104" name="Google Shape;1104;h32a9095667746e33_9_154"/>
          <p:cNvSpPr/>
          <p:nvPr/>
        </p:nvSpPr>
        <p:spPr>
          <a:xfrm>
            <a:off x="15531691" y="160918"/>
            <a:ext cx="996214" cy="1021758"/>
          </a:xfrm>
          <a:custGeom>
            <a:rect b="b" l="l" r="r" t="t"/>
            <a:pathLst>
              <a:path extrusionOk="0" h="1021758" w="996214">
                <a:moveTo>
                  <a:pt x="0" y="0"/>
                </a:moveTo>
                <a:lnTo>
                  <a:pt x="996214" y="0"/>
                </a:lnTo>
                <a:lnTo>
                  <a:pt x="996214" y="1021758"/>
                </a:lnTo>
                <a:lnTo>
                  <a:pt x="0" y="1021758"/>
                </a:lnTo>
                <a:lnTo>
                  <a:pt x="0" y="0"/>
                </a:lnTo>
                <a:close/>
              </a:path>
            </a:pathLst>
          </a:custGeom>
          <a:blipFill rotWithShape="1">
            <a:blip r:embed="rId3">
              <a:alphaModFix/>
            </a:blip>
            <a:stretch>
              <a:fillRect b="0" l="0" r="0" t="0"/>
            </a:stretch>
          </a:blipFill>
          <a:ln>
            <a:noFill/>
          </a:ln>
        </p:spPr>
      </p:sp>
      <p:sp>
        <p:nvSpPr>
          <p:cNvPr id="1105" name="Google Shape;1105;h32a9095667746e33_9_154"/>
          <p:cNvSpPr/>
          <p:nvPr/>
        </p:nvSpPr>
        <p:spPr>
          <a:xfrm>
            <a:off x="9363698" y="2917908"/>
            <a:ext cx="272321" cy="272321"/>
          </a:xfrm>
          <a:custGeom>
            <a:rect b="b" l="l" r="r" t="t"/>
            <a:pathLst>
              <a:path extrusionOk="0" h="272321" w="272321">
                <a:moveTo>
                  <a:pt x="0" y="0"/>
                </a:moveTo>
                <a:lnTo>
                  <a:pt x="272321" y="0"/>
                </a:lnTo>
                <a:lnTo>
                  <a:pt x="272321" y="272321"/>
                </a:lnTo>
                <a:lnTo>
                  <a:pt x="0" y="272321"/>
                </a:lnTo>
                <a:lnTo>
                  <a:pt x="0" y="0"/>
                </a:lnTo>
                <a:close/>
              </a:path>
            </a:pathLst>
          </a:custGeom>
          <a:blipFill rotWithShape="1">
            <a:blip r:embed="rId4">
              <a:alphaModFix/>
            </a:blip>
            <a:stretch>
              <a:fillRect b="0" l="0" r="0" t="0"/>
            </a:stretch>
          </a:blipFill>
          <a:ln>
            <a:noFill/>
          </a:ln>
        </p:spPr>
      </p:sp>
      <p:sp>
        <p:nvSpPr>
          <p:cNvPr id="1106" name="Google Shape;1106;h32a9095667746e33_9_154"/>
          <p:cNvSpPr/>
          <p:nvPr/>
        </p:nvSpPr>
        <p:spPr>
          <a:xfrm>
            <a:off x="9363698" y="5201587"/>
            <a:ext cx="272321" cy="272321"/>
          </a:xfrm>
          <a:custGeom>
            <a:rect b="b" l="l" r="r" t="t"/>
            <a:pathLst>
              <a:path extrusionOk="0" h="272321" w="272321">
                <a:moveTo>
                  <a:pt x="0" y="0"/>
                </a:moveTo>
                <a:lnTo>
                  <a:pt x="272321" y="0"/>
                </a:lnTo>
                <a:lnTo>
                  <a:pt x="272321" y="272322"/>
                </a:lnTo>
                <a:lnTo>
                  <a:pt x="0" y="272322"/>
                </a:lnTo>
                <a:lnTo>
                  <a:pt x="0" y="0"/>
                </a:lnTo>
                <a:close/>
              </a:path>
            </a:pathLst>
          </a:custGeom>
          <a:blipFill rotWithShape="1">
            <a:blip r:embed="rId4">
              <a:alphaModFix/>
            </a:blip>
            <a:stretch>
              <a:fillRect b="0" l="0" r="0" t="0"/>
            </a:stretch>
          </a:blipFill>
          <a:ln>
            <a:noFill/>
          </a:ln>
        </p:spPr>
      </p:sp>
      <p:sp>
        <p:nvSpPr>
          <p:cNvPr id="1107" name="Google Shape;1107;h32a9095667746e33_9_154"/>
          <p:cNvSpPr txBox="1"/>
          <p:nvPr/>
        </p:nvSpPr>
        <p:spPr>
          <a:xfrm>
            <a:off x="2394998" y="893150"/>
            <a:ext cx="14306700" cy="769500"/>
          </a:xfrm>
          <a:prstGeom prst="rect">
            <a:avLst/>
          </a:prstGeom>
          <a:noFill/>
          <a:ln>
            <a:noFill/>
          </a:ln>
        </p:spPr>
        <p:txBody>
          <a:bodyPr anchorCtr="0" anchor="t" bIns="0" lIns="0" spcFirstLastPara="1" rIns="0" wrap="square" tIns="0">
            <a:spAutoFit/>
          </a:bodyPr>
          <a:lstStyle/>
          <a:p>
            <a:pPr indent="0" lvl="0" marL="0" marR="0" rtl="0" algn="l">
              <a:lnSpc>
                <a:spcPct val="192000"/>
              </a:lnSpc>
              <a:spcBef>
                <a:spcPts val="0"/>
              </a:spcBef>
              <a:spcAft>
                <a:spcPts val="0"/>
              </a:spcAft>
              <a:buNone/>
            </a:pPr>
            <a:r>
              <a:rPr b="1" i="0" lang="en-US" sz="5000" u="none" cap="none" strike="noStrike">
                <a:solidFill>
                  <a:srgbClr val="20538B"/>
                </a:solidFill>
                <a:latin typeface="Arial"/>
                <a:ea typeface="Arial"/>
                <a:cs typeface="Arial"/>
                <a:sym typeface="Arial"/>
              </a:rPr>
              <a:t>취약점 분석 및 시나리오 </a:t>
            </a:r>
            <a:r>
              <a:rPr b="1" lang="en-US" sz="5000">
                <a:solidFill>
                  <a:srgbClr val="20538B"/>
                </a:solidFill>
              </a:rPr>
              <a:t> - </a:t>
            </a:r>
            <a:r>
              <a:rPr b="1" lang="en-US" sz="3500">
                <a:solidFill>
                  <a:srgbClr val="20538B"/>
                </a:solidFill>
              </a:rPr>
              <a:t>불충분한 인증 절차</a:t>
            </a:r>
            <a:endParaRPr b="1" i="0" sz="5000" u="none" cap="none" strike="noStrike">
              <a:solidFill>
                <a:srgbClr val="20538B"/>
              </a:solidFill>
              <a:latin typeface="Arial"/>
              <a:ea typeface="Arial"/>
              <a:cs typeface="Arial"/>
              <a:sym typeface="Arial"/>
            </a:endParaRPr>
          </a:p>
        </p:txBody>
      </p:sp>
      <p:sp>
        <p:nvSpPr>
          <p:cNvPr id="1108" name="Google Shape;1108;h32a9095667746e33_9_154"/>
          <p:cNvSpPr txBox="1"/>
          <p:nvPr/>
        </p:nvSpPr>
        <p:spPr>
          <a:xfrm>
            <a:off x="1437501" y="920715"/>
            <a:ext cx="834600" cy="751200"/>
          </a:xfrm>
          <a:prstGeom prst="rect">
            <a:avLst/>
          </a:prstGeom>
          <a:noFill/>
          <a:ln>
            <a:noFill/>
          </a:ln>
        </p:spPr>
        <p:txBody>
          <a:bodyPr anchorCtr="0" anchor="t" bIns="0" lIns="0" spcFirstLastPara="1" rIns="0" wrap="square" tIns="0">
            <a:spAutoFit/>
          </a:bodyPr>
          <a:lstStyle/>
          <a:p>
            <a:pPr indent="0" lvl="0" marL="0" marR="0" rtl="0" algn="l">
              <a:lnSpc>
                <a:spcPct val="192009"/>
              </a:lnSpc>
              <a:spcBef>
                <a:spcPts val="0"/>
              </a:spcBef>
              <a:spcAft>
                <a:spcPts val="0"/>
              </a:spcAft>
              <a:buNone/>
            </a:pPr>
            <a:r>
              <a:rPr b="1" i="0" lang="en-US" sz="4881" u="none" cap="none" strike="noStrike">
                <a:solidFill>
                  <a:srgbClr val="CBDDEF"/>
                </a:solidFill>
                <a:latin typeface="Arial"/>
                <a:ea typeface="Arial"/>
                <a:cs typeface="Arial"/>
                <a:sym typeface="Arial"/>
              </a:rPr>
              <a:t>0</a:t>
            </a:r>
            <a:r>
              <a:rPr b="1" lang="en-US" sz="4881">
                <a:solidFill>
                  <a:srgbClr val="CBDDEF"/>
                </a:solidFill>
              </a:rPr>
              <a:t>4</a:t>
            </a:r>
            <a:endParaRPr/>
          </a:p>
        </p:txBody>
      </p:sp>
      <p:sp>
        <p:nvSpPr>
          <p:cNvPr id="1109" name="Google Shape;1109;h32a9095667746e33_9_154"/>
          <p:cNvSpPr txBox="1"/>
          <p:nvPr/>
        </p:nvSpPr>
        <p:spPr>
          <a:xfrm>
            <a:off x="9757649" y="2853963"/>
            <a:ext cx="6140400" cy="4311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US" sz="2800">
                <a:solidFill>
                  <a:srgbClr val="20538B"/>
                </a:solidFill>
              </a:rPr>
              <a:t>외부 진입 함수</a:t>
            </a:r>
            <a:endParaRPr/>
          </a:p>
        </p:txBody>
      </p:sp>
      <p:sp>
        <p:nvSpPr>
          <p:cNvPr id="1110" name="Google Shape;1110;h32a9095667746e33_9_154"/>
          <p:cNvSpPr txBox="1"/>
          <p:nvPr/>
        </p:nvSpPr>
        <p:spPr>
          <a:xfrm>
            <a:off x="9757649" y="5122186"/>
            <a:ext cx="6140400" cy="4311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US" sz="2800">
                <a:solidFill>
                  <a:srgbClr val="20538B"/>
                </a:solidFill>
              </a:rPr>
              <a:t>내부 함수 구조</a:t>
            </a:r>
            <a:endParaRPr/>
          </a:p>
        </p:txBody>
      </p:sp>
      <p:sp>
        <p:nvSpPr>
          <p:cNvPr id="1111" name="Google Shape;1111;h32a9095667746e33_9_154"/>
          <p:cNvSpPr txBox="1"/>
          <p:nvPr/>
        </p:nvSpPr>
        <p:spPr>
          <a:xfrm>
            <a:off x="2395000" y="1705375"/>
            <a:ext cx="35916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000"/>
              <a:t>구현 아키텍쳐 및 주요 함수</a:t>
            </a:r>
            <a:endParaRPr sz="2000"/>
          </a:p>
        </p:txBody>
      </p:sp>
      <p:pic>
        <p:nvPicPr>
          <p:cNvPr id="1112" name="Google Shape;1112;h32a9095667746e33_9_154"/>
          <p:cNvPicPr preferRelativeResize="0"/>
          <p:nvPr/>
        </p:nvPicPr>
        <p:blipFill>
          <a:blip r:embed="rId5">
            <a:alphaModFix/>
          </a:blip>
          <a:stretch>
            <a:fillRect/>
          </a:stretch>
        </p:blipFill>
        <p:spPr>
          <a:xfrm>
            <a:off x="9757653" y="3424778"/>
            <a:ext cx="3850075" cy="1413600"/>
          </a:xfrm>
          <a:prstGeom prst="rect">
            <a:avLst/>
          </a:prstGeom>
          <a:noFill/>
          <a:ln>
            <a:noFill/>
          </a:ln>
        </p:spPr>
      </p:pic>
      <p:graphicFrame>
        <p:nvGraphicFramePr>
          <p:cNvPr id="1113" name="Google Shape;1113;h32a9095667746e33_9_154"/>
          <p:cNvGraphicFramePr/>
          <p:nvPr/>
        </p:nvGraphicFramePr>
        <p:xfrm>
          <a:off x="1347625" y="2853975"/>
          <a:ext cx="3000000" cy="3000000"/>
        </p:xfrm>
        <a:graphic>
          <a:graphicData uri="http://schemas.openxmlformats.org/drawingml/2006/table">
            <a:tbl>
              <a:tblPr>
                <a:noFill/>
                <a:tableStyleId>{3B1049F5-3FDA-4912-8F97-833ED93D11AE}</a:tableStyleId>
              </a:tblPr>
              <a:tblGrid>
                <a:gridCol w="3095800"/>
                <a:gridCol w="4120925"/>
              </a:tblGrid>
              <a:tr h="588650">
                <a:tc>
                  <a:txBody>
                    <a:bodyPr/>
                    <a:lstStyle/>
                    <a:p>
                      <a:pPr indent="0" lvl="0" marL="0" rtl="0" algn="ctr">
                        <a:lnSpc>
                          <a:spcPct val="115000"/>
                        </a:lnSpc>
                        <a:spcBef>
                          <a:spcPts val="0"/>
                        </a:spcBef>
                        <a:spcAft>
                          <a:spcPts val="0"/>
                        </a:spcAft>
                        <a:buNone/>
                      </a:pPr>
                      <a:r>
                        <a:rPr b="1" lang="en-US" sz="1800"/>
                        <a:t>함수</a:t>
                      </a:r>
                      <a:endParaRPr b="1" sz="1800"/>
                    </a:p>
                  </a:txBody>
                  <a:tcPr marT="91425" marB="91425" marR="91425" marL="91425"/>
                </a:tc>
                <a:tc>
                  <a:txBody>
                    <a:bodyPr/>
                    <a:lstStyle/>
                    <a:p>
                      <a:pPr indent="0" lvl="0" marL="0" rtl="0" algn="ctr">
                        <a:lnSpc>
                          <a:spcPct val="115000"/>
                        </a:lnSpc>
                        <a:spcBef>
                          <a:spcPts val="0"/>
                        </a:spcBef>
                        <a:spcAft>
                          <a:spcPts val="0"/>
                        </a:spcAft>
                        <a:buNone/>
                      </a:pPr>
                      <a:r>
                        <a:rPr b="1" lang="en-US" sz="1800"/>
                        <a:t>역할</a:t>
                      </a:r>
                      <a:endParaRPr b="1" sz="1800"/>
                    </a:p>
                  </a:txBody>
                  <a:tcPr marT="91425" marB="91425" marR="91425" marL="91425"/>
                </a:tc>
              </a:tr>
              <a:tr h="949100">
                <a:tc>
                  <a:txBody>
                    <a:bodyPr/>
                    <a:lstStyle/>
                    <a:p>
                      <a:pPr indent="0" lvl="0" marL="0" rtl="0" algn="l">
                        <a:spcBef>
                          <a:spcPts val="0"/>
                        </a:spcBef>
                        <a:spcAft>
                          <a:spcPts val="0"/>
                        </a:spcAft>
                        <a:buNone/>
                      </a:pPr>
                      <a:r>
                        <a:rPr lang="en-US" sz="1800">
                          <a:solidFill>
                            <a:srgbClr val="188038"/>
                          </a:solidFill>
                          <a:latin typeface="Roboto Mono"/>
                          <a:ea typeface="Roboto Mono"/>
                          <a:cs typeface="Roboto Mono"/>
                          <a:sym typeface="Roboto Mono"/>
                        </a:rPr>
                        <a:t>_login_and_verify()</a:t>
                      </a:r>
                      <a:endParaRPr sz="1800">
                        <a:solidFill>
                          <a:srgbClr val="188038"/>
                        </a:solidFill>
                        <a:latin typeface="Roboto Mono"/>
                        <a:ea typeface="Roboto Mono"/>
                        <a:cs typeface="Roboto Mono"/>
                        <a:sym typeface="Roboto Mono"/>
                      </a:endParaRPr>
                    </a:p>
                  </a:txBody>
                  <a:tcPr marT="91425" marB="91425" marR="91425" marL="91425"/>
                </a:tc>
                <a:tc>
                  <a:txBody>
                    <a:bodyPr/>
                    <a:lstStyle/>
                    <a:p>
                      <a:pPr indent="0" lvl="0" marL="0" rtl="0" algn="l">
                        <a:spcBef>
                          <a:spcPts val="0"/>
                        </a:spcBef>
                        <a:spcAft>
                          <a:spcPts val="0"/>
                        </a:spcAft>
                        <a:buNone/>
                      </a:pPr>
                      <a:r>
                        <a:rPr lang="en-US" sz="2100"/>
                        <a:t>로그인 및 실제 인증 상태 확인</a:t>
                      </a:r>
                      <a:endParaRPr sz="2100"/>
                    </a:p>
                  </a:txBody>
                  <a:tcPr marT="91425" marB="91425" marR="91425" marL="91425"/>
                </a:tc>
              </a:tr>
              <a:tr h="949100">
                <a:tc>
                  <a:txBody>
                    <a:bodyPr/>
                    <a:lstStyle/>
                    <a:p>
                      <a:pPr indent="0" lvl="0" marL="0" rtl="0" algn="l">
                        <a:spcBef>
                          <a:spcPts val="0"/>
                        </a:spcBef>
                        <a:spcAft>
                          <a:spcPts val="0"/>
                        </a:spcAft>
                        <a:buNone/>
                      </a:pPr>
                      <a:r>
                        <a:rPr lang="en-US" sz="1800">
                          <a:solidFill>
                            <a:srgbClr val="188038"/>
                          </a:solidFill>
                          <a:latin typeface="Roboto Mono"/>
                          <a:ea typeface="Roboto Mono"/>
                          <a:cs typeface="Roboto Mono"/>
                          <a:sym typeface="Roboto Mono"/>
                        </a:rPr>
                        <a:t>_fetch_profile()</a:t>
                      </a:r>
                      <a:endParaRPr sz="1800">
                        <a:solidFill>
                          <a:srgbClr val="188038"/>
                        </a:solidFill>
                        <a:latin typeface="Roboto Mono"/>
                        <a:ea typeface="Roboto Mono"/>
                        <a:cs typeface="Roboto Mono"/>
                        <a:sym typeface="Roboto Mono"/>
                      </a:endParaRPr>
                    </a:p>
                  </a:txBody>
                  <a:tcPr marT="91425" marB="91425" marR="91425" marL="91425"/>
                </a:tc>
                <a:tc>
                  <a:txBody>
                    <a:bodyPr/>
                    <a:lstStyle/>
                    <a:p>
                      <a:pPr indent="0" lvl="0" marL="0" rtl="0" algn="l">
                        <a:spcBef>
                          <a:spcPts val="0"/>
                        </a:spcBef>
                        <a:spcAft>
                          <a:spcPts val="0"/>
                        </a:spcAft>
                        <a:buNone/>
                      </a:pPr>
                      <a:r>
                        <a:rPr lang="en-US" sz="2100"/>
                        <a:t>개인정보 수정 페이지 조회</a:t>
                      </a:r>
                      <a:endParaRPr sz="2100"/>
                    </a:p>
                  </a:txBody>
                  <a:tcPr marT="91425" marB="91425" marR="91425" marL="91425"/>
                </a:tc>
              </a:tr>
              <a:tr h="949100">
                <a:tc>
                  <a:txBody>
                    <a:bodyPr/>
                    <a:lstStyle/>
                    <a:p>
                      <a:pPr indent="0" lvl="0" marL="0" rtl="0" algn="l">
                        <a:spcBef>
                          <a:spcPts val="0"/>
                        </a:spcBef>
                        <a:spcAft>
                          <a:spcPts val="0"/>
                        </a:spcAft>
                        <a:buNone/>
                      </a:pPr>
                      <a:r>
                        <a:rPr lang="en-US" sz="1800">
                          <a:solidFill>
                            <a:srgbClr val="188038"/>
                          </a:solidFill>
                          <a:latin typeface="Roboto Mono"/>
                          <a:ea typeface="Roboto Mono"/>
                          <a:cs typeface="Roboto Mono"/>
                          <a:sym typeface="Roboto Mono"/>
                        </a:rPr>
                        <a:t>_parse_profile_form()</a:t>
                      </a:r>
                      <a:endParaRPr sz="1800">
                        <a:solidFill>
                          <a:srgbClr val="188038"/>
                        </a:solidFill>
                        <a:latin typeface="Roboto Mono"/>
                        <a:ea typeface="Roboto Mono"/>
                        <a:cs typeface="Roboto Mono"/>
                        <a:sym typeface="Roboto Mono"/>
                      </a:endParaRPr>
                    </a:p>
                  </a:txBody>
                  <a:tcPr marT="91425" marB="91425" marR="91425" marL="91425"/>
                </a:tc>
                <a:tc>
                  <a:txBody>
                    <a:bodyPr/>
                    <a:lstStyle/>
                    <a:p>
                      <a:pPr indent="0" lvl="0" marL="0" rtl="0" algn="l">
                        <a:spcBef>
                          <a:spcPts val="0"/>
                        </a:spcBef>
                        <a:spcAft>
                          <a:spcPts val="0"/>
                        </a:spcAft>
                        <a:buNone/>
                      </a:pPr>
                      <a:r>
                        <a:rPr lang="en-US" sz="2100"/>
                        <a:t>개인정보/재인증 필드 추출</a:t>
                      </a:r>
                      <a:endParaRPr sz="2100"/>
                    </a:p>
                  </a:txBody>
                  <a:tcPr marT="91425" marB="91425" marR="91425" marL="91425"/>
                </a:tc>
              </a:tr>
              <a:tr h="828925">
                <a:tc>
                  <a:txBody>
                    <a:bodyPr/>
                    <a:lstStyle/>
                    <a:p>
                      <a:pPr indent="0" lvl="0" marL="0" rtl="0" algn="l">
                        <a:spcBef>
                          <a:spcPts val="0"/>
                        </a:spcBef>
                        <a:spcAft>
                          <a:spcPts val="0"/>
                        </a:spcAft>
                        <a:buNone/>
                      </a:pPr>
                      <a:r>
                        <a:rPr lang="en-US" sz="1800">
                          <a:solidFill>
                            <a:srgbClr val="188038"/>
                          </a:solidFill>
                          <a:latin typeface="Roboto Mono"/>
                          <a:ea typeface="Roboto Mono"/>
                          <a:cs typeface="Roboto Mono"/>
                          <a:sym typeface="Roboto Mono"/>
                        </a:rPr>
                        <a:t>_submit_profile()</a:t>
                      </a:r>
                      <a:endParaRPr sz="1800">
                        <a:solidFill>
                          <a:srgbClr val="188038"/>
                        </a:solidFill>
                        <a:latin typeface="Roboto Mono"/>
                        <a:ea typeface="Roboto Mono"/>
                        <a:cs typeface="Roboto Mono"/>
                        <a:sym typeface="Roboto Mono"/>
                      </a:endParaRPr>
                    </a:p>
                  </a:txBody>
                  <a:tcPr marT="91425" marB="91425" marR="91425" marL="91425"/>
                </a:tc>
                <a:tc>
                  <a:txBody>
                    <a:bodyPr/>
                    <a:lstStyle/>
                    <a:p>
                      <a:pPr indent="0" lvl="0" marL="0" rtl="0" algn="l">
                        <a:spcBef>
                          <a:spcPts val="0"/>
                        </a:spcBef>
                        <a:spcAft>
                          <a:spcPts val="0"/>
                        </a:spcAft>
                        <a:buNone/>
                      </a:pPr>
                      <a:r>
                        <a:rPr lang="en-US" sz="2100"/>
                        <a:t>변경 요청 전송</a:t>
                      </a:r>
                      <a:endParaRPr sz="2100"/>
                    </a:p>
                  </a:txBody>
                  <a:tcPr marT="91425" marB="91425" marR="91425" marL="91425"/>
                </a:tc>
              </a:tr>
              <a:tr h="828925">
                <a:tc>
                  <a:txBody>
                    <a:bodyPr/>
                    <a:lstStyle/>
                    <a:p>
                      <a:pPr indent="0" lvl="0" marL="0" rtl="0" algn="l">
                        <a:spcBef>
                          <a:spcPts val="0"/>
                        </a:spcBef>
                        <a:spcAft>
                          <a:spcPts val="0"/>
                        </a:spcAft>
                        <a:buNone/>
                      </a:pPr>
                      <a:r>
                        <a:rPr lang="en-US" sz="1800">
                          <a:solidFill>
                            <a:srgbClr val="188038"/>
                          </a:solidFill>
                          <a:latin typeface="Roboto Mono"/>
                          <a:ea typeface="Roboto Mono"/>
                          <a:cs typeface="Roboto Mono"/>
                          <a:sym typeface="Roboto Mono"/>
                        </a:rPr>
                        <a:t>_build_result()</a:t>
                      </a:r>
                      <a:endParaRPr sz="1800">
                        <a:solidFill>
                          <a:srgbClr val="188038"/>
                        </a:solidFill>
                        <a:latin typeface="Roboto Mono"/>
                        <a:ea typeface="Roboto Mono"/>
                        <a:cs typeface="Roboto Mono"/>
                        <a:sym typeface="Roboto Mono"/>
                      </a:endParaRPr>
                    </a:p>
                  </a:txBody>
                  <a:tcPr marT="91425" marB="91425" marR="91425" marL="91425"/>
                </a:tc>
                <a:tc>
                  <a:txBody>
                    <a:bodyPr/>
                    <a:lstStyle/>
                    <a:p>
                      <a:pPr indent="0" lvl="0" marL="0" rtl="0" algn="l">
                        <a:spcBef>
                          <a:spcPts val="0"/>
                        </a:spcBef>
                        <a:spcAft>
                          <a:spcPts val="0"/>
                        </a:spcAft>
                        <a:buNone/>
                      </a:pPr>
                      <a:r>
                        <a:rPr lang="en-US" sz="2100"/>
                        <a:t>결과 구조 생성</a:t>
                      </a:r>
                      <a:endParaRPr sz="2100"/>
                    </a:p>
                  </a:txBody>
                  <a:tcPr marT="91425" marB="91425" marR="91425" marL="91425"/>
                </a:tc>
              </a:tr>
              <a:tr h="828925">
                <a:tc>
                  <a:txBody>
                    <a:bodyPr/>
                    <a:lstStyle/>
                    <a:p>
                      <a:pPr indent="0" lvl="0" marL="0" rtl="0" algn="l">
                        <a:spcBef>
                          <a:spcPts val="0"/>
                        </a:spcBef>
                        <a:spcAft>
                          <a:spcPts val="0"/>
                        </a:spcAft>
                        <a:buNone/>
                      </a:pPr>
                      <a:r>
                        <a:rPr lang="en-US" sz="1800">
                          <a:solidFill>
                            <a:srgbClr val="188038"/>
                          </a:solidFill>
                          <a:latin typeface="Roboto Mono"/>
                          <a:ea typeface="Roboto Mono"/>
                          <a:cs typeface="Roboto Mono"/>
                          <a:sym typeface="Roboto Mono"/>
                        </a:rPr>
                        <a:t>_normalize_base_url()</a:t>
                      </a:r>
                      <a:endParaRPr sz="1800">
                        <a:solidFill>
                          <a:srgbClr val="188038"/>
                        </a:solidFill>
                        <a:latin typeface="Roboto Mono"/>
                        <a:ea typeface="Roboto Mono"/>
                        <a:cs typeface="Roboto Mono"/>
                        <a:sym typeface="Roboto Mono"/>
                      </a:endParaRPr>
                    </a:p>
                  </a:txBody>
                  <a:tcPr marT="91425" marB="91425" marR="91425" marL="91425"/>
                </a:tc>
                <a:tc>
                  <a:txBody>
                    <a:bodyPr/>
                    <a:lstStyle/>
                    <a:p>
                      <a:pPr indent="0" lvl="0" marL="0" rtl="0" algn="l">
                        <a:spcBef>
                          <a:spcPts val="0"/>
                        </a:spcBef>
                        <a:spcAft>
                          <a:spcPts val="0"/>
                        </a:spcAft>
                        <a:buNone/>
                      </a:pPr>
                      <a:r>
                        <a:rPr lang="en-US" sz="2100"/>
                        <a:t>Target URL 형식 검증</a:t>
                      </a:r>
                      <a:endParaRPr sz="2100"/>
                    </a:p>
                  </a:txBody>
                  <a:tcPr marT="91425" marB="91425" marR="91425" marL="91425"/>
                </a:tc>
              </a:tr>
            </a:tbl>
          </a:graphicData>
        </a:graphic>
      </p:graphicFrame>
      <p:sp>
        <p:nvSpPr>
          <p:cNvPr id="1114" name="Google Shape;1114;h32a9095667746e33_9_154"/>
          <p:cNvSpPr txBox="1"/>
          <p:nvPr/>
        </p:nvSpPr>
        <p:spPr>
          <a:xfrm>
            <a:off x="9795025" y="5639400"/>
            <a:ext cx="2865000" cy="358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700"/>
              <a:t>check_insufficient_auth()</a:t>
            </a:r>
            <a:endParaRPr sz="1700"/>
          </a:p>
          <a:p>
            <a:pPr indent="0" lvl="0" marL="0" rtl="0" algn="l">
              <a:spcBef>
                <a:spcPts val="0"/>
              </a:spcBef>
              <a:spcAft>
                <a:spcPts val="0"/>
              </a:spcAft>
              <a:buNone/>
            </a:pPr>
            <a:r>
              <a:rPr lang="en-US" sz="1700"/>
              <a:t>        ↓</a:t>
            </a:r>
            <a:endParaRPr sz="1700"/>
          </a:p>
          <a:p>
            <a:pPr indent="0" lvl="0" marL="0" rtl="0" algn="l">
              <a:spcBef>
                <a:spcPts val="0"/>
              </a:spcBef>
              <a:spcAft>
                <a:spcPts val="0"/>
              </a:spcAft>
              <a:buNone/>
            </a:pPr>
            <a:r>
              <a:rPr lang="en-US" sz="1700"/>
              <a:t>URL 확인</a:t>
            </a:r>
            <a:endParaRPr sz="1700"/>
          </a:p>
          <a:p>
            <a:pPr indent="0" lvl="0" marL="0" rtl="0" algn="l">
              <a:spcBef>
                <a:spcPts val="0"/>
              </a:spcBef>
              <a:spcAft>
                <a:spcPts val="0"/>
              </a:spcAft>
              <a:buNone/>
            </a:pPr>
            <a:r>
              <a:rPr lang="en-US" sz="1700"/>
              <a:t>_normalize_base_url()</a:t>
            </a:r>
            <a:endParaRPr sz="1700"/>
          </a:p>
          <a:p>
            <a:pPr indent="0" lvl="0" marL="0" rtl="0" algn="l">
              <a:spcBef>
                <a:spcPts val="0"/>
              </a:spcBef>
              <a:spcAft>
                <a:spcPts val="0"/>
              </a:spcAft>
              <a:buNone/>
            </a:pPr>
            <a:r>
              <a:t/>
            </a:r>
            <a:endParaRPr sz="1700"/>
          </a:p>
          <a:p>
            <a:pPr indent="0" lvl="0" marL="0" rtl="0" algn="l">
              <a:spcBef>
                <a:spcPts val="0"/>
              </a:spcBef>
              <a:spcAft>
                <a:spcPts val="0"/>
              </a:spcAft>
              <a:buNone/>
            </a:pPr>
            <a:r>
              <a:rPr lang="en-US" sz="1700"/>
              <a:t>        ↓</a:t>
            </a:r>
            <a:endParaRPr sz="1700"/>
          </a:p>
          <a:p>
            <a:pPr indent="0" lvl="0" marL="0" rtl="0" algn="l">
              <a:spcBef>
                <a:spcPts val="0"/>
              </a:spcBef>
              <a:spcAft>
                <a:spcPts val="0"/>
              </a:spcAft>
              <a:buNone/>
            </a:pPr>
            <a:r>
              <a:rPr lang="en-US" sz="1700"/>
              <a:t>로그인 및 인증 확인</a:t>
            </a:r>
            <a:endParaRPr sz="1700"/>
          </a:p>
          <a:p>
            <a:pPr indent="0" lvl="0" marL="0" rtl="0" algn="l">
              <a:spcBef>
                <a:spcPts val="0"/>
              </a:spcBef>
              <a:spcAft>
                <a:spcPts val="0"/>
              </a:spcAft>
              <a:buNone/>
            </a:pPr>
            <a:r>
              <a:rPr lang="en-US" sz="1700"/>
              <a:t>_login_and_verify()</a:t>
            </a:r>
            <a:endParaRPr sz="1700"/>
          </a:p>
          <a:p>
            <a:pPr indent="0" lvl="0" marL="0" rtl="0" algn="l">
              <a:spcBef>
                <a:spcPts val="0"/>
              </a:spcBef>
              <a:spcAft>
                <a:spcPts val="0"/>
              </a:spcAft>
              <a:buNone/>
            </a:pPr>
            <a:r>
              <a:t/>
            </a:r>
            <a:endParaRPr sz="1700"/>
          </a:p>
          <a:p>
            <a:pPr indent="0" lvl="0" marL="0" rtl="0" algn="l">
              <a:spcBef>
                <a:spcPts val="0"/>
              </a:spcBef>
              <a:spcAft>
                <a:spcPts val="0"/>
              </a:spcAft>
              <a:buNone/>
            </a:pPr>
            <a:r>
              <a:rPr lang="en-US" sz="1700"/>
              <a:t>        ↓</a:t>
            </a:r>
            <a:endParaRPr sz="1700"/>
          </a:p>
          <a:p>
            <a:pPr indent="0" lvl="0" marL="0" rtl="0" algn="l">
              <a:spcBef>
                <a:spcPts val="0"/>
              </a:spcBef>
              <a:spcAft>
                <a:spcPts val="0"/>
              </a:spcAft>
              <a:buNone/>
            </a:pPr>
            <a:r>
              <a:rPr lang="en-US" sz="1700"/>
              <a:t>개인정보 페이지 조회</a:t>
            </a:r>
            <a:endParaRPr sz="1700"/>
          </a:p>
          <a:p>
            <a:pPr indent="0" lvl="0" marL="0" rtl="0" algn="l">
              <a:spcBef>
                <a:spcPts val="0"/>
              </a:spcBef>
              <a:spcAft>
                <a:spcPts val="0"/>
              </a:spcAft>
              <a:buNone/>
            </a:pPr>
            <a:r>
              <a:rPr lang="en-US" sz="1700"/>
              <a:t>_fetch_profile()</a:t>
            </a:r>
            <a:endParaRPr sz="1700"/>
          </a:p>
          <a:p>
            <a:pPr indent="0" lvl="0" marL="0" rtl="0" algn="l">
              <a:spcBef>
                <a:spcPts val="0"/>
              </a:spcBef>
              <a:spcAft>
                <a:spcPts val="0"/>
              </a:spcAft>
              <a:buNone/>
            </a:pPr>
            <a:r>
              <a:rPr lang="en-US" sz="1700"/>
              <a:t>└ _parse_profile_form()</a:t>
            </a:r>
            <a:endParaRPr sz="1700"/>
          </a:p>
        </p:txBody>
      </p:sp>
      <p:sp>
        <p:nvSpPr>
          <p:cNvPr id="1115" name="Google Shape;1115;h32a9095667746e33_9_154"/>
          <p:cNvSpPr txBox="1"/>
          <p:nvPr/>
        </p:nvSpPr>
        <p:spPr>
          <a:xfrm>
            <a:off x="12548600" y="5122175"/>
            <a:ext cx="3326400" cy="437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700"/>
              <a:t>        ↓</a:t>
            </a:r>
            <a:endParaRPr sz="1700"/>
          </a:p>
          <a:p>
            <a:pPr indent="0" lvl="0" marL="0" rtl="0" algn="l">
              <a:spcBef>
                <a:spcPts val="0"/>
              </a:spcBef>
              <a:spcAft>
                <a:spcPts val="0"/>
              </a:spcAft>
              <a:buNone/>
            </a:pPr>
            <a:r>
              <a:rPr lang="en-US" sz="1700"/>
              <a:t>개인정보 변경 요청</a:t>
            </a:r>
            <a:endParaRPr sz="1700"/>
          </a:p>
          <a:p>
            <a:pPr indent="0" lvl="0" marL="0" rtl="0" algn="l">
              <a:spcBef>
                <a:spcPts val="0"/>
              </a:spcBef>
              <a:spcAft>
                <a:spcPts val="0"/>
              </a:spcAft>
              <a:buNone/>
            </a:pPr>
            <a:r>
              <a:rPr lang="en-US" sz="1700"/>
              <a:t>_submit_profile()</a:t>
            </a:r>
            <a:endParaRPr sz="1700"/>
          </a:p>
          <a:p>
            <a:pPr indent="0" lvl="0" marL="0" rtl="0" algn="l">
              <a:spcBef>
                <a:spcPts val="0"/>
              </a:spcBef>
              <a:spcAft>
                <a:spcPts val="0"/>
              </a:spcAft>
              <a:buNone/>
            </a:pPr>
            <a:r>
              <a:t/>
            </a:r>
            <a:endParaRPr sz="1700"/>
          </a:p>
          <a:p>
            <a:pPr indent="0" lvl="0" marL="0" rtl="0" algn="l">
              <a:spcBef>
                <a:spcPts val="0"/>
              </a:spcBef>
              <a:spcAft>
                <a:spcPts val="0"/>
              </a:spcAft>
              <a:buNone/>
            </a:pPr>
            <a:r>
              <a:rPr lang="en-US" sz="1700"/>
              <a:t>        ↓</a:t>
            </a:r>
            <a:endParaRPr sz="1700"/>
          </a:p>
          <a:p>
            <a:pPr indent="0" lvl="0" marL="0" rtl="0" algn="l">
              <a:spcBef>
                <a:spcPts val="0"/>
              </a:spcBef>
              <a:spcAft>
                <a:spcPts val="0"/>
              </a:spcAft>
              <a:buNone/>
            </a:pPr>
            <a:r>
              <a:rPr lang="en-US" sz="1700"/>
              <a:t>변경 결과 비교</a:t>
            </a:r>
            <a:endParaRPr sz="1700"/>
          </a:p>
          <a:p>
            <a:pPr indent="0" lvl="0" marL="0" rtl="0" algn="l">
              <a:spcBef>
                <a:spcPts val="0"/>
              </a:spcBef>
              <a:spcAft>
                <a:spcPts val="0"/>
              </a:spcAft>
              <a:buNone/>
            </a:pPr>
            <a:r>
              <a:rPr lang="en-US" sz="1700"/>
              <a:t>phone_changed</a:t>
            </a:r>
            <a:endParaRPr sz="1700"/>
          </a:p>
          <a:p>
            <a:pPr indent="0" lvl="0" marL="0" rtl="0" algn="l">
              <a:spcBef>
                <a:spcPts val="0"/>
              </a:spcBef>
              <a:spcAft>
                <a:spcPts val="0"/>
              </a:spcAft>
              <a:buNone/>
            </a:pPr>
            <a:r>
              <a:rPr lang="en-US" sz="1700"/>
              <a:t>other_values_preserved</a:t>
            </a:r>
            <a:endParaRPr sz="1700"/>
          </a:p>
          <a:p>
            <a:pPr indent="0" lvl="0" marL="0" rtl="0" algn="l">
              <a:spcBef>
                <a:spcPts val="0"/>
              </a:spcBef>
              <a:spcAft>
                <a:spcPts val="0"/>
              </a:spcAft>
              <a:buNone/>
            </a:pPr>
            <a:r>
              <a:t/>
            </a:r>
            <a:endParaRPr sz="1700"/>
          </a:p>
          <a:p>
            <a:pPr indent="0" lvl="0" marL="0" rtl="0" algn="l">
              <a:spcBef>
                <a:spcPts val="0"/>
              </a:spcBef>
              <a:spcAft>
                <a:spcPts val="0"/>
              </a:spcAft>
              <a:buNone/>
            </a:pPr>
            <a:r>
              <a:rPr lang="en-US" sz="1700"/>
              <a:t>        ↓</a:t>
            </a:r>
            <a:endParaRPr sz="1700"/>
          </a:p>
          <a:p>
            <a:pPr indent="0" lvl="0" marL="0" rtl="0" algn="l">
              <a:spcBef>
                <a:spcPts val="0"/>
              </a:spcBef>
              <a:spcAft>
                <a:spcPts val="0"/>
              </a:spcAft>
              <a:buNone/>
            </a:pPr>
            <a:r>
              <a:rPr lang="en-US" sz="1700"/>
              <a:t>결과 반환</a:t>
            </a:r>
            <a:endParaRPr sz="1700"/>
          </a:p>
          <a:p>
            <a:pPr indent="0" lvl="0" marL="0" rtl="0" algn="l">
              <a:spcBef>
                <a:spcPts val="0"/>
              </a:spcBef>
              <a:spcAft>
                <a:spcPts val="0"/>
              </a:spcAft>
              <a:buNone/>
            </a:pPr>
            <a:r>
              <a:rPr lang="en-US" sz="1700"/>
              <a:t>_build_result()</a:t>
            </a:r>
            <a:endParaRPr sz="1700"/>
          </a:p>
          <a:p>
            <a:pPr indent="0" lvl="0" marL="0" rtl="0" algn="l">
              <a:spcBef>
                <a:spcPts val="0"/>
              </a:spcBef>
              <a:spcAft>
                <a:spcPts val="0"/>
              </a:spcAft>
              <a:buNone/>
            </a:pPr>
            <a:r>
              <a:t/>
            </a:r>
            <a:endParaRPr sz="1700"/>
          </a:p>
          <a:p>
            <a:pPr indent="0" lvl="0" marL="0" rtl="0" algn="l">
              <a:spcBef>
                <a:spcPts val="0"/>
              </a:spcBef>
              <a:spcAft>
                <a:spcPts val="0"/>
              </a:spcAft>
              <a:buNone/>
            </a:pPr>
            <a:r>
              <a:rPr lang="en-US" sz="1700"/>
              <a:t>        ↓</a:t>
            </a:r>
            <a:endParaRPr sz="1700"/>
          </a:p>
          <a:p>
            <a:pPr indent="0" lvl="0" marL="0" rtl="0" algn="l">
              <a:spcBef>
                <a:spcPts val="0"/>
              </a:spcBef>
              <a:spcAft>
                <a:spcPts val="0"/>
              </a:spcAft>
              <a:buNone/>
            </a:pPr>
            <a:r>
              <a:rPr lang="en-US" sz="1700"/>
              <a:t>원본 개인정보 복구</a:t>
            </a:r>
            <a:endParaRPr sz="1700"/>
          </a:p>
          <a:p>
            <a:pPr indent="0" lvl="0" marL="0" rtl="0" algn="l">
              <a:lnSpc>
                <a:spcPct val="115000"/>
              </a:lnSpc>
              <a:spcBef>
                <a:spcPts val="0"/>
              </a:spcBef>
              <a:spcAft>
                <a:spcPts val="0"/>
              </a:spcAft>
              <a:buNone/>
            </a:pPr>
            <a:r>
              <a:rPr lang="en-US" sz="1700"/>
              <a:t>finally</a:t>
            </a:r>
            <a:endParaRPr sz="1700"/>
          </a:p>
        </p:txBody>
      </p:sp>
      <p:sp>
        <p:nvSpPr>
          <p:cNvPr id="1116" name="Google Shape;1116;h32a9095667746e33_9_154"/>
          <p:cNvSpPr txBox="1"/>
          <p:nvPr/>
        </p:nvSpPr>
        <p:spPr>
          <a:xfrm>
            <a:off x="12094950" y="2892525"/>
            <a:ext cx="22722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500">
                <a:solidFill>
                  <a:srgbClr val="188038"/>
                </a:solidFill>
                <a:latin typeface="Roboto Mono"/>
                <a:ea typeface="Roboto Mono"/>
                <a:cs typeface="Roboto Mono"/>
                <a:sym typeface="Roboto Mono"/>
              </a:rPr>
              <a:t>※ 테스트 계정 기본값</a:t>
            </a:r>
            <a:r>
              <a:rPr lang="en-US" sz="1500">
                <a:solidFill>
                  <a:schemeClr val="dk1"/>
                </a:solidFill>
              </a:rPr>
              <a:t> </a:t>
            </a:r>
            <a:endParaRPr sz="1800"/>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0" name="Shape 1120"/>
        <p:cNvGrpSpPr/>
        <p:nvPr/>
      </p:nvGrpSpPr>
      <p:grpSpPr>
        <a:xfrm>
          <a:off x="0" y="0"/>
          <a:ext cx="0" cy="0"/>
          <a:chOff x="0" y="0"/>
          <a:chExt cx="0" cy="0"/>
        </a:xfrm>
      </p:grpSpPr>
      <p:grpSp>
        <p:nvGrpSpPr>
          <p:cNvPr id="1121" name="Google Shape;1121;h32a9095667746e33_9_184"/>
          <p:cNvGrpSpPr/>
          <p:nvPr/>
        </p:nvGrpSpPr>
        <p:grpSpPr>
          <a:xfrm>
            <a:off x="-1081199" y="3274283"/>
            <a:ext cx="20615733" cy="7012716"/>
            <a:chOff x="-99239" y="-86"/>
            <a:chExt cx="27487644" cy="9350288"/>
          </a:xfrm>
        </p:grpSpPr>
        <p:grpSp>
          <p:nvGrpSpPr>
            <p:cNvPr id="1122" name="Google Shape;1122;h32a9095667746e33_9_184"/>
            <p:cNvGrpSpPr/>
            <p:nvPr/>
          </p:nvGrpSpPr>
          <p:grpSpPr>
            <a:xfrm rot="-5400000">
              <a:off x="11107617" y="-11206942"/>
              <a:ext cx="4770761" cy="27184472"/>
              <a:chOff x="0" y="-38100"/>
              <a:chExt cx="1831597" cy="10436700"/>
            </a:xfrm>
          </p:grpSpPr>
          <p:sp>
            <p:nvSpPr>
              <p:cNvPr id="1123" name="Google Shape;1123;h32a9095667746e33_9_184"/>
              <p:cNvSpPr/>
              <p:nvPr/>
            </p:nvSpPr>
            <p:spPr>
              <a:xfrm>
                <a:off x="0" y="0"/>
                <a:ext cx="1831597" cy="10398600"/>
              </a:xfrm>
              <a:custGeom>
                <a:rect b="b" l="l" r="r" t="t"/>
                <a:pathLst>
                  <a:path extrusionOk="0" h="10398600" w="1831597">
                    <a:moveTo>
                      <a:pt x="0" y="0"/>
                    </a:moveTo>
                    <a:lnTo>
                      <a:pt x="1831597" y="0"/>
                    </a:lnTo>
                    <a:lnTo>
                      <a:pt x="1831597" y="10398600"/>
                    </a:lnTo>
                    <a:lnTo>
                      <a:pt x="0" y="10398600"/>
                    </a:lnTo>
                    <a:close/>
                  </a:path>
                </a:pathLst>
              </a:custGeom>
              <a:solidFill>
                <a:srgbClr val="CBDDEF"/>
              </a:solidFill>
              <a:ln>
                <a:noFill/>
              </a:ln>
            </p:spPr>
          </p:sp>
          <p:sp>
            <p:nvSpPr>
              <p:cNvPr id="1124" name="Google Shape;1124;h32a9095667746e33_9_184"/>
              <p:cNvSpPr txBox="1"/>
              <p:nvPr/>
            </p:nvSpPr>
            <p:spPr>
              <a:xfrm>
                <a:off x="0" y="-38100"/>
                <a:ext cx="1831500" cy="10436700"/>
              </a:xfrm>
              <a:prstGeom prst="rect">
                <a:avLst/>
              </a:prstGeom>
              <a:noFill/>
              <a:ln>
                <a:noFill/>
              </a:ln>
            </p:spPr>
            <p:txBody>
              <a:bodyPr anchorCtr="0" anchor="ctr" bIns="27000" lIns="27000" spcFirstLastPara="1" rIns="27000" wrap="square" tIns="27000">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125" name="Google Shape;1125;h32a9095667746e33_9_184"/>
            <p:cNvGrpSpPr/>
            <p:nvPr/>
          </p:nvGrpSpPr>
          <p:grpSpPr>
            <a:xfrm rot="-5400000">
              <a:off x="11637133" y="-6401070"/>
              <a:ext cx="4579844" cy="26922700"/>
              <a:chOff x="0" y="-38100"/>
              <a:chExt cx="1758300" cy="10336200"/>
            </a:xfrm>
          </p:grpSpPr>
          <p:sp>
            <p:nvSpPr>
              <p:cNvPr id="1126" name="Google Shape;1126;h32a9095667746e33_9_184"/>
              <p:cNvSpPr/>
              <p:nvPr/>
            </p:nvSpPr>
            <p:spPr>
              <a:xfrm>
                <a:off x="0" y="0"/>
                <a:ext cx="1758210" cy="10298040"/>
              </a:xfrm>
              <a:custGeom>
                <a:rect b="b" l="l" r="r" t="t"/>
                <a:pathLst>
                  <a:path extrusionOk="0" h="10298040" w="1758210">
                    <a:moveTo>
                      <a:pt x="0" y="0"/>
                    </a:moveTo>
                    <a:lnTo>
                      <a:pt x="1758210" y="0"/>
                    </a:lnTo>
                    <a:lnTo>
                      <a:pt x="1758210" y="10298040"/>
                    </a:lnTo>
                    <a:lnTo>
                      <a:pt x="0" y="10298040"/>
                    </a:lnTo>
                    <a:close/>
                  </a:path>
                </a:pathLst>
              </a:custGeom>
              <a:solidFill>
                <a:srgbClr val="94B6DA"/>
              </a:solidFill>
              <a:ln>
                <a:noFill/>
              </a:ln>
            </p:spPr>
          </p:sp>
          <p:sp>
            <p:nvSpPr>
              <p:cNvPr id="1127" name="Google Shape;1127;h32a9095667746e33_9_184"/>
              <p:cNvSpPr txBox="1"/>
              <p:nvPr/>
            </p:nvSpPr>
            <p:spPr>
              <a:xfrm>
                <a:off x="0" y="-38100"/>
                <a:ext cx="1758300" cy="10336200"/>
              </a:xfrm>
              <a:prstGeom prst="rect">
                <a:avLst/>
              </a:prstGeom>
              <a:noFill/>
              <a:ln>
                <a:noFill/>
              </a:ln>
            </p:spPr>
            <p:txBody>
              <a:bodyPr anchorCtr="0" anchor="ctr" bIns="27000" lIns="27000" spcFirstLastPara="1" rIns="27000" wrap="square" tIns="27000">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grpSp>
        <p:nvGrpSpPr>
          <p:cNvPr id="1128" name="Google Shape;1128;h32a9095667746e33_9_184"/>
          <p:cNvGrpSpPr/>
          <p:nvPr/>
        </p:nvGrpSpPr>
        <p:grpSpPr>
          <a:xfrm>
            <a:off x="731085" y="622850"/>
            <a:ext cx="16825838" cy="9050174"/>
            <a:chOff x="0" y="-108814"/>
            <a:chExt cx="22434451" cy="12066898"/>
          </a:xfrm>
        </p:grpSpPr>
        <p:grpSp>
          <p:nvGrpSpPr>
            <p:cNvPr id="1129" name="Google Shape;1129;h32a9095667746e33_9_184"/>
            <p:cNvGrpSpPr/>
            <p:nvPr/>
          </p:nvGrpSpPr>
          <p:grpSpPr>
            <a:xfrm>
              <a:off x="26537" y="10214891"/>
              <a:ext cx="22386840" cy="1743193"/>
              <a:chOff x="0" y="-47625"/>
              <a:chExt cx="9809754" cy="763855"/>
            </a:xfrm>
          </p:grpSpPr>
          <p:sp>
            <p:nvSpPr>
              <p:cNvPr id="1130" name="Google Shape;1130;h32a9095667746e33_9_184"/>
              <p:cNvSpPr/>
              <p:nvPr/>
            </p:nvSpPr>
            <p:spPr>
              <a:xfrm>
                <a:off x="0" y="0"/>
                <a:ext cx="9809754" cy="716230"/>
              </a:xfrm>
              <a:custGeom>
                <a:rect b="b" l="l" r="r" t="t"/>
                <a:pathLst>
                  <a:path extrusionOk="0" h="716230" w="9809754">
                    <a:moveTo>
                      <a:pt x="0" y="0"/>
                    </a:moveTo>
                    <a:lnTo>
                      <a:pt x="9809754" y="0"/>
                    </a:lnTo>
                    <a:lnTo>
                      <a:pt x="9809754" y="716230"/>
                    </a:lnTo>
                    <a:lnTo>
                      <a:pt x="0" y="716230"/>
                    </a:lnTo>
                    <a:close/>
                  </a:path>
                </a:pathLst>
              </a:custGeom>
              <a:solidFill>
                <a:srgbClr val="20538B"/>
              </a:solidFill>
              <a:ln cap="sq" cmpd="sng" w="38100">
                <a:solidFill>
                  <a:srgbClr val="20538B"/>
                </a:solidFill>
                <a:prstDash val="solid"/>
                <a:miter lim="8000"/>
                <a:headEnd len="sm" w="sm" type="none"/>
                <a:tailEnd len="sm" w="sm" type="none"/>
              </a:ln>
            </p:spPr>
          </p:sp>
          <p:sp>
            <p:nvSpPr>
              <p:cNvPr id="1131" name="Google Shape;1131;h32a9095667746e33_9_184"/>
              <p:cNvSpPr txBox="1"/>
              <p:nvPr/>
            </p:nvSpPr>
            <p:spPr>
              <a:xfrm>
                <a:off x="0" y="-47625"/>
                <a:ext cx="9809700" cy="763800"/>
              </a:xfrm>
              <a:prstGeom prst="rect">
                <a:avLst/>
              </a:prstGeom>
              <a:noFill/>
              <a:ln>
                <a:noFill/>
              </a:ln>
            </p:spPr>
            <p:txBody>
              <a:bodyPr anchorCtr="0" anchor="ctr" bIns="50800" lIns="50800" spcFirstLastPara="1" rIns="50800" wrap="square" tIns="50800">
                <a:noAutofit/>
              </a:bodyPr>
              <a:lstStyle/>
              <a:p>
                <a:pPr indent="0" lvl="0" marL="0" marR="0" rtl="0" algn="ctr">
                  <a:lnSpc>
                    <a:spcPct val="175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132" name="Google Shape;1132;h32a9095667746e33_9_184"/>
            <p:cNvGrpSpPr/>
            <p:nvPr/>
          </p:nvGrpSpPr>
          <p:grpSpPr>
            <a:xfrm>
              <a:off x="0" y="-108814"/>
              <a:ext cx="22434451" cy="11946166"/>
              <a:chOff x="0" y="-47625"/>
              <a:chExt cx="9819000" cy="5228539"/>
            </a:xfrm>
          </p:grpSpPr>
          <p:sp>
            <p:nvSpPr>
              <p:cNvPr id="1133" name="Google Shape;1133;h32a9095667746e33_9_184"/>
              <p:cNvSpPr/>
              <p:nvPr/>
            </p:nvSpPr>
            <p:spPr>
              <a:xfrm>
                <a:off x="0" y="0"/>
                <a:ext cx="9818922" cy="5180914"/>
              </a:xfrm>
              <a:custGeom>
                <a:rect b="b" l="l" r="r" t="t"/>
                <a:pathLst>
                  <a:path extrusionOk="0" h="5180914" w="9818922">
                    <a:moveTo>
                      <a:pt x="0" y="0"/>
                    </a:moveTo>
                    <a:lnTo>
                      <a:pt x="9818922" y="0"/>
                    </a:lnTo>
                    <a:lnTo>
                      <a:pt x="9818922" y="5180914"/>
                    </a:lnTo>
                    <a:lnTo>
                      <a:pt x="0" y="5180914"/>
                    </a:lnTo>
                    <a:close/>
                  </a:path>
                </a:pathLst>
              </a:custGeom>
              <a:solidFill>
                <a:srgbClr val="FFFFFF"/>
              </a:solidFill>
              <a:ln cap="sq" cmpd="sng" w="38100">
                <a:solidFill>
                  <a:srgbClr val="20538B"/>
                </a:solidFill>
                <a:prstDash val="solid"/>
                <a:miter lim="8000"/>
                <a:headEnd len="sm" w="sm" type="none"/>
                <a:tailEnd len="sm" w="sm" type="none"/>
              </a:ln>
            </p:spPr>
          </p:sp>
          <p:sp>
            <p:nvSpPr>
              <p:cNvPr id="1134" name="Google Shape;1134;h32a9095667746e33_9_184"/>
              <p:cNvSpPr txBox="1"/>
              <p:nvPr/>
            </p:nvSpPr>
            <p:spPr>
              <a:xfrm>
                <a:off x="0" y="-47625"/>
                <a:ext cx="9819000" cy="5228400"/>
              </a:xfrm>
              <a:prstGeom prst="rect">
                <a:avLst/>
              </a:prstGeom>
              <a:noFill/>
              <a:ln>
                <a:noFill/>
              </a:ln>
            </p:spPr>
            <p:txBody>
              <a:bodyPr anchorCtr="0" anchor="ctr" bIns="50800" lIns="50800" spcFirstLastPara="1" rIns="50800" wrap="square" tIns="50800">
                <a:noAutofit/>
              </a:bodyPr>
              <a:lstStyle/>
              <a:p>
                <a:pPr indent="0" lvl="0" marL="0" marR="0" rtl="0" algn="ctr">
                  <a:lnSpc>
                    <a:spcPct val="175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grpSp>
        <p:nvGrpSpPr>
          <p:cNvPr id="1135" name="Google Shape;1135;h32a9095667746e33_9_184"/>
          <p:cNvGrpSpPr/>
          <p:nvPr/>
        </p:nvGrpSpPr>
        <p:grpSpPr>
          <a:xfrm>
            <a:off x="763743" y="662704"/>
            <a:ext cx="16759942" cy="1561150"/>
            <a:chOff x="0" y="-38100"/>
            <a:chExt cx="8581200" cy="799319"/>
          </a:xfrm>
        </p:grpSpPr>
        <p:sp>
          <p:nvSpPr>
            <p:cNvPr id="1136" name="Google Shape;1136;h32a9095667746e33_9_184"/>
            <p:cNvSpPr/>
            <p:nvPr/>
          </p:nvSpPr>
          <p:spPr>
            <a:xfrm>
              <a:off x="0" y="0"/>
              <a:ext cx="8581180" cy="761219"/>
            </a:xfrm>
            <a:custGeom>
              <a:rect b="b" l="l" r="r" t="t"/>
              <a:pathLst>
                <a:path extrusionOk="0" h="761219" w="8581180">
                  <a:moveTo>
                    <a:pt x="0" y="0"/>
                  </a:moveTo>
                  <a:lnTo>
                    <a:pt x="8581180" y="0"/>
                  </a:lnTo>
                  <a:lnTo>
                    <a:pt x="8581180" y="761219"/>
                  </a:lnTo>
                  <a:lnTo>
                    <a:pt x="0" y="761219"/>
                  </a:lnTo>
                  <a:close/>
                </a:path>
              </a:pathLst>
            </a:custGeom>
            <a:solidFill>
              <a:srgbClr val="EEF6FF"/>
            </a:solidFill>
            <a:ln cap="sq" cmpd="sng" w="9525">
              <a:solidFill>
                <a:srgbClr val="20538B"/>
              </a:solidFill>
              <a:prstDash val="solid"/>
              <a:miter lim="8000"/>
              <a:headEnd len="sm" w="sm" type="none"/>
              <a:tailEnd len="sm" w="sm" type="none"/>
            </a:ln>
          </p:spPr>
        </p:sp>
        <p:sp>
          <p:nvSpPr>
            <p:cNvPr id="1137" name="Google Shape;1137;h32a9095667746e33_9_184"/>
            <p:cNvSpPr txBox="1"/>
            <p:nvPr/>
          </p:nvSpPr>
          <p:spPr>
            <a:xfrm>
              <a:off x="0" y="-38100"/>
              <a:ext cx="8581200" cy="799200"/>
            </a:xfrm>
            <a:prstGeom prst="rect">
              <a:avLst/>
            </a:prstGeom>
            <a:noFill/>
            <a:ln>
              <a:noFill/>
            </a:ln>
          </p:spPr>
          <p:txBody>
            <a:bodyPr anchorCtr="0" anchor="ctr" bIns="39175" lIns="39175" spcFirstLastPara="1" rIns="39175" wrap="square" tIns="39175">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138" name="Google Shape;1138;h32a9095667746e33_9_184"/>
          <p:cNvSpPr/>
          <p:nvPr/>
        </p:nvSpPr>
        <p:spPr>
          <a:xfrm>
            <a:off x="15531691" y="160918"/>
            <a:ext cx="996214" cy="1021758"/>
          </a:xfrm>
          <a:custGeom>
            <a:rect b="b" l="l" r="r" t="t"/>
            <a:pathLst>
              <a:path extrusionOk="0" h="1021758" w="996214">
                <a:moveTo>
                  <a:pt x="0" y="0"/>
                </a:moveTo>
                <a:lnTo>
                  <a:pt x="996214" y="0"/>
                </a:lnTo>
                <a:lnTo>
                  <a:pt x="996214" y="1021758"/>
                </a:lnTo>
                <a:lnTo>
                  <a:pt x="0" y="1021758"/>
                </a:lnTo>
                <a:lnTo>
                  <a:pt x="0" y="0"/>
                </a:lnTo>
                <a:close/>
              </a:path>
            </a:pathLst>
          </a:custGeom>
          <a:blipFill rotWithShape="1">
            <a:blip r:embed="rId3">
              <a:alphaModFix/>
            </a:blip>
            <a:stretch>
              <a:fillRect b="0" l="0" r="0" t="0"/>
            </a:stretch>
          </a:blipFill>
          <a:ln>
            <a:noFill/>
          </a:ln>
        </p:spPr>
      </p:sp>
      <p:sp>
        <p:nvSpPr>
          <p:cNvPr id="1139" name="Google Shape;1139;h32a9095667746e33_9_184"/>
          <p:cNvSpPr/>
          <p:nvPr/>
        </p:nvSpPr>
        <p:spPr>
          <a:xfrm>
            <a:off x="9363698" y="2953851"/>
            <a:ext cx="272321" cy="272321"/>
          </a:xfrm>
          <a:custGeom>
            <a:rect b="b" l="l" r="r" t="t"/>
            <a:pathLst>
              <a:path extrusionOk="0" h="272321" w="272321">
                <a:moveTo>
                  <a:pt x="0" y="0"/>
                </a:moveTo>
                <a:lnTo>
                  <a:pt x="272321" y="0"/>
                </a:lnTo>
                <a:lnTo>
                  <a:pt x="272321" y="272321"/>
                </a:lnTo>
                <a:lnTo>
                  <a:pt x="0" y="272321"/>
                </a:lnTo>
                <a:lnTo>
                  <a:pt x="0" y="0"/>
                </a:lnTo>
                <a:close/>
              </a:path>
            </a:pathLst>
          </a:custGeom>
          <a:blipFill rotWithShape="1">
            <a:blip r:embed="rId4">
              <a:alphaModFix/>
            </a:blip>
            <a:stretch>
              <a:fillRect b="0" l="0" r="0" t="0"/>
            </a:stretch>
          </a:blipFill>
          <a:ln>
            <a:noFill/>
          </a:ln>
        </p:spPr>
      </p:sp>
      <p:sp>
        <p:nvSpPr>
          <p:cNvPr id="1140" name="Google Shape;1140;h32a9095667746e33_9_184"/>
          <p:cNvSpPr txBox="1"/>
          <p:nvPr/>
        </p:nvSpPr>
        <p:spPr>
          <a:xfrm>
            <a:off x="2394998" y="893150"/>
            <a:ext cx="14306700" cy="769500"/>
          </a:xfrm>
          <a:prstGeom prst="rect">
            <a:avLst/>
          </a:prstGeom>
          <a:noFill/>
          <a:ln>
            <a:noFill/>
          </a:ln>
        </p:spPr>
        <p:txBody>
          <a:bodyPr anchorCtr="0" anchor="t" bIns="0" lIns="0" spcFirstLastPara="1" rIns="0" wrap="square" tIns="0">
            <a:spAutoFit/>
          </a:bodyPr>
          <a:lstStyle/>
          <a:p>
            <a:pPr indent="0" lvl="0" marL="0" marR="0" rtl="0" algn="l">
              <a:lnSpc>
                <a:spcPct val="192000"/>
              </a:lnSpc>
              <a:spcBef>
                <a:spcPts val="0"/>
              </a:spcBef>
              <a:spcAft>
                <a:spcPts val="0"/>
              </a:spcAft>
              <a:buNone/>
            </a:pPr>
            <a:r>
              <a:rPr b="1" i="0" lang="en-US" sz="5000" u="none" cap="none" strike="noStrike">
                <a:solidFill>
                  <a:srgbClr val="20538B"/>
                </a:solidFill>
                <a:latin typeface="Arial"/>
                <a:ea typeface="Arial"/>
                <a:cs typeface="Arial"/>
                <a:sym typeface="Arial"/>
              </a:rPr>
              <a:t>취약점 분석 및 시나리오 </a:t>
            </a:r>
            <a:r>
              <a:rPr b="1" lang="en-US" sz="5000">
                <a:solidFill>
                  <a:srgbClr val="20538B"/>
                </a:solidFill>
              </a:rPr>
              <a:t> - </a:t>
            </a:r>
            <a:r>
              <a:rPr b="1" lang="en-US" sz="3500">
                <a:solidFill>
                  <a:srgbClr val="20538B"/>
                </a:solidFill>
              </a:rPr>
              <a:t>불충분한 인증 절차</a:t>
            </a:r>
            <a:endParaRPr b="1" i="0" sz="5000" u="none" cap="none" strike="noStrike">
              <a:solidFill>
                <a:srgbClr val="20538B"/>
              </a:solidFill>
              <a:latin typeface="Arial"/>
              <a:ea typeface="Arial"/>
              <a:cs typeface="Arial"/>
              <a:sym typeface="Arial"/>
            </a:endParaRPr>
          </a:p>
        </p:txBody>
      </p:sp>
      <p:sp>
        <p:nvSpPr>
          <p:cNvPr id="1141" name="Google Shape;1141;h32a9095667746e33_9_184"/>
          <p:cNvSpPr txBox="1"/>
          <p:nvPr/>
        </p:nvSpPr>
        <p:spPr>
          <a:xfrm>
            <a:off x="1437501" y="920715"/>
            <a:ext cx="834600" cy="751200"/>
          </a:xfrm>
          <a:prstGeom prst="rect">
            <a:avLst/>
          </a:prstGeom>
          <a:noFill/>
          <a:ln>
            <a:noFill/>
          </a:ln>
        </p:spPr>
        <p:txBody>
          <a:bodyPr anchorCtr="0" anchor="t" bIns="0" lIns="0" spcFirstLastPara="1" rIns="0" wrap="square" tIns="0">
            <a:spAutoFit/>
          </a:bodyPr>
          <a:lstStyle/>
          <a:p>
            <a:pPr indent="0" lvl="0" marL="0" marR="0" rtl="0" algn="l">
              <a:lnSpc>
                <a:spcPct val="192009"/>
              </a:lnSpc>
              <a:spcBef>
                <a:spcPts val="0"/>
              </a:spcBef>
              <a:spcAft>
                <a:spcPts val="0"/>
              </a:spcAft>
              <a:buNone/>
            </a:pPr>
            <a:r>
              <a:rPr b="1" i="0" lang="en-US" sz="4881" u="none" cap="none" strike="noStrike">
                <a:solidFill>
                  <a:srgbClr val="CBDDEF"/>
                </a:solidFill>
                <a:latin typeface="Arial"/>
                <a:ea typeface="Arial"/>
                <a:cs typeface="Arial"/>
                <a:sym typeface="Arial"/>
              </a:rPr>
              <a:t>0</a:t>
            </a:r>
            <a:r>
              <a:rPr b="1" lang="en-US" sz="4881">
                <a:solidFill>
                  <a:srgbClr val="CBDDEF"/>
                </a:solidFill>
              </a:rPr>
              <a:t>4</a:t>
            </a:r>
            <a:endParaRPr/>
          </a:p>
        </p:txBody>
      </p:sp>
      <p:sp>
        <p:nvSpPr>
          <p:cNvPr id="1142" name="Google Shape;1142;h32a9095667746e33_9_184"/>
          <p:cNvSpPr txBox="1"/>
          <p:nvPr/>
        </p:nvSpPr>
        <p:spPr>
          <a:xfrm>
            <a:off x="9757649" y="2853963"/>
            <a:ext cx="6140400" cy="4311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US" sz="2800">
                <a:solidFill>
                  <a:srgbClr val="20538B"/>
                </a:solidFill>
              </a:rPr>
              <a:t>판정 기준</a:t>
            </a:r>
            <a:endParaRPr/>
          </a:p>
        </p:txBody>
      </p:sp>
      <p:sp>
        <p:nvSpPr>
          <p:cNvPr id="1143" name="Google Shape;1143;h32a9095667746e33_9_184"/>
          <p:cNvSpPr txBox="1"/>
          <p:nvPr/>
        </p:nvSpPr>
        <p:spPr>
          <a:xfrm>
            <a:off x="9757650" y="3429000"/>
            <a:ext cx="2731500" cy="2657100"/>
          </a:xfrm>
          <a:prstGeom prst="rect">
            <a:avLst/>
          </a:prstGeom>
          <a:noFill/>
          <a:ln cap="flat" cmpd="sng" w="9525">
            <a:solidFill>
              <a:srgbClr val="000000"/>
            </a:solidFill>
            <a:prstDash val="solid"/>
            <a:round/>
            <a:headEnd len="sm" w="sm" type="none"/>
            <a:tailEnd len="sm" w="sm" type="none"/>
          </a:ln>
        </p:spPr>
        <p:txBody>
          <a:bodyPr anchorCtr="0" anchor="t" bIns="0" lIns="0" spcFirstLastPara="1" rIns="0" wrap="square" tIns="0">
            <a:spAutoFit/>
          </a:bodyPr>
          <a:lstStyle/>
          <a:p>
            <a:pPr indent="0" lvl="0" marL="0" rtl="0" algn="l">
              <a:lnSpc>
                <a:spcPct val="115000"/>
              </a:lnSpc>
              <a:spcBef>
                <a:spcPts val="1400"/>
              </a:spcBef>
              <a:spcAft>
                <a:spcPts val="0"/>
              </a:spcAft>
              <a:buClr>
                <a:schemeClr val="dk1"/>
              </a:buClr>
              <a:buSzPts val="1100"/>
              <a:buFont typeface="Arial"/>
              <a:buNone/>
            </a:pPr>
            <a:r>
              <a:rPr b="1" lang="en-US" sz="2200">
                <a:solidFill>
                  <a:schemeClr val="dk1"/>
                </a:solidFill>
              </a:rPr>
              <a:t>Vulnerable</a:t>
            </a:r>
            <a:endParaRPr b="1" sz="2200">
              <a:solidFill>
                <a:schemeClr val="dk1"/>
              </a:solidFill>
            </a:endParaRPr>
          </a:p>
          <a:p>
            <a:pPr indent="0" lvl="0" marL="0" marR="0" rtl="0" algn="l">
              <a:lnSpc>
                <a:spcPct val="155000"/>
              </a:lnSpc>
              <a:spcBef>
                <a:spcPts val="400"/>
              </a:spcBef>
              <a:spcAft>
                <a:spcPts val="0"/>
              </a:spcAft>
              <a:buNone/>
            </a:pPr>
            <a:r>
              <a:rPr lang="en-US" sz="2000">
                <a:solidFill>
                  <a:schemeClr val="dk1"/>
                </a:solidFill>
              </a:rPr>
              <a:t>재인증 정보 미제공</a:t>
            </a:r>
            <a:endParaRPr sz="2000">
              <a:solidFill>
                <a:schemeClr val="dk1"/>
              </a:solidFill>
            </a:endParaRPr>
          </a:p>
          <a:p>
            <a:pPr indent="0" lvl="0" marL="0" marR="0" rtl="0" algn="l">
              <a:lnSpc>
                <a:spcPct val="155000"/>
              </a:lnSpc>
              <a:spcBef>
                <a:spcPts val="0"/>
              </a:spcBef>
              <a:spcAft>
                <a:spcPts val="0"/>
              </a:spcAft>
              <a:buNone/>
            </a:pPr>
            <a:r>
              <a:rPr lang="en-US" sz="2000">
                <a:solidFill>
                  <a:schemeClr val="dk1"/>
                </a:solidFill>
              </a:rPr>
              <a:t>        +</a:t>
            </a:r>
            <a:endParaRPr sz="2000">
              <a:solidFill>
                <a:schemeClr val="dk1"/>
              </a:solidFill>
            </a:endParaRPr>
          </a:p>
          <a:p>
            <a:pPr indent="0" lvl="0" marL="0" marR="0" rtl="0" algn="l">
              <a:lnSpc>
                <a:spcPct val="155000"/>
              </a:lnSpc>
              <a:spcBef>
                <a:spcPts val="0"/>
              </a:spcBef>
              <a:spcAft>
                <a:spcPts val="0"/>
              </a:spcAft>
              <a:buNone/>
            </a:pPr>
            <a:r>
              <a:rPr lang="en-US" sz="2000">
                <a:solidFill>
                  <a:schemeClr val="dk1"/>
                </a:solidFill>
              </a:rPr>
              <a:t>개인정보 변경 요청</a:t>
            </a:r>
            <a:endParaRPr sz="2000">
              <a:solidFill>
                <a:schemeClr val="dk1"/>
              </a:solidFill>
            </a:endParaRPr>
          </a:p>
          <a:p>
            <a:pPr indent="0" lvl="0" marL="0" marR="0" rtl="0" algn="l">
              <a:lnSpc>
                <a:spcPct val="155000"/>
              </a:lnSpc>
              <a:spcBef>
                <a:spcPts val="0"/>
              </a:spcBef>
              <a:spcAft>
                <a:spcPts val="0"/>
              </a:spcAft>
              <a:buNone/>
            </a:pPr>
            <a:r>
              <a:rPr lang="en-US" sz="2000">
                <a:solidFill>
                  <a:schemeClr val="dk1"/>
                </a:solidFill>
              </a:rPr>
              <a:t>        +</a:t>
            </a:r>
            <a:endParaRPr sz="2000">
              <a:solidFill>
                <a:schemeClr val="dk1"/>
              </a:solidFill>
            </a:endParaRPr>
          </a:p>
          <a:p>
            <a:pPr indent="0" lvl="0" marL="0" rtl="0" algn="l">
              <a:lnSpc>
                <a:spcPct val="115000"/>
              </a:lnSpc>
              <a:spcBef>
                <a:spcPts val="0"/>
              </a:spcBef>
              <a:spcAft>
                <a:spcPts val="0"/>
              </a:spcAft>
              <a:buSzPts val="1100"/>
              <a:buNone/>
            </a:pPr>
            <a:r>
              <a:rPr lang="en-US" sz="2000">
                <a:solidFill>
                  <a:schemeClr val="dk1"/>
                </a:solidFill>
              </a:rPr>
              <a:t>서버에 실제 변경 반영</a:t>
            </a:r>
            <a:endParaRPr sz="2800">
              <a:solidFill>
                <a:srgbClr val="94B6DA"/>
              </a:solidFill>
            </a:endParaRPr>
          </a:p>
        </p:txBody>
      </p:sp>
      <p:pic>
        <p:nvPicPr>
          <p:cNvPr id="1144" name="Google Shape;1144;h32a9095667746e33_9_184"/>
          <p:cNvPicPr preferRelativeResize="0"/>
          <p:nvPr/>
        </p:nvPicPr>
        <p:blipFill>
          <a:blip r:embed="rId5">
            <a:alphaModFix/>
          </a:blip>
          <a:stretch>
            <a:fillRect/>
          </a:stretch>
        </p:blipFill>
        <p:spPr>
          <a:xfrm>
            <a:off x="1616303" y="2853975"/>
            <a:ext cx="7352400" cy="1445250"/>
          </a:xfrm>
          <a:prstGeom prst="rect">
            <a:avLst/>
          </a:prstGeom>
          <a:noFill/>
          <a:ln>
            <a:noFill/>
          </a:ln>
        </p:spPr>
      </p:pic>
      <p:pic>
        <p:nvPicPr>
          <p:cNvPr id="1145" name="Google Shape;1145;h32a9095667746e33_9_184"/>
          <p:cNvPicPr preferRelativeResize="0"/>
          <p:nvPr/>
        </p:nvPicPr>
        <p:blipFill>
          <a:blip r:embed="rId6">
            <a:alphaModFix/>
          </a:blip>
          <a:stretch>
            <a:fillRect/>
          </a:stretch>
        </p:blipFill>
        <p:spPr>
          <a:xfrm>
            <a:off x="1616300" y="5301975"/>
            <a:ext cx="6140400" cy="722400"/>
          </a:xfrm>
          <a:prstGeom prst="rect">
            <a:avLst/>
          </a:prstGeom>
          <a:noFill/>
          <a:ln>
            <a:noFill/>
          </a:ln>
        </p:spPr>
      </p:pic>
      <p:sp>
        <p:nvSpPr>
          <p:cNvPr id="1146" name="Google Shape;1146;h32a9095667746e33_9_184"/>
          <p:cNvSpPr txBox="1"/>
          <p:nvPr/>
        </p:nvSpPr>
        <p:spPr>
          <a:xfrm>
            <a:off x="13016950" y="3429000"/>
            <a:ext cx="3000000" cy="23649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US" sz="2200">
                <a:solidFill>
                  <a:schemeClr val="dk1"/>
                </a:solidFill>
              </a:rPr>
              <a:t>Unknown</a:t>
            </a:r>
            <a:endParaRPr b="1" sz="2200">
              <a:solidFill>
                <a:schemeClr val="dk1"/>
              </a:solidFill>
            </a:endParaRPr>
          </a:p>
          <a:p>
            <a:pPr indent="0" lvl="0" marL="0" rtl="0" algn="l">
              <a:lnSpc>
                <a:spcPct val="155000"/>
              </a:lnSpc>
              <a:spcBef>
                <a:spcPts val="400"/>
              </a:spcBef>
              <a:spcAft>
                <a:spcPts val="0"/>
              </a:spcAft>
              <a:buNone/>
            </a:pPr>
            <a:r>
              <a:rPr lang="en-US" sz="2000">
                <a:solidFill>
                  <a:schemeClr val="dk1"/>
                </a:solidFill>
              </a:rPr>
              <a:t>로그인 실패</a:t>
            </a:r>
            <a:endParaRPr sz="2000">
              <a:solidFill>
                <a:schemeClr val="dk1"/>
              </a:solidFill>
            </a:endParaRPr>
          </a:p>
          <a:p>
            <a:pPr indent="0" lvl="0" marL="0" rtl="0" algn="l">
              <a:lnSpc>
                <a:spcPct val="155000"/>
              </a:lnSpc>
              <a:spcBef>
                <a:spcPts val="0"/>
              </a:spcBef>
              <a:spcAft>
                <a:spcPts val="0"/>
              </a:spcAft>
              <a:buNone/>
            </a:pPr>
            <a:r>
              <a:rPr lang="en-US" sz="2000">
                <a:solidFill>
                  <a:schemeClr val="dk1"/>
                </a:solidFill>
              </a:rPr>
              <a:t>네트워크 오류</a:t>
            </a:r>
            <a:endParaRPr sz="2000">
              <a:solidFill>
                <a:schemeClr val="dk1"/>
              </a:solidFill>
            </a:endParaRPr>
          </a:p>
          <a:p>
            <a:pPr indent="0" lvl="0" marL="0" rtl="0" algn="l">
              <a:lnSpc>
                <a:spcPct val="155000"/>
              </a:lnSpc>
              <a:spcBef>
                <a:spcPts val="0"/>
              </a:spcBef>
              <a:spcAft>
                <a:spcPts val="0"/>
              </a:spcAft>
              <a:buNone/>
            </a:pPr>
            <a:r>
              <a:rPr lang="en-US" sz="2000">
                <a:solidFill>
                  <a:schemeClr val="dk1"/>
                </a:solidFill>
              </a:rPr>
              <a:t>응답 불명확</a:t>
            </a:r>
            <a:endParaRPr sz="2000">
              <a:solidFill>
                <a:schemeClr val="dk1"/>
              </a:solidFill>
            </a:endParaRPr>
          </a:p>
          <a:p>
            <a:pPr indent="0" lvl="0" marL="0" rtl="0" algn="l">
              <a:lnSpc>
                <a:spcPct val="115000"/>
              </a:lnSpc>
              <a:spcBef>
                <a:spcPts val="0"/>
              </a:spcBef>
              <a:spcAft>
                <a:spcPts val="0"/>
              </a:spcAft>
              <a:buNone/>
            </a:pPr>
            <a:r>
              <a:rPr lang="en-US" sz="2000">
                <a:solidFill>
                  <a:schemeClr val="dk1"/>
                </a:solidFill>
              </a:rPr>
              <a:t>판정 근거 부족</a:t>
            </a:r>
            <a:endParaRPr sz="2800">
              <a:solidFill>
                <a:srgbClr val="94B6DA"/>
              </a:solidFill>
            </a:endParaRPr>
          </a:p>
        </p:txBody>
      </p:sp>
      <p:sp>
        <p:nvSpPr>
          <p:cNvPr id="1147" name="Google Shape;1147;h32a9095667746e33_9_184"/>
          <p:cNvSpPr txBox="1"/>
          <p:nvPr/>
        </p:nvSpPr>
        <p:spPr>
          <a:xfrm>
            <a:off x="11052625" y="6414825"/>
            <a:ext cx="3000000" cy="28419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US" sz="2200">
                <a:solidFill>
                  <a:schemeClr val="dk1"/>
                </a:solidFill>
              </a:rPr>
              <a:t>Pass</a:t>
            </a:r>
            <a:endParaRPr b="1" sz="2200">
              <a:solidFill>
                <a:schemeClr val="dk1"/>
              </a:solidFill>
            </a:endParaRPr>
          </a:p>
          <a:p>
            <a:pPr indent="0" lvl="0" marL="0" rtl="0" algn="l">
              <a:lnSpc>
                <a:spcPct val="155000"/>
              </a:lnSpc>
              <a:spcBef>
                <a:spcPts val="400"/>
              </a:spcBef>
              <a:spcAft>
                <a:spcPts val="0"/>
              </a:spcAft>
              <a:buNone/>
            </a:pPr>
            <a:r>
              <a:rPr lang="en-US" sz="2000">
                <a:solidFill>
                  <a:schemeClr val="dk1"/>
                </a:solidFill>
              </a:rPr>
              <a:t>재인증 절차 존재</a:t>
            </a:r>
            <a:endParaRPr sz="2000">
              <a:solidFill>
                <a:schemeClr val="dk1"/>
              </a:solidFill>
            </a:endParaRPr>
          </a:p>
          <a:p>
            <a:pPr indent="0" lvl="0" marL="0" rtl="0" algn="l">
              <a:lnSpc>
                <a:spcPct val="155000"/>
              </a:lnSpc>
              <a:spcBef>
                <a:spcPts val="0"/>
              </a:spcBef>
              <a:spcAft>
                <a:spcPts val="0"/>
              </a:spcAft>
              <a:buNone/>
            </a:pPr>
            <a:r>
              <a:rPr lang="en-US" sz="2000">
                <a:solidFill>
                  <a:schemeClr val="dk1"/>
                </a:solidFill>
              </a:rPr>
              <a:t>        +</a:t>
            </a:r>
            <a:endParaRPr sz="2000">
              <a:solidFill>
                <a:schemeClr val="dk1"/>
              </a:solidFill>
            </a:endParaRPr>
          </a:p>
          <a:p>
            <a:pPr indent="0" lvl="0" marL="0" rtl="0" algn="l">
              <a:lnSpc>
                <a:spcPct val="155000"/>
              </a:lnSpc>
              <a:spcBef>
                <a:spcPts val="0"/>
              </a:spcBef>
              <a:spcAft>
                <a:spcPts val="0"/>
              </a:spcAft>
              <a:buNone/>
            </a:pPr>
            <a:r>
              <a:rPr lang="en-US" sz="2000">
                <a:solidFill>
                  <a:schemeClr val="dk1"/>
                </a:solidFill>
              </a:rPr>
              <a:t>재인증 없는 요청 거부</a:t>
            </a:r>
            <a:endParaRPr sz="2000">
              <a:solidFill>
                <a:schemeClr val="dk1"/>
              </a:solidFill>
            </a:endParaRPr>
          </a:p>
          <a:p>
            <a:pPr indent="0" lvl="0" marL="0" rtl="0" algn="l">
              <a:lnSpc>
                <a:spcPct val="155000"/>
              </a:lnSpc>
              <a:spcBef>
                <a:spcPts val="0"/>
              </a:spcBef>
              <a:spcAft>
                <a:spcPts val="0"/>
              </a:spcAft>
              <a:buNone/>
            </a:pPr>
            <a:r>
              <a:rPr lang="en-US" sz="2000">
                <a:solidFill>
                  <a:schemeClr val="dk1"/>
                </a:solidFill>
              </a:rPr>
              <a:t>        +</a:t>
            </a:r>
            <a:endParaRPr sz="2000">
              <a:solidFill>
                <a:schemeClr val="dk1"/>
              </a:solidFill>
            </a:endParaRPr>
          </a:p>
          <a:p>
            <a:pPr indent="0" lvl="0" marL="0" rtl="0" algn="l">
              <a:lnSpc>
                <a:spcPct val="115000"/>
              </a:lnSpc>
              <a:spcBef>
                <a:spcPts val="0"/>
              </a:spcBef>
              <a:spcAft>
                <a:spcPts val="0"/>
              </a:spcAft>
              <a:buNone/>
            </a:pPr>
            <a:r>
              <a:rPr lang="en-US" sz="2000">
                <a:solidFill>
                  <a:schemeClr val="dk1"/>
                </a:solidFill>
              </a:rPr>
              <a:t>원본 개인정보 유지</a:t>
            </a:r>
            <a:endParaRPr sz="2000">
              <a:solidFill>
                <a:schemeClr val="dk1"/>
              </a:solidFill>
            </a:endParaRPr>
          </a:p>
        </p:txBody>
      </p:sp>
      <p:sp>
        <p:nvSpPr>
          <p:cNvPr id="1148" name="Google Shape;1148;h32a9095667746e33_9_184"/>
          <p:cNvSpPr txBox="1"/>
          <p:nvPr/>
        </p:nvSpPr>
        <p:spPr>
          <a:xfrm>
            <a:off x="1684350" y="7027125"/>
            <a:ext cx="5775300" cy="954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500">
                <a:solidFill>
                  <a:srgbClr val="FF0000"/>
                </a:solidFill>
              </a:rPr>
              <a:t>재인증 입력창이 없다는 사실만으로</a:t>
            </a:r>
            <a:endParaRPr b="1" sz="2500">
              <a:solidFill>
                <a:srgbClr val="FF0000"/>
              </a:solidFill>
            </a:endParaRPr>
          </a:p>
          <a:p>
            <a:pPr indent="0" lvl="0" marL="0" rtl="0" algn="l">
              <a:spcBef>
                <a:spcPts val="0"/>
              </a:spcBef>
              <a:spcAft>
                <a:spcPts val="0"/>
              </a:spcAft>
              <a:buNone/>
            </a:pPr>
            <a:r>
              <a:rPr b="1" lang="en-US" sz="2500">
                <a:solidFill>
                  <a:srgbClr val="FF0000"/>
                </a:solidFill>
              </a:rPr>
              <a:t>취약 판정하지 않음</a:t>
            </a:r>
            <a:endParaRPr b="1" sz="2500">
              <a:solidFill>
                <a:srgbClr val="FF0000"/>
              </a:solidFill>
            </a:endParaRPr>
          </a:p>
        </p:txBody>
      </p:sp>
      <p:sp>
        <p:nvSpPr>
          <p:cNvPr id="1149" name="Google Shape;1149;h32a9095667746e33_9_184"/>
          <p:cNvSpPr txBox="1"/>
          <p:nvPr/>
        </p:nvSpPr>
        <p:spPr>
          <a:xfrm>
            <a:off x="2395000" y="1705375"/>
            <a:ext cx="41487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000"/>
              <a:t>핵심 판정 로직 및 오탐 방지</a:t>
            </a:r>
            <a:endParaRPr sz="2000"/>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3" name="Shape 1153"/>
        <p:cNvGrpSpPr/>
        <p:nvPr/>
      </p:nvGrpSpPr>
      <p:grpSpPr>
        <a:xfrm>
          <a:off x="0" y="0"/>
          <a:ext cx="0" cy="0"/>
          <a:chOff x="0" y="0"/>
          <a:chExt cx="0" cy="0"/>
        </a:xfrm>
      </p:grpSpPr>
      <p:grpSp>
        <p:nvGrpSpPr>
          <p:cNvPr id="1154" name="Google Shape;1154;h32a9095667746e33_9_224"/>
          <p:cNvGrpSpPr/>
          <p:nvPr/>
        </p:nvGrpSpPr>
        <p:grpSpPr>
          <a:xfrm>
            <a:off x="-1081199" y="3274283"/>
            <a:ext cx="20615733" cy="7012716"/>
            <a:chOff x="-99239" y="-86"/>
            <a:chExt cx="27487644" cy="9350288"/>
          </a:xfrm>
        </p:grpSpPr>
        <p:grpSp>
          <p:nvGrpSpPr>
            <p:cNvPr id="1155" name="Google Shape;1155;h32a9095667746e33_9_224"/>
            <p:cNvGrpSpPr/>
            <p:nvPr/>
          </p:nvGrpSpPr>
          <p:grpSpPr>
            <a:xfrm rot="-5400000">
              <a:off x="11107617" y="-11206942"/>
              <a:ext cx="4770761" cy="27184472"/>
              <a:chOff x="0" y="-38100"/>
              <a:chExt cx="1831597" cy="10436700"/>
            </a:xfrm>
          </p:grpSpPr>
          <p:sp>
            <p:nvSpPr>
              <p:cNvPr id="1156" name="Google Shape;1156;h32a9095667746e33_9_224"/>
              <p:cNvSpPr/>
              <p:nvPr/>
            </p:nvSpPr>
            <p:spPr>
              <a:xfrm>
                <a:off x="0" y="0"/>
                <a:ext cx="1831597" cy="10398600"/>
              </a:xfrm>
              <a:custGeom>
                <a:rect b="b" l="l" r="r" t="t"/>
                <a:pathLst>
                  <a:path extrusionOk="0" h="10398600" w="1831597">
                    <a:moveTo>
                      <a:pt x="0" y="0"/>
                    </a:moveTo>
                    <a:lnTo>
                      <a:pt x="1831597" y="0"/>
                    </a:lnTo>
                    <a:lnTo>
                      <a:pt x="1831597" y="10398600"/>
                    </a:lnTo>
                    <a:lnTo>
                      <a:pt x="0" y="10398600"/>
                    </a:lnTo>
                    <a:close/>
                  </a:path>
                </a:pathLst>
              </a:custGeom>
              <a:solidFill>
                <a:srgbClr val="CBDDEF"/>
              </a:solidFill>
              <a:ln>
                <a:noFill/>
              </a:ln>
            </p:spPr>
          </p:sp>
          <p:sp>
            <p:nvSpPr>
              <p:cNvPr id="1157" name="Google Shape;1157;h32a9095667746e33_9_224"/>
              <p:cNvSpPr txBox="1"/>
              <p:nvPr/>
            </p:nvSpPr>
            <p:spPr>
              <a:xfrm>
                <a:off x="0" y="-38100"/>
                <a:ext cx="1831500" cy="10436700"/>
              </a:xfrm>
              <a:prstGeom prst="rect">
                <a:avLst/>
              </a:prstGeom>
              <a:noFill/>
              <a:ln>
                <a:noFill/>
              </a:ln>
            </p:spPr>
            <p:txBody>
              <a:bodyPr anchorCtr="0" anchor="ctr" bIns="27000" lIns="27000" spcFirstLastPara="1" rIns="27000" wrap="square" tIns="27000">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158" name="Google Shape;1158;h32a9095667746e33_9_224"/>
            <p:cNvGrpSpPr/>
            <p:nvPr/>
          </p:nvGrpSpPr>
          <p:grpSpPr>
            <a:xfrm rot="-5400000">
              <a:off x="11637133" y="-6401070"/>
              <a:ext cx="4579844" cy="26922700"/>
              <a:chOff x="0" y="-38100"/>
              <a:chExt cx="1758300" cy="10336200"/>
            </a:xfrm>
          </p:grpSpPr>
          <p:sp>
            <p:nvSpPr>
              <p:cNvPr id="1159" name="Google Shape;1159;h32a9095667746e33_9_224"/>
              <p:cNvSpPr/>
              <p:nvPr/>
            </p:nvSpPr>
            <p:spPr>
              <a:xfrm>
                <a:off x="0" y="0"/>
                <a:ext cx="1758210" cy="10298040"/>
              </a:xfrm>
              <a:custGeom>
                <a:rect b="b" l="l" r="r" t="t"/>
                <a:pathLst>
                  <a:path extrusionOk="0" h="10298040" w="1758210">
                    <a:moveTo>
                      <a:pt x="0" y="0"/>
                    </a:moveTo>
                    <a:lnTo>
                      <a:pt x="1758210" y="0"/>
                    </a:lnTo>
                    <a:lnTo>
                      <a:pt x="1758210" y="10298040"/>
                    </a:lnTo>
                    <a:lnTo>
                      <a:pt x="0" y="10298040"/>
                    </a:lnTo>
                    <a:close/>
                  </a:path>
                </a:pathLst>
              </a:custGeom>
              <a:solidFill>
                <a:srgbClr val="94B6DA"/>
              </a:solidFill>
              <a:ln>
                <a:noFill/>
              </a:ln>
            </p:spPr>
          </p:sp>
          <p:sp>
            <p:nvSpPr>
              <p:cNvPr id="1160" name="Google Shape;1160;h32a9095667746e33_9_224"/>
              <p:cNvSpPr txBox="1"/>
              <p:nvPr/>
            </p:nvSpPr>
            <p:spPr>
              <a:xfrm>
                <a:off x="0" y="-38100"/>
                <a:ext cx="1758300" cy="10336200"/>
              </a:xfrm>
              <a:prstGeom prst="rect">
                <a:avLst/>
              </a:prstGeom>
              <a:noFill/>
              <a:ln>
                <a:noFill/>
              </a:ln>
            </p:spPr>
            <p:txBody>
              <a:bodyPr anchorCtr="0" anchor="ctr" bIns="27000" lIns="27000" spcFirstLastPara="1" rIns="27000" wrap="square" tIns="27000">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grpSp>
        <p:nvGrpSpPr>
          <p:cNvPr id="1161" name="Google Shape;1161;h32a9095667746e33_9_224"/>
          <p:cNvGrpSpPr/>
          <p:nvPr/>
        </p:nvGrpSpPr>
        <p:grpSpPr>
          <a:xfrm>
            <a:off x="731085" y="622850"/>
            <a:ext cx="16825838" cy="9050174"/>
            <a:chOff x="0" y="-108814"/>
            <a:chExt cx="22434451" cy="12066898"/>
          </a:xfrm>
        </p:grpSpPr>
        <p:grpSp>
          <p:nvGrpSpPr>
            <p:cNvPr id="1162" name="Google Shape;1162;h32a9095667746e33_9_224"/>
            <p:cNvGrpSpPr/>
            <p:nvPr/>
          </p:nvGrpSpPr>
          <p:grpSpPr>
            <a:xfrm>
              <a:off x="26537" y="10214891"/>
              <a:ext cx="22386840" cy="1743193"/>
              <a:chOff x="0" y="-47625"/>
              <a:chExt cx="9809754" cy="763855"/>
            </a:xfrm>
          </p:grpSpPr>
          <p:sp>
            <p:nvSpPr>
              <p:cNvPr id="1163" name="Google Shape;1163;h32a9095667746e33_9_224"/>
              <p:cNvSpPr/>
              <p:nvPr/>
            </p:nvSpPr>
            <p:spPr>
              <a:xfrm>
                <a:off x="0" y="0"/>
                <a:ext cx="9809754" cy="716230"/>
              </a:xfrm>
              <a:custGeom>
                <a:rect b="b" l="l" r="r" t="t"/>
                <a:pathLst>
                  <a:path extrusionOk="0" h="716230" w="9809754">
                    <a:moveTo>
                      <a:pt x="0" y="0"/>
                    </a:moveTo>
                    <a:lnTo>
                      <a:pt x="9809754" y="0"/>
                    </a:lnTo>
                    <a:lnTo>
                      <a:pt x="9809754" y="716230"/>
                    </a:lnTo>
                    <a:lnTo>
                      <a:pt x="0" y="716230"/>
                    </a:lnTo>
                    <a:close/>
                  </a:path>
                </a:pathLst>
              </a:custGeom>
              <a:solidFill>
                <a:srgbClr val="20538B"/>
              </a:solidFill>
              <a:ln cap="sq" cmpd="sng" w="38100">
                <a:solidFill>
                  <a:srgbClr val="20538B"/>
                </a:solidFill>
                <a:prstDash val="solid"/>
                <a:miter lim="8000"/>
                <a:headEnd len="sm" w="sm" type="none"/>
                <a:tailEnd len="sm" w="sm" type="none"/>
              </a:ln>
            </p:spPr>
          </p:sp>
          <p:sp>
            <p:nvSpPr>
              <p:cNvPr id="1164" name="Google Shape;1164;h32a9095667746e33_9_224"/>
              <p:cNvSpPr txBox="1"/>
              <p:nvPr/>
            </p:nvSpPr>
            <p:spPr>
              <a:xfrm>
                <a:off x="0" y="-47625"/>
                <a:ext cx="9809700" cy="763800"/>
              </a:xfrm>
              <a:prstGeom prst="rect">
                <a:avLst/>
              </a:prstGeom>
              <a:noFill/>
              <a:ln>
                <a:noFill/>
              </a:ln>
            </p:spPr>
            <p:txBody>
              <a:bodyPr anchorCtr="0" anchor="ctr" bIns="50800" lIns="50800" spcFirstLastPara="1" rIns="50800" wrap="square" tIns="50800">
                <a:noAutofit/>
              </a:bodyPr>
              <a:lstStyle/>
              <a:p>
                <a:pPr indent="0" lvl="0" marL="0" marR="0" rtl="0" algn="ctr">
                  <a:lnSpc>
                    <a:spcPct val="175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165" name="Google Shape;1165;h32a9095667746e33_9_224"/>
            <p:cNvGrpSpPr/>
            <p:nvPr/>
          </p:nvGrpSpPr>
          <p:grpSpPr>
            <a:xfrm>
              <a:off x="0" y="-108814"/>
              <a:ext cx="22434451" cy="11946166"/>
              <a:chOff x="0" y="-47625"/>
              <a:chExt cx="9819000" cy="5228539"/>
            </a:xfrm>
          </p:grpSpPr>
          <p:sp>
            <p:nvSpPr>
              <p:cNvPr id="1166" name="Google Shape;1166;h32a9095667746e33_9_224"/>
              <p:cNvSpPr/>
              <p:nvPr/>
            </p:nvSpPr>
            <p:spPr>
              <a:xfrm>
                <a:off x="0" y="0"/>
                <a:ext cx="9818922" cy="5180914"/>
              </a:xfrm>
              <a:custGeom>
                <a:rect b="b" l="l" r="r" t="t"/>
                <a:pathLst>
                  <a:path extrusionOk="0" h="5180914" w="9818922">
                    <a:moveTo>
                      <a:pt x="0" y="0"/>
                    </a:moveTo>
                    <a:lnTo>
                      <a:pt x="9818922" y="0"/>
                    </a:lnTo>
                    <a:lnTo>
                      <a:pt x="9818922" y="5180914"/>
                    </a:lnTo>
                    <a:lnTo>
                      <a:pt x="0" y="5180914"/>
                    </a:lnTo>
                    <a:close/>
                  </a:path>
                </a:pathLst>
              </a:custGeom>
              <a:solidFill>
                <a:srgbClr val="FFFFFF"/>
              </a:solidFill>
              <a:ln cap="sq" cmpd="sng" w="38100">
                <a:solidFill>
                  <a:srgbClr val="20538B"/>
                </a:solidFill>
                <a:prstDash val="solid"/>
                <a:miter lim="8000"/>
                <a:headEnd len="sm" w="sm" type="none"/>
                <a:tailEnd len="sm" w="sm" type="none"/>
              </a:ln>
            </p:spPr>
          </p:sp>
          <p:sp>
            <p:nvSpPr>
              <p:cNvPr id="1167" name="Google Shape;1167;h32a9095667746e33_9_224"/>
              <p:cNvSpPr txBox="1"/>
              <p:nvPr/>
            </p:nvSpPr>
            <p:spPr>
              <a:xfrm>
                <a:off x="0" y="-47625"/>
                <a:ext cx="9819000" cy="5228400"/>
              </a:xfrm>
              <a:prstGeom prst="rect">
                <a:avLst/>
              </a:prstGeom>
              <a:noFill/>
              <a:ln>
                <a:noFill/>
              </a:ln>
            </p:spPr>
            <p:txBody>
              <a:bodyPr anchorCtr="0" anchor="ctr" bIns="50800" lIns="50800" spcFirstLastPara="1" rIns="50800" wrap="square" tIns="50800">
                <a:noAutofit/>
              </a:bodyPr>
              <a:lstStyle/>
              <a:p>
                <a:pPr indent="0" lvl="0" marL="0" marR="0" rtl="0" algn="ctr">
                  <a:lnSpc>
                    <a:spcPct val="175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grpSp>
        <p:nvGrpSpPr>
          <p:cNvPr id="1168" name="Google Shape;1168;h32a9095667746e33_9_224"/>
          <p:cNvGrpSpPr/>
          <p:nvPr/>
        </p:nvGrpSpPr>
        <p:grpSpPr>
          <a:xfrm>
            <a:off x="763743" y="662704"/>
            <a:ext cx="16759942" cy="1561150"/>
            <a:chOff x="0" y="-38100"/>
            <a:chExt cx="8581200" cy="799319"/>
          </a:xfrm>
        </p:grpSpPr>
        <p:sp>
          <p:nvSpPr>
            <p:cNvPr id="1169" name="Google Shape;1169;h32a9095667746e33_9_224"/>
            <p:cNvSpPr/>
            <p:nvPr/>
          </p:nvSpPr>
          <p:spPr>
            <a:xfrm>
              <a:off x="0" y="0"/>
              <a:ext cx="8581180" cy="761219"/>
            </a:xfrm>
            <a:custGeom>
              <a:rect b="b" l="l" r="r" t="t"/>
              <a:pathLst>
                <a:path extrusionOk="0" h="761219" w="8581180">
                  <a:moveTo>
                    <a:pt x="0" y="0"/>
                  </a:moveTo>
                  <a:lnTo>
                    <a:pt x="8581180" y="0"/>
                  </a:lnTo>
                  <a:lnTo>
                    <a:pt x="8581180" y="761219"/>
                  </a:lnTo>
                  <a:lnTo>
                    <a:pt x="0" y="761219"/>
                  </a:lnTo>
                  <a:close/>
                </a:path>
              </a:pathLst>
            </a:custGeom>
            <a:solidFill>
              <a:srgbClr val="EEF6FF"/>
            </a:solidFill>
            <a:ln cap="sq" cmpd="sng" w="9525">
              <a:solidFill>
                <a:srgbClr val="20538B"/>
              </a:solidFill>
              <a:prstDash val="solid"/>
              <a:miter lim="8000"/>
              <a:headEnd len="sm" w="sm" type="none"/>
              <a:tailEnd len="sm" w="sm" type="none"/>
            </a:ln>
          </p:spPr>
        </p:sp>
        <p:sp>
          <p:nvSpPr>
            <p:cNvPr id="1170" name="Google Shape;1170;h32a9095667746e33_9_224"/>
            <p:cNvSpPr txBox="1"/>
            <p:nvPr/>
          </p:nvSpPr>
          <p:spPr>
            <a:xfrm>
              <a:off x="0" y="-38100"/>
              <a:ext cx="8581200" cy="799200"/>
            </a:xfrm>
            <a:prstGeom prst="rect">
              <a:avLst/>
            </a:prstGeom>
            <a:noFill/>
            <a:ln>
              <a:noFill/>
            </a:ln>
          </p:spPr>
          <p:txBody>
            <a:bodyPr anchorCtr="0" anchor="ctr" bIns="39175" lIns="39175" spcFirstLastPara="1" rIns="39175" wrap="square" tIns="39175">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171" name="Google Shape;1171;h32a9095667746e33_9_224"/>
          <p:cNvSpPr/>
          <p:nvPr/>
        </p:nvSpPr>
        <p:spPr>
          <a:xfrm>
            <a:off x="15531691" y="160918"/>
            <a:ext cx="996214" cy="1021758"/>
          </a:xfrm>
          <a:custGeom>
            <a:rect b="b" l="l" r="r" t="t"/>
            <a:pathLst>
              <a:path extrusionOk="0" h="1021758" w="996214">
                <a:moveTo>
                  <a:pt x="0" y="0"/>
                </a:moveTo>
                <a:lnTo>
                  <a:pt x="996214" y="0"/>
                </a:lnTo>
                <a:lnTo>
                  <a:pt x="996214" y="1021758"/>
                </a:lnTo>
                <a:lnTo>
                  <a:pt x="0" y="1021758"/>
                </a:lnTo>
                <a:lnTo>
                  <a:pt x="0" y="0"/>
                </a:lnTo>
                <a:close/>
              </a:path>
            </a:pathLst>
          </a:custGeom>
          <a:blipFill rotWithShape="1">
            <a:blip r:embed="rId3">
              <a:alphaModFix/>
            </a:blip>
            <a:stretch>
              <a:fillRect b="0" l="0" r="0" t="0"/>
            </a:stretch>
          </a:blipFill>
          <a:ln>
            <a:noFill/>
          </a:ln>
        </p:spPr>
      </p:sp>
      <p:sp>
        <p:nvSpPr>
          <p:cNvPr id="1172" name="Google Shape;1172;h32a9095667746e33_9_224"/>
          <p:cNvSpPr/>
          <p:nvPr/>
        </p:nvSpPr>
        <p:spPr>
          <a:xfrm>
            <a:off x="9305579" y="2910902"/>
            <a:ext cx="272321" cy="272321"/>
          </a:xfrm>
          <a:custGeom>
            <a:rect b="b" l="l" r="r" t="t"/>
            <a:pathLst>
              <a:path extrusionOk="0" h="272321" w="272321">
                <a:moveTo>
                  <a:pt x="0" y="0"/>
                </a:moveTo>
                <a:lnTo>
                  <a:pt x="272321" y="0"/>
                </a:lnTo>
                <a:lnTo>
                  <a:pt x="272321" y="272321"/>
                </a:lnTo>
                <a:lnTo>
                  <a:pt x="0" y="272321"/>
                </a:lnTo>
                <a:lnTo>
                  <a:pt x="0" y="0"/>
                </a:lnTo>
                <a:close/>
              </a:path>
            </a:pathLst>
          </a:custGeom>
          <a:blipFill rotWithShape="1">
            <a:blip r:embed="rId4">
              <a:alphaModFix/>
            </a:blip>
            <a:stretch>
              <a:fillRect b="0" l="0" r="0" t="0"/>
            </a:stretch>
          </a:blipFill>
          <a:ln>
            <a:noFill/>
          </a:ln>
        </p:spPr>
      </p:sp>
      <p:sp>
        <p:nvSpPr>
          <p:cNvPr id="1173" name="Google Shape;1173;h32a9095667746e33_9_224"/>
          <p:cNvSpPr/>
          <p:nvPr/>
        </p:nvSpPr>
        <p:spPr>
          <a:xfrm>
            <a:off x="1619352" y="2799985"/>
            <a:ext cx="272321" cy="272321"/>
          </a:xfrm>
          <a:custGeom>
            <a:rect b="b" l="l" r="r" t="t"/>
            <a:pathLst>
              <a:path extrusionOk="0" h="272321" w="272321">
                <a:moveTo>
                  <a:pt x="0" y="0"/>
                </a:moveTo>
                <a:lnTo>
                  <a:pt x="272321" y="0"/>
                </a:lnTo>
                <a:lnTo>
                  <a:pt x="272321" y="272322"/>
                </a:lnTo>
                <a:lnTo>
                  <a:pt x="0" y="272322"/>
                </a:lnTo>
                <a:lnTo>
                  <a:pt x="0" y="0"/>
                </a:lnTo>
                <a:close/>
              </a:path>
            </a:pathLst>
          </a:custGeom>
          <a:blipFill rotWithShape="1">
            <a:blip r:embed="rId4">
              <a:alphaModFix/>
            </a:blip>
            <a:stretch>
              <a:fillRect b="0" l="0" r="0" t="0"/>
            </a:stretch>
          </a:blipFill>
          <a:ln>
            <a:noFill/>
          </a:ln>
        </p:spPr>
      </p:sp>
      <p:sp>
        <p:nvSpPr>
          <p:cNvPr id="1174" name="Google Shape;1174;h32a9095667746e33_9_224"/>
          <p:cNvSpPr txBox="1"/>
          <p:nvPr/>
        </p:nvSpPr>
        <p:spPr>
          <a:xfrm>
            <a:off x="2395000" y="912524"/>
            <a:ext cx="14306700" cy="769500"/>
          </a:xfrm>
          <a:prstGeom prst="rect">
            <a:avLst/>
          </a:prstGeom>
          <a:noFill/>
          <a:ln>
            <a:noFill/>
          </a:ln>
        </p:spPr>
        <p:txBody>
          <a:bodyPr anchorCtr="0" anchor="t" bIns="0" lIns="0" spcFirstLastPara="1" rIns="0" wrap="square" tIns="0">
            <a:spAutoFit/>
          </a:bodyPr>
          <a:lstStyle/>
          <a:p>
            <a:pPr indent="0" lvl="0" marL="0" marR="0" rtl="0" algn="l">
              <a:lnSpc>
                <a:spcPct val="192000"/>
              </a:lnSpc>
              <a:spcBef>
                <a:spcPts val="0"/>
              </a:spcBef>
              <a:spcAft>
                <a:spcPts val="0"/>
              </a:spcAft>
              <a:buNone/>
            </a:pPr>
            <a:r>
              <a:rPr b="1" i="0" lang="en-US" sz="5000" u="none" cap="none" strike="noStrike">
                <a:solidFill>
                  <a:srgbClr val="20538B"/>
                </a:solidFill>
                <a:latin typeface="Arial"/>
                <a:ea typeface="Arial"/>
                <a:cs typeface="Arial"/>
                <a:sym typeface="Arial"/>
              </a:rPr>
              <a:t>취약점 분석 및 시나리오 </a:t>
            </a:r>
            <a:r>
              <a:rPr b="1" lang="en-US" sz="5000">
                <a:solidFill>
                  <a:srgbClr val="20538B"/>
                </a:solidFill>
              </a:rPr>
              <a:t> - </a:t>
            </a:r>
            <a:r>
              <a:rPr b="1" lang="en-US" sz="3500">
                <a:solidFill>
                  <a:srgbClr val="20538B"/>
                </a:solidFill>
              </a:rPr>
              <a:t>불충분한 인증 절차</a:t>
            </a:r>
            <a:endParaRPr b="1" i="0" sz="5000" u="none" cap="none" strike="noStrike">
              <a:solidFill>
                <a:srgbClr val="20538B"/>
              </a:solidFill>
              <a:latin typeface="Arial"/>
              <a:ea typeface="Arial"/>
              <a:cs typeface="Arial"/>
              <a:sym typeface="Arial"/>
            </a:endParaRPr>
          </a:p>
        </p:txBody>
      </p:sp>
      <p:sp>
        <p:nvSpPr>
          <p:cNvPr id="1175" name="Google Shape;1175;h32a9095667746e33_9_224"/>
          <p:cNvSpPr txBox="1"/>
          <p:nvPr/>
        </p:nvSpPr>
        <p:spPr>
          <a:xfrm>
            <a:off x="1437501" y="920715"/>
            <a:ext cx="834600" cy="751200"/>
          </a:xfrm>
          <a:prstGeom prst="rect">
            <a:avLst/>
          </a:prstGeom>
          <a:noFill/>
          <a:ln>
            <a:noFill/>
          </a:ln>
        </p:spPr>
        <p:txBody>
          <a:bodyPr anchorCtr="0" anchor="t" bIns="0" lIns="0" spcFirstLastPara="1" rIns="0" wrap="square" tIns="0">
            <a:spAutoFit/>
          </a:bodyPr>
          <a:lstStyle/>
          <a:p>
            <a:pPr indent="0" lvl="0" marL="0" marR="0" rtl="0" algn="l">
              <a:lnSpc>
                <a:spcPct val="192009"/>
              </a:lnSpc>
              <a:spcBef>
                <a:spcPts val="0"/>
              </a:spcBef>
              <a:spcAft>
                <a:spcPts val="0"/>
              </a:spcAft>
              <a:buNone/>
            </a:pPr>
            <a:r>
              <a:rPr b="1" i="0" lang="en-US" sz="4881" u="none" cap="none" strike="noStrike">
                <a:solidFill>
                  <a:srgbClr val="CBDDEF"/>
                </a:solidFill>
                <a:latin typeface="Arial"/>
                <a:ea typeface="Arial"/>
                <a:cs typeface="Arial"/>
                <a:sym typeface="Arial"/>
              </a:rPr>
              <a:t>0</a:t>
            </a:r>
            <a:r>
              <a:rPr b="1" lang="en-US" sz="4881">
                <a:solidFill>
                  <a:srgbClr val="CBDDEF"/>
                </a:solidFill>
              </a:rPr>
              <a:t>4</a:t>
            </a:r>
            <a:endParaRPr/>
          </a:p>
        </p:txBody>
      </p:sp>
      <p:sp>
        <p:nvSpPr>
          <p:cNvPr id="1176" name="Google Shape;1176;h32a9095667746e33_9_224"/>
          <p:cNvSpPr txBox="1"/>
          <p:nvPr/>
        </p:nvSpPr>
        <p:spPr>
          <a:xfrm>
            <a:off x="9738276" y="2815217"/>
            <a:ext cx="6140400" cy="4311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US" sz="2800">
                <a:solidFill>
                  <a:srgbClr val="20538B"/>
                </a:solidFill>
              </a:rPr>
              <a:t>모듈 반환 결과 구조</a:t>
            </a:r>
            <a:endParaRPr b="1" sz="2800">
              <a:solidFill>
                <a:srgbClr val="20538B"/>
              </a:solidFill>
            </a:endParaRPr>
          </a:p>
        </p:txBody>
      </p:sp>
      <p:sp>
        <p:nvSpPr>
          <p:cNvPr id="1177" name="Google Shape;1177;h32a9095667746e33_9_224"/>
          <p:cNvSpPr txBox="1"/>
          <p:nvPr/>
        </p:nvSpPr>
        <p:spPr>
          <a:xfrm>
            <a:off x="9656225" y="3429000"/>
            <a:ext cx="6304500" cy="4195200"/>
          </a:xfrm>
          <a:prstGeom prst="rect">
            <a:avLst/>
          </a:prstGeom>
          <a:noFill/>
          <a:ln>
            <a:noFill/>
          </a:ln>
        </p:spPr>
        <p:txBody>
          <a:bodyPr anchorCtr="0" anchor="t" bIns="0" lIns="0" spcFirstLastPara="1" rIns="0" wrap="square" tIns="0">
            <a:spAutoFit/>
          </a:bodyPr>
          <a:lstStyle/>
          <a:p>
            <a:pPr indent="0" lvl="0" marL="0" marR="0" rtl="0" algn="l">
              <a:lnSpc>
                <a:spcPct val="155000"/>
              </a:lnSpc>
              <a:spcBef>
                <a:spcPts val="0"/>
              </a:spcBef>
              <a:spcAft>
                <a:spcPts val="0"/>
              </a:spcAft>
              <a:buNone/>
            </a:pPr>
            <a:r>
              <a:rPr b="1" lang="en-US" sz="2300">
                <a:solidFill>
                  <a:schemeClr val="dk1"/>
                </a:solidFill>
              </a:rPr>
              <a:t>{</a:t>
            </a:r>
            <a:endParaRPr b="1" sz="2300">
              <a:solidFill>
                <a:schemeClr val="dk1"/>
              </a:solidFill>
            </a:endParaRPr>
          </a:p>
          <a:p>
            <a:pPr indent="0" lvl="0" marL="0" marR="0" rtl="0" algn="l">
              <a:lnSpc>
                <a:spcPct val="155000"/>
              </a:lnSpc>
              <a:spcBef>
                <a:spcPts val="0"/>
              </a:spcBef>
              <a:spcAft>
                <a:spcPts val="0"/>
              </a:spcAft>
              <a:buNone/>
            </a:pPr>
            <a:r>
              <a:rPr b="1" lang="en-US" sz="2300">
                <a:solidFill>
                  <a:schemeClr val="dk1"/>
                </a:solidFill>
              </a:rPr>
              <a:t>    "path": "/student/profile",</a:t>
            </a:r>
            <a:endParaRPr b="1" sz="2300">
              <a:solidFill>
                <a:schemeClr val="dk1"/>
              </a:solidFill>
            </a:endParaRPr>
          </a:p>
          <a:p>
            <a:pPr indent="0" lvl="0" marL="0" marR="0" rtl="0" algn="l">
              <a:lnSpc>
                <a:spcPct val="155000"/>
              </a:lnSpc>
              <a:spcBef>
                <a:spcPts val="0"/>
              </a:spcBef>
              <a:spcAft>
                <a:spcPts val="0"/>
              </a:spcAft>
              <a:buNone/>
            </a:pPr>
            <a:r>
              <a:rPr b="1" lang="en-US" sz="2300">
                <a:solidFill>
                  <a:schemeClr val="dk1"/>
                </a:solidFill>
              </a:rPr>
              <a:t>    "content": [...],</a:t>
            </a:r>
            <a:endParaRPr b="1" sz="2300">
              <a:solidFill>
                <a:schemeClr val="dk1"/>
              </a:solidFill>
            </a:endParaRPr>
          </a:p>
          <a:p>
            <a:pPr indent="0" lvl="0" marL="0" marR="0" rtl="0" algn="l">
              <a:lnSpc>
                <a:spcPct val="155000"/>
              </a:lnSpc>
              <a:spcBef>
                <a:spcPts val="0"/>
              </a:spcBef>
              <a:spcAft>
                <a:spcPts val="0"/>
              </a:spcAft>
              <a:buNone/>
            </a:pPr>
            <a:r>
              <a:rPr b="1" lang="en-US" sz="2300">
                <a:solidFill>
                  <a:schemeClr val="dk1"/>
                </a:solidFill>
              </a:rPr>
              <a:t>    "category": "불충분한 인증 절차",</a:t>
            </a:r>
            <a:endParaRPr b="1" sz="2300">
              <a:solidFill>
                <a:schemeClr val="dk1"/>
              </a:solidFill>
            </a:endParaRPr>
          </a:p>
          <a:p>
            <a:pPr indent="0" lvl="0" marL="0" marR="0" rtl="0" algn="l">
              <a:lnSpc>
                <a:spcPct val="155000"/>
              </a:lnSpc>
              <a:spcBef>
                <a:spcPts val="0"/>
              </a:spcBef>
              <a:spcAft>
                <a:spcPts val="0"/>
              </a:spcAft>
              <a:buNone/>
            </a:pPr>
            <a:r>
              <a:rPr b="1" lang="en-US" sz="2300">
                <a:solidFill>
                  <a:schemeClr val="dk1"/>
                </a:solidFill>
              </a:rPr>
              <a:t>    "result": "vulnerable",</a:t>
            </a:r>
            <a:endParaRPr b="1" sz="2300">
              <a:solidFill>
                <a:schemeClr val="dk1"/>
              </a:solidFill>
            </a:endParaRPr>
          </a:p>
          <a:p>
            <a:pPr indent="0" lvl="0" marL="0" marR="0" rtl="0" algn="l">
              <a:lnSpc>
                <a:spcPct val="155000"/>
              </a:lnSpc>
              <a:spcBef>
                <a:spcPts val="0"/>
              </a:spcBef>
              <a:spcAft>
                <a:spcPts val="0"/>
              </a:spcAft>
              <a:buNone/>
            </a:pPr>
            <a:r>
              <a:rPr b="1" lang="en-US" sz="2300">
                <a:solidFill>
                  <a:schemeClr val="dk1"/>
                </a:solidFill>
              </a:rPr>
              <a:t>    "severity": "high",</a:t>
            </a:r>
            <a:endParaRPr b="1" sz="2300">
              <a:solidFill>
                <a:schemeClr val="dk1"/>
              </a:solidFill>
            </a:endParaRPr>
          </a:p>
          <a:p>
            <a:pPr indent="0" lvl="0" marL="0" marR="0" rtl="0" algn="l">
              <a:lnSpc>
                <a:spcPct val="155000"/>
              </a:lnSpc>
              <a:spcBef>
                <a:spcPts val="0"/>
              </a:spcBef>
              <a:spcAft>
                <a:spcPts val="0"/>
              </a:spcAft>
              <a:buNone/>
            </a:pPr>
            <a:r>
              <a:rPr b="1" lang="en-US" sz="2300">
                <a:solidFill>
                  <a:schemeClr val="dk1"/>
                </a:solidFill>
              </a:rPr>
              <a:t>    "reason": "..."</a:t>
            </a:r>
            <a:endParaRPr b="1" sz="2300">
              <a:solidFill>
                <a:schemeClr val="dk1"/>
              </a:solidFill>
            </a:endParaRPr>
          </a:p>
          <a:p>
            <a:pPr indent="0" lvl="0" marL="0" rtl="0" algn="l">
              <a:lnSpc>
                <a:spcPct val="115000"/>
              </a:lnSpc>
              <a:spcBef>
                <a:spcPts val="0"/>
              </a:spcBef>
              <a:spcAft>
                <a:spcPts val="0"/>
              </a:spcAft>
              <a:buSzPts val="1100"/>
              <a:buNone/>
            </a:pPr>
            <a:r>
              <a:rPr b="1" lang="en-US" sz="2300">
                <a:solidFill>
                  <a:schemeClr val="dk1"/>
                </a:solidFill>
              </a:rPr>
              <a:t>}</a:t>
            </a:r>
            <a:endParaRPr b="1" sz="2300">
              <a:solidFill>
                <a:schemeClr val="dk1"/>
              </a:solidFill>
            </a:endParaRPr>
          </a:p>
        </p:txBody>
      </p:sp>
      <p:sp>
        <p:nvSpPr>
          <p:cNvPr id="1178" name="Google Shape;1178;h32a9095667746e33_9_224"/>
          <p:cNvSpPr txBox="1"/>
          <p:nvPr/>
        </p:nvSpPr>
        <p:spPr>
          <a:xfrm>
            <a:off x="2052049" y="2757109"/>
            <a:ext cx="6140400" cy="4311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US" sz="2800">
                <a:solidFill>
                  <a:srgbClr val="20538B"/>
                </a:solidFill>
              </a:rPr>
              <a:t>자동 </a:t>
            </a:r>
            <a:r>
              <a:rPr b="1" lang="en-US" sz="2800">
                <a:solidFill>
                  <a:srgbClr val="20538B"/>
                </a:solidFill>
              </a:rPr>
              <a:t>원복</a:t>
            </a:r>
            <a:endParaRPr b="1" sz="2800">
              <a:solidFill>
                <a:srgbClr val="20538B"/>
              </a:solidFill>
            </a:endParaRPr>
          </a:p>
        </p:txBody>
      </p:sp>
      <p:sp>
        <p:nvSpPr>
          <p:cNvPr id="1179" name="Google Shape;1179;h32a9095667746e33_9_224"/>
          <p:cNvSpPr txBox="1"/>
          <p:nvPr/>
        </p:nvSpPr>
        <p:spPr>
          <a:xfrm>
            <a:off x="2052050" y="3346162"/>
            <a:ext cx="4001100" cy="52395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SzPts val="1100"/>
              <a:buNone/>
            </a:pPr>
            <a:r>
              <a:rPr b="1" lang="en-US" sz="2300">
                <a:solidFill>
                  <a:schemeClr val="dk1"/>
                </a:solidFill>
              </a:rPr>
              <a:t>기존 개인정보 저장</a:t>
            </a:r>
            <a:endParaRPr b="1" sz="2300">
              <a:solidFill>
                <a:schemeClr val="dk1"/>
              </a:solidFill>
            </a:endParaRPr>
          </a:p>
          <a:p>
            <a:pPr indent="0" lvl="0" marL="0" rtl="0" algn="l">
              <a:lnSpc>
                <a:spcPct val="115000"/>
              </a:lnSpc>
              <a:spcBef>
                <a:spcPts val="0"/>
              </a:spcBef>
              <a:spcAft>
                <a:spcPts val="0"/>
              </a:spcAft>
              <a:buSzPts val="1100"/>
              <a:buNone/>
            </a:pPr>
            <a:r>
              <a:rPr b="1" lang="en-US" sz="2300">
                <a:solidFill>
                  <a:schemeClr val="dk1"/>
                </a:solidFill>
              </a:rPr>
              <a:t>        ↓</a:t>
            </a:r>
            <a:endParaRPr b="1" sz="2300">
              <a:solidFill>
                <a:schemeClr val="dk1"/>
              </a:solidFill>
            </a:endParaRPr>
          </a:p>
          <a:p>
            <a:pPr indent="0" lvl="0" marL="0" rtl="0" algn="l">
              <a:lnSpc>
                <a:spcPct val="115000"/>
              </a:lnSpc>
              <a:spcBef>
                <a:spcPts val="0"/>
              </a:spcBef>
              <a:spcAft>
                <a:spcPts val="0"/>
              </a:spcAft>
              <a:buSzPts val="1100"/>
              <a:buNone/>
            </a:pPr>
            <a:r>
              <a:rPr b="1" lang="en-US" sz="2300">
                <a:solidFill>
                  <a:schemeClr val="dk1"/>
                </a:solidFill>
              </a:rPr>
              <a:t>테스트 값 변경</a:t>
            </a:r>
            <a:endParaRPr b="1" sz="2300">
              <a:solidFill>
                <a:schemeClr val="dk1"/>
              </a:solidFill>
            </a:endParaRPr>
          </a:p>
          <a:p>
            <a:pPr indent="0" lvl="0" marL="0" rtl="0" algn="l">
              <a:lnSpc>
                <a:spcPct val="115000"/>
              </a:lnSpc>
              <a:spcBef>
                <a:spcPts val="0"/>
              </a:spcBef>
              <a:spcAft>
                <a:spcPts val="0"/>
              </a:spcAft>
              <a:buSzPts val="1100"/>
              <a:buNone/>
            </a:pPr>
            <a:r>
              <a:rPr b="1" lang="en-US" sz="2300">
                <a:solidFill>
                  <a:schemeClr val="dk1"/>
                </a:solidFill>
              </a:rPr>
              <a:t>        ↓</a:t>
            </a:r>
            <a:endParaRPr b="1" sz="2300">
              <a:solidFill>
                <a:schemeClr val="dk1"/>
              </a:solidFill>
            </a:endParaRPr>
          </a:p>
          <a:p>
            <a:pPr indent="0" lvl="0" marL="0" rtl="0" algn="l">
              <a:lnSpc>
                <a:spcPct val="115000"/>
              </a:lnSpc>
              <a:spcBef>
                <a:spcPts val="0"/>
              </a:spcBef>
              <a:spcAft>
                <a:spcPts val="0"/>
              </a:spcAft>
              <a:buSzPts val="1100"/>
              <a:buNone/>
            </a:pPr>
            <a:r>
              <a:rPr b="1" lang="en-US" sz="2300">
                <a:solidFill>
                  <a:schemeClr val="dk1"/>
                </a:solidFill>
              </a:rPr>
              <a:t>진단 수행</a:t>
            </a:r>
            <a:endParaRPr b="1" sz="2300">
              <a:solidFill>
                <a:schemeClr val="dk1"/>
              </a:solidFill>
            </a:endParaRPr>
          </a:p>
          <a:p>
            <a:pPr indent="0" lvl="0" marL="0" rtl="0" algn="l">
              <a:lnSpc>
                <a:spcPct val="115000"/>
              </a:lnSpc>
              <a:spcBef>
                <a:spcPts val="0"/>
              </a:spcBef>
              <a:spcAft>
                <a:spcPts val="0"/>
              </a:spcAft>
              <a:buSzPts val="1100"/>
              <a:buNone/>
            </a:pPr>
            <a:r>
              <a:rPr b="1" lang="en-US" sz="2300">
                <a:solidFill>
                  <a:schemeClr val="dk1"/>
                </a:solidFill>
              </a:rPr>
              <a:t>        ↓</a:t>
            </a:r>
            <a:endParaRPr b="1" sz="2300">
              <a:solidFill>
                <a:schemeClr val="dk1"/>
              </a:solidFill>
            </a:endParaRPr>
          </a:p>
          <a:p>
            <a:pPr indent="0" lvl="0" marL="0" rtl="0" algn="l">
              <a:lnSpc>
                <a:spcPct val="115000"/>
              </a:lnSpc>
              <a:spcBef>
                <a:spcPts val="0"/>
              </a:spcBef>
              <a:spcAft>
                <a:spcPts val="0"/>
              </a:spcAft>
              <a:buSzPts val="1100"/>
              <a:buNone/>
            </a:pPr>
            <a:r>
              <a:rPr b="1" lang="en-US" sz="2300">
                <a:solidFill>
                  <a:schemeClr val="dk1"/>
                </a:solidFill>
              </a:rPr>
              <a:t>finally</a:t>
            </a:r>
            <a:endParaRPr b="1" sz="2300">
              <a:solidFill>
                <a:schemeClr val="dk1"/>
              </a:solidFill>
            </a:endParaRPr>
          </a:p>
          <a:p>
            <a:pPr indent="0" lvl="0" marL="0" rtl="0" algn="l">
              <a:lnSpc>
                <a:spcPct val="115000"/>
              </a:lnSpc>
              <a:spcBef>
                <a:spcPts val="0"/>
              </a:spcBef>
              <a:spcAft>
                <a:spcPts val="0"/>
              </a:spcAft>
              <a:buSzPts val="1100"/>
              <a:buNone/>
            </a:pPr>
            <a:r>
              <a:rPr b="1" lang="en-US" sz="2300">
                <a:solidFill>
                  <a:schemeClr val="dk1"/>
                </a:solidFill>
              </a:rPr>
              <a:t>        ↓</a:t>
            </a:r>
            <a:endParaRPr b="1" sz="2300">
              <a:solidFill>
                <a:schemeClr val="dk1"/>
              </a:solidFill>
            </a:endParaRPr>
          </a:p>
          <a:p>
            <a:pPr indent="0" lvl="0" marL="0" rtl="0" algn="l">
              <a:lnSpc>
                <a:spcPct val="115000"/>
              </a:lnSpc>
              <a:spcBef>
                <a:spcPts val="0"/>
              </a:spcBef>
              <a:spcAft>
                <a:spcPts val="0"/>
              </a:spcAft>
              <a:buSzPts val="1100"/>
              <a:buNone/>
            </a:pPr>
            <a:r>
              <a:rPr b="1" lang="en-US" sz="2300">
                <a:solidFill>
                  <a:schemeClr val="dk1"/>
                </a:solidFill>
              </a:rPr>
              <a:t>원본값 다시 전송</a:t>
            </a:r>
            <a:endParaRPr b="1" sz="2300">
              <a:solidFill>
                <a:schemeClr val="dk1"/>
              </a:solidFill>
            </a:endParaRPr>
          </a:p>
          <a:p>
            <a:pPr indent="0" lvl="0" marL="0" rtl="0" algn="l">
              <a:lnSpc>
                <a:spcPct val="115000"/>
              </a:lnSpc>
              <a:spcBef>
                <a:spcPts val="0"/>
              </a:spcBef>
              <a:spcAft>
                <a:spcPts val="0"/>
              </a:spcAft>
              <a:buSzPts val="1100"/>
              <a:buNone/>
            </a:pPr>
            <a:r>
              <a:rPr b="1" lang="en-US" sz="2300">
                <a:solidFill>
                  <a:schemeClr val="dk1"/>
                </a:solidFill>
              </a:rPr>
              <a:t>        ↓</a:t>
            </a:r>
            <a:endParaRPr b="1" sz="2300">
              <a:solidFill>
                <a:schemeClr val="dk1"/>
              </a:solidFill>
            </a:endParaRPr>
          </a:p>
          <a:p>
            <a:pPr indent="0" lvl="0" marL="0" rtl="0" algn="l">
              <a:lnSpc>
                <a:spcPct val="115000"/>
              </a:lnSpc>
              <a:spcBef>
                <a:spcPts val="0"/>
              </a:spcBef>
              <a:spcAft>
                <a:spcPts val="0"/>
              </a:spcAft>
              <a:buSzPts val="1100"/>
              <a:buNone/>
            </a:pPr>
            <a:r>
              <a:rPr b="1" lang="en-US" sz="2300">
                <a:solidFill>
                  <a:schemeClr val="dk1"/>
                </a:solidFill>
              </a:rPr>
              <a:t>재조회</a:t>
            </a:r>
            <a:endParaRPr b="1" sz="2300">
              <a:solidFill>
                <a:schemeClr val="dk1"/>
              </a:solidFill>
            </a:endParaRPr>
          </a:p>
          <a:p>
            <a:pPr indent="0" lvl="0" marL="0" rtl="0" algn="l">
              <a:lnSpc>
                <a:spcPct val="115000"/>
              </a:lnSpc>
              <a:spcBef>
                <a:spcPts val="0"/>
              </a:spcBef>
              <a:spcAft>
                <a:spcPts val="0"/>
              </a:spcAft>
              <a:buSzPts val="1100"/>
              <a:buNone/>
            </a:pPr>
            <a:r>
              <a:rPr b="1" lang="en-US" sz="2300">
                <a:solidFill>
                  <a:schemeClr val="dk1"/>
                </a:solidFill>
              </a:rPr>
              <a:t>        ↓</a:t>
            </a:r>
            <a:endParaRPr b="1" sz="2300">
              <a:solidFill>
                <a:schemeClr val="dk1"/>
              </a:solidFill>
            </a:endParaRPr>
          </a:p>
          <a:p>
            <a:pPr indent="0" lvl="0" marL="0" rtl="0" algn="l">
              <a:lnSpc>
                <a:spcPct val="115000"/>
              </a:lnSpc>
              <a:spcBef>
                <a:spcPts val="0"/>
              </a:spcBef>
              <a:spcAft>
                <a:spcPts val="0"/>
              </a:spcAft>
              <a:buSzPts val="1100"/>
              <a:buNone/>
            </a:pPr>
            <a:r>
              <a:rPr b="1" lang="en-US" sz="2300">
                <a:solidFill>
                  <a:schemeClr val="dk1"/>
                </a:solidFill>
              </a:rPr>
              <a:t>복구 여부 확인</a:t>
            </a:r>
            <a:endParaRPr b="1" sz="2300">
              <a:solidFill>
                <a:schemeClr val="dk1"/>
              </a:solidFill>
            </a:endParaRPr>
          </a:p>
        </p:txBody>
      </p:sp>
      <p:sp>
        <p:nvSpPr>
          <p:cNvPr id="1180" name="Google Shape;1180;h32a9095667746e33_9_224"/>
          <p:cNvSpPr txBox="1"/>
          <p:nvPr/>
        </p:nvSpPr>
        <p:spPr>
          <a:xfrm>
            <a:off x="9467325" y="8171675"/>
            <a:ext cx="6140400" cy="954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500">
                <a:solidFill>
                  <a:srgbClr val="FF0000"/>
                </a:solidFill>
              </a:rPr>
              <a:t>통합 Scanner 및 AI 분석/보고서 모듈에서 활용할 수 있도록 구조화된 결과 반환</a:t>
            </a:r>
            <a:endParaRPr b="1" sz="2500">
              <a:solidFill>
                <a:srgbClr val="FF0000"/>
              </a:solidFill>
            </a:endParaRPr>
          </a:p>
        </p:txBody>
      </p:sp>
      <p:sp>
        <p:nvSpPr>
          <p:cNvPr id="1181" name="Google Shape;1181;h32a9095667746e33_9_224"/>
          <p:cNvSpPr txBox="1"/>
          <p:nvPr/>
        </p:nvSpPr>
        <p:spPr>
          <a:xfrm>
            <a:off x="2395000" y="1705375"/>
            <a:ext cx="40011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000"/>
              <a:t>테스트 데이터 보호 및 결과 구조</a:t>
            </a:r>
            <a:endParaRPr sz="2000"/>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5" name="Shape 1185"/>
        <p:cNvGrpSpPr/>
        <p:nvPr/>
      </p:nvGrpSpPr>
      <p:grpSpPr>
        <a:xfrm>
          <a:off x="0" y="0"/>
          <a:ext cx="0" cy="0"/>
          <a:chOff x="0" y="0"/>
          <a:chExt cx="0" cy="0"/>
        </a:xfrm>
      </p:grpSpPr>
      <p:grpSp>
        <p:nvGrpSpPr>
          <p:cNvPr id="1186" name="Google Shape;1186;h32a9095667746e33_9_257"/>
          <p:cNvGrpSpPr/>
          <p:nvPr/>
        </p:nvGrpSpPr>
        <p:grpSpPr>
          <a:xfrm>
            <a:off x="-1081199" y="3274283"/>
            <a:ext cx="20615733" cy="7012716"/>
            <a:chOff x="-99239" y="-86"/>
            <a:chExt cx="27487644" cy="9350288"/>
          </a:xfrm>
        </p:grpSpPr>
        <p:grpSp>
          <p:nvGrpSpPr>
            <p:cNvPr id="1187" name="Google Shape;1187;h32a9095667746e33_9_257"/>
            <p:cNvGrpSpPr/>
            <p:nvPr/>
          </p:nvGrpSpPr>
          <p:grpSpPr>
            <a:xfrm rot="-5400000">
              <a:off x="11107617" y="-11206942"/>
              <a:ext cx="4770761" cy="27184472"/>
              <a:chOff x="0" y="-38100"/>
              <a:chExt cx="1831597" cy="10436700"/>
            </a:xfrm>
          </p:grpSpPr>
          <p:sp>
            <p:nvSpPr>
              <p:cNvPr id="1188" name="Google Shape;1188;h32a9095667746e33_9_257"/>
              <p:cNvSpPr/>
              <p:nvPr/>
            </p:nvSpPr>
            <p:spPr>
              <a:xfrm>
                <a:off x="0" y="0"/>
                <a:ext cx="1831597" cy="10398600"/>
              </a:xfrm>
              <a:custGeom>
                <a:rect b="b" l="l" r="r" t="t"/>
                <a:pathLst>
                  <a:path extrusionOk="0" h="10398600" w="1831597">
                    <a:moveTo>
                      <a:pt x="0" y="0"/>
                    </a:moveTo>
                    <a:lnTo>
                      <a:pt x="1831597" y="0"/>
                    </a:lnTo>
                    <a:lnTo>
                      <a:pt x="1831597" y="10398600"/>
                    </a:lnTo>
                    <a:lnTo>
                      <a:pt x="0" y="10398600"/>
                    </a:lnTo>
                    <a:close/>
                  </a:path>
                </a:pathLst>
              </a:custGeom>
              <a:solidFill>
                <a:srgbClr val="CBDDEF"/>
              </a:solidFill>
              <a:ln>
                <a:noFill/>
              </a:ln>
            </p:spPr>
          </p:sp>
          <p:sp>
            <p:nvSpPr>
              <p:cNvPr id="1189" name="Google Shape;1189;h32a9095667746e33_9_257"/>
              <p:cNvSpPr txBox="1"/>
              <p:nvPr/>
            </p:nvSpPr>
            <p:spPr>
              <a:xfrm>
                <a:off x="0" y="-38100"/>
                <a:ext cx="1831500" cy="10436700"/>
              </a:xfrm>
              <a:prstGeom prst="rect">
                <a:avLst/>
              </a:prstGeom>
              <a:noFill/>
              <a:ln>
                <a:noFill/>
              </a:ln>
            </p:spPr>
            <p:txBody>
              <a:bodyPr anchorCtr="0" anchor="ctr" bIns="27000" lIns="27000" spcFirstLastPara="1" rIns="27000" wrap="square" tIns="27000">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190" name="Google Shape;1190;h32a9095667746e33_9_257"/>
            <p:cNvGrpSpPr/>
            <p:nvPr/>
          </p:nvGrpSpPr>
          <p:grpSpPr>
            <a:xfrm rot="-5400000">
              <a:off x="11637133" y="-6401070"/>
              <a:ext cx="4579844" cy="26922700"/>
              <a:chOff x="0" y="-38100"/>
              <a:chExt cx="1758300" cy="10336200"/>
            </a:xfrm>
          </p:grpSpPr>
          <p:sp>
            <p:nvSpPr>
              <p:cNvPr id="1191" name="Google Shape;1191;h32a9095667746e33_9_257"/>
              <p:cNvSpPr/>
              <p:nvPr/>
            </p:nvSpPr>
            <p:spPr>
              <a:xfrm>
                <a:off x="0" y="0"/>
                <a:ext cx="1758210" cy="10298040"/>
              </a:xfrm>
              <a:custGeom>
                <a:rect b="b" l="l" r="r" t="t"/>
                <a:pathLst>
                  <a:path extrusionOk="0" h="10298040" w="1758210">
                    <a:moveTo>
                      <a:pt x="0" y="0"/>
                    </a:moveTo>
                    <a:lnTo>
                      <a:pt x="1758210" y="0"/>
                    </a:lnTo>
                    <a:lnTo>
                      <a:pt x="1758210" y="10298040"/>
                    </a:lnTo>
                    <a:lnTo>
                      <a:pt x="0" y="10298040"/>
                    </a:lnTo>
                    <a:close/>
                  </a:path>
                </a:pathLst>
              </a:custGeom>
              <a:solidFill>
                <a:srgbClr val="94B6DA"/>
              </a:solidFill>
              <a:ln>
                <a:noFill/>
              </a:ln>
            </p:spPr>
          </p:sp>
          <p:sp>
            <p:nvSpPr>
              <p:cNvPr id="1192" name="Google Shape;1192;h32a9095667746e33_9_257"/>
              <p:cNvSpPr txBox="1"/>
              <p:nvPr/>
            </p:nvSpPr>
            <p:spPr>
              <a:xfrm>
                <a:off x="0" y="-38100"/>
                <a:ext cx="1758300" cy="10336200"/>
              </a:xfrm>
              <a:prstGeom prst="rect">
                <a:avLst/>
              </a:prstGeom>
              <a:noFill/>
              <a:ln>
                <a:noFill/>
              </a:ln>
            </p:spPr>
            <p:txBody>
              <a:bodyPr anchorCtr="0" anchor="ctr" bIns="27000" lIns="27000" spcFirstLastPara="1" rIns="27000" wrap="square" tIns="27000">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grpSp>
        <p:nvGrpSpPr>
          <p:cNvPr id="1193" name="Google Shape;1193;h32a9095667746e33_9_257"/>
          <p:cNvGrpSpPr/>
          <p:nvPr/>
        </p:nvGrpSpPr>
        <p:grpSpPr>
          <a:xfrm>
            <a:off x="731085" y="622850"/>
            <a:ext cx="16825838" cy="9050174"/>
            <a:chOff x="0" y="-108814"/>
            <a:chExt cx="22434451" cy="12066898"/>
          </a:xfrm>
        </p:grpSpPr>
        <p:grpSp>
          <p:nvGrpSpPr>
            <p:cNvPr id="1194" name="Google Shape;1194;h32a9095667746e33_9_257"/>
            <p:cNvGrpSpPr/>
            <p:nvPr/>
          </p:nvGrpSpPr>
          <p:grpSpPr>
            <a:xfrm>
              <a:off x="26537" y="10214891"/>
              <a:ext cx="22386840" cy="1743193"/>
              <a:chOff x="0" y="-47625"/>
              <a:chExt cx="9809754" cy="763855"/>
            </a:xfrm>
          </p:grpSpPr>
          <p:sp>
            <p:nvSpPr>
              <p:cNvPr id="1195" name="Google Shape;1195;h32a9095667746e33_9_257"/>
              <p:cNvSpPr/>
              <p:nvPr/>
            </p:nvSpPr>
            <p:spPr>
              <a:xfrm>
                <a:off x="0" y="0"/>
                <a:ext cx="9809754" cy="716230"/>
              </a:xfrm>
              <a:custGeom>
                <a:rect b="b" l="l" r="r" t="t"/>
                <a:pathLst>
                  <a:path extrusionOk="0" h="716230" w="9809754">
                    <a:moveTo>
                      <a:pt x="0" y="0"/>
                    </a:moveTo>
                    <a:lnTo>
                      <a:pt x="9809754" y="0"/>
                    </a:lnTo>
                    <a:lnTo>
                      <a:pt x="9809754" y="716230"/>
                    </a:lnTo>
                    <a:lnTo>
                      <a:pt x="0" y="716230"/>
                    </a:lnTo>
                    <a:close/>
                  </a:path>
                </a:pathLst>
              </a:custGeom>
              <a:solidFill>
                <a:srgbClr val="20538B"/>
              </a:solidFill>
              <a:ln cap="sq" cmpd="sng" w="38100">
                <a:solidFill>
                  <a:srgbClr val="20538B"/>
                </a:solidFill>
                <a:prstDash val="solid"/>
                <a:miter lim="8000"/>
                <a:headEnd len="sm" w="sm" type="none"/>
                <a:tailEnd len="sm" w="sm" type="none"/>
              </a:ln>
            </p:spPr>
          </p:sp>
          <p:sp>
            <p:nvSpPr>
              <p:cNvPr id="1196" name="Google Shape;1196;h32a9095667746e33_9_257"/>
              <p:cNvSpPr txBox="1"/>
              <p:nvPr/>
            </p:nvSpPr>
            <p:spPr>
              <a:xfrm>
                <a:off x="0" y="-47625"/>
                <a:ext cx="9809700" cy="763800"/>
              </a:xfrm>
              <a:prstGeom prst="rect">
                <a:avLst/>
              </a:prstGeom>
              <a:noFill/>
              <a:ln>
                <a:noFill/>
              </a:ln>
            </p:spPr>
            <p:txBody>
              <a:bodyPr anchorCtr="0" anchor="ctr" bIns="50800" lIns="50800" spcFirstLastPara="1" rIns="50800" wrap="square" tIns="50800">
                <a:noAutofit/>
              </a:bodyPr>
              <a:lstStyle/>
              <a:p>
                <a:pPr indent="0" lvl="0" marL="0" marR="0" rtl="0" algn="ctr">
                  <a:lnSpc>
                    <a:spcPct val="175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197" name="Google Shape;1197;h32a9095667746e33_9_257"/>
            <p:cNvGrpSpPr/>
            <p:nvPr/>
          </p:nvGrpSpPr>
          <p:grpSpPr>
            <a:xfrm>
              <a:off x="0" y="-108814"/>
              <a:ext cx="22434451" cy="11946166"/>
              <a:chOff x="0" y="-47625"/>
              <a:chExt cx="9819000" cy="5228539"/>
            </a:xfrm>
          </p:grpSpPr>
          <p:sp>
            <p:nvSpPr>
              <p:cNvPr id="1198" name="Google Shape;1198;h32a9095667746e33_9_257"/>
              <p:cNvSpPr/>
              <p:nvPr/>
            </p:nvSpPr>
            <p:spPr>
              <a:xfrm>
                <a:off x="0" y="0"/>
                <a:ext cx="9818922" cy="5180914"/>
              </a:xfrm>
              <a:custGeom>
                <a:rect b="b" l="l" r="r" t="t"/>
                <a:pathLst>
                  <a:path extrusionOk="0" h="5180914" w="9818922">
                    <a:moveTo>
                      <a:pt x="0" y="0"/>
                    </a:moveTo>
                    <a:lnTo>
                      <a:pt x="9818922" y="0"/>
                    </a:lnTo>
                    <a:lnTo>
                      <a:pt x="9818922" y="5180914"/>
                    </a:lnTo>
                    <a:lnTo>
                      <a:pt x="0" y="5180914"/>
                    </a:lnTo>
                    <a:close/>
                  </a:path>
                </a:pathLst>
              </a:custGeom>
              <a:solidFill>
                <a:srgbClr val="FFFFFF"/>
              </a:solidFill>
              <a:ln cap="sq" cmpd="sng" w="38100">
                <a:solidFill>
                  <a:srgbClr val="20538B"/>
                </a:solidFill>
                <a:prstDash val="solid"/>
                <a:miter lim="8000"/>
                <a:headEnd len="sm" w="sm" type="none"/>
                <a:tailEnd len="sm" w="sm" type="none"/>
              </a:ln>
            </p:spPr>
          </p:sp>
          <p:sp>
            <p:nvSpPr>
              <p:cNvPr id="1199" name="Google Shape;1199;h32a9095667746e33_9_257"/>
              <p:cNvSpPr txBox="1"/>
              <p:nvPr/>
            </p:nvSpPr>
            <p:spPr>
              <a:xfrm>
                <a:off x="0" y="-47625"/>
                <a:ext cx="9819000" cy="5228400"/>
              </a:xfrm>
              <a:prstGeom prst="rect">
                <a:avLst/>
              </a:prstGeom>
              <a:noFill/>
              <a:ln>
                <a:noFill/>
              </a:ln>
            </p:spPr>
            <p:txBody>
              <a:bodyPr anchorCtr="0" anchor="ctr" bIns="50800" lIns="50800" spcFirstLastPara="1" rIns="50800" wrap="square" tIns="50800">
                <a:noAutofit/>
              </a:bodyPr>
              <a:lstStyle/>
              <a:p>
                <a:pPr indent="0" lvl="0" marL="0" marR="0" rtl="0" algn="ctr">
                  <a:lnSpc>
                    <a:spcPct val="175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grpSp>
        <p:nvGrpSpPr>
          <p:cNvPr id="1200" name="Google Shape;1200;h32a9095667746e33_9_257"/>
          <p:cNvGrpSpPr/>
          <p:nvPr/>
        </p:nvGrpSpPr>
        <p:grpSpPr>
          <a:xfrm>
            <a:off x="763743" y="662704"/>
            <a:ext cx="16759942" cy="1561150"/>
            <a:chOff x="0" y="-38100"/>
            <a:chExt cx="8581200" cy="799319"/>
          </a:xfrm>
        </p:grpSpPr>
        <p:sp>
          <p:nvSpPr>
            <p:cNvPr id="1201" name="Google Shape;1201;h32a9095667746e33_9_257"/>
            <p:cNvSpPr/>
            <p:nvPr/>
          </p:nvSpPr>
          <p:spPr>
            <a:xfrm>
              <a:off x="0" y="0"/>
              <a:ext cx="8581180" cy="761219"/>
            </a:xfrm>
            <a:custGeom>
              <a:rect b="b" l="l" r="r" t="t"/>
              <a:pathLst>
                <a:path extrusionOk="0" h="761219" w="8581180">
                  <a:moveTo>
                    <a:pt x="0" y="0"/>
                  </a:moveTo>
                  <a:lnTo>
                    <a:pt x="8581180" y="0"/>
                  </a:lnTo>
                  <a:lnTo>
                    <a:pt x="8581180" y="761219"/>
                  </a:lnTo>
                  <a:lnTo>
                    <a:pt x="0" y="761219"/>
                  </a:lnTo>
                  <a:close/>
                </a:path>
              </a:pathLst>
            </a:custGeom>
            <a:solidFill>
              <a:srgbClr val="EEF6FF"/>
            </a:solidFill>
            <a:ln cap="sq" cmpd="sng" w="9525">
              <a:solidFill>
                <a:srgbClr val="20538B"/>
              </a:solidFill>
              <a:prstDash val="solid"/>
              <a:miter lim="8000"/>
              <a:headEnd len="sm" w="sm" type="none"/>
              <a:tailEnd len="sm" w="sm" type="none"/>
            </a:ln>
          </p:spPr>
        </p:sp>
        <p:sp>
          <p:nvSpPr>
            <p:cNvPr id="1202" name="Google Shape;1202;h32a9095667746e33_9_257"/>
            <p:cNvSpPr txBox="1"/>
            <p:nvPr/>
          </p:nvSpPr>
          <p:spPr>
            <a:xfrm>
              <a:off x="0" y="-38100"/>
              <a:ext cx="8581200" cy="799200"/>
            </a:xfrm>
            <a:prstGeom prst="rect">
              <a:avLst/>
            </a:prstGeom>
            <a:noFill/>
            <a:ln>
              <a:noFill/>
            </a:ln>
          </p:spPr>
          <p:txBody>
            <a:bodyPr anchorCtr="0" anchor="ctr" bIns="39175" lIns="39175" spcFirstLastPara="1" rIns="39175" wrap="square" tIns="39175">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203" name="Google Shape;1203;h32a9095667746e33_9_257"/>
          <p:cNvSpPr/>
          <p:nvPr/>
        </p:nvSpPr>
        <p:spPr>
          <a:xfrm>
            <a:off x="15531691" y="160918"/>
            <a:ext cx="996214" cy="1021758"/>
          </a:xfrm>
          <a:custGeom>
            <a:rect b="b" l="l" r="r" t="t"/>
            <a:pathLst>
              <a:path extrusionOk="0" h="1021758" w="996214">
                <a:moveTo>
                  <a:pt x="0" y="0"/>
                </a:moveTo>
                <a:lnTo>
                  <a:pt x="996214" y="0"/>
                </a:lnTo>
                <a:lnTo>
                  <a:pt x="996214" y="1021758"/>
                </a:lnTo>
                <a:lnTo>
                  <a:pt x="0" y="1021758"/>
                </a:lnTo>
                <a:lnTo>
                  <a:pt x="0" y="0"/>
                </a:lnTo>
                <a:close/>
              </a:path>
            </a:pathLst>
          </a:custGeom>
          <a:blipFill rotWithShape="1">
            <a:blip r:embed="rId3">
              <a:alphaModFix/>
            </a:blip>
            <a:stretch>
              <a:fillRect b="0" l="0" r="0" t="0"/>
            </a:stretch>
          </a:blipFill>
          <a:ln>
            <a:noFill/>
          </a:ln>
        </p:spPr>
      </p:sp>
      <p:sp>
        <p:nvSpPr>
          <p:cNvPr id="1204" name="Google Shape;1204;h32a9095667746e33_9_257"/>
          <p:cNvSpPr/>
          <p:nvPr/>
        </p:nvSpPr>
        <p:spPr>
          <a:xfrm>
            <a:off x="9305579" y="2910902"/>
            <a:ext cx="272321" cy="272321"/>
          </a:xfrm>
          <a:custGeom>
            <a:rect b="b" l="l" r="r" t="t"/>
            <a:pathLst>
              <a:path extrusionOk="0" h="272321" w="272321">
                <a:moveTo>
                  <a:pt x="0" y="0"/>
                </a:moveTo>
                <a:lnTo>
                  <a:pt x="272321" y="0"/>
                </a:lnTo>
                <a:lnTo>
                  <a:pt x="272321" y="272321"/>
                </a:lnTo>
                <a:lnTo>
                  <a:pt x="0" y="272321"/>
                </a:lnTo>
                <a:lnTo>
                  <a:pt x="0" y="0"/>
                </a:lnTo>
                <a:close/>
              </a:path>
            </a:pathLst>
          </a:custGeom>
          <a:blipFill rotWithShape="1">
            <a:blip r:embed="rId4">
              <a:alphaModFix/>
            </a:blip>
            <a:stretch>
              <a:fillRect b="0" l="0" r="0" t="0"/>
            </a:stretch>
          </a:blipFill>
          <a:ln>
            <a:noFill/>
          </a:ln>
        </p:spPr>
      </p:sp>
      <p:sp>
        <p:nvSpPr>
          <p:cNvPr id="1205" name="Google Shape;1205;h32a9095667746e33_9_257"/>
          <p:cNvSpPr/>
          <p:nvPr/>
        </p:nvSpPr>
        <p:spPr>
          <a:xfrm>
            <a:off x="1619352" y="2799985"/>
            <a:ext cx="272321" cy="272321"/>
          </a:xfrm>
          <a:custGeom>
            <a:rect b="b" l="l" r="r" t="t"/>
            <a:pathLst>
              <a:path extrusionOk="0" h="272321" w="272321">
                <a:moveTo>
                  <a:pt x="0" y="0"/>
                </a:moveTo>
                <a:lnTo>
                  <a:pt x="272321" y="0"/>
                </a:lnTo>
                <a:lnTo>
                  <a:pt x="272321" y="272322"/>
                </a:lnTo>
                <a:lnTo>
                  <a:pt x="0" y="272322"/>
                </a:lnTo>
                <a:lnTo>
                  <a:pt x="0" y="0"/>
                </a:lnTo>
                <a:close/>
              </a:path>
            </a:pathLst>
          </a:custGeom>
          <a:blipFill rotWithShape="1">
            <a:blip r:embed="rId4">
              <a:alphaModFix/>
            </a:blip>
            <a:stretch>
              <a:fillRect b="0" l="0" r="0" t="0"/>
            </a:stretch>
          </a:blipFill>
          <a:ln>
            <a:noFill/>
          </a:ln>
        </p:spPr>
      </p:sp>
      <p:sp>
        <p:nvSpPr>
          <p:cNvPr id="1206" name="Google Shape;1206;h32a9095667746e33_9_257"/>
          <p:cNvSpPr txBox="1"/>
          <p:nvPr/>
        </p:nvSpPr>
        <p:spPr>
          <a:xfrm>
            <a:off x="2395000" y="912524"/>
            <a:ext cx="14306700" cy="769500"/>
          </a:xfrm>
          <a:prstGeom prst="rect">
            <a:avLst/>
          </a:prstGeom>
          <a:noFill/>
          <a:ln>
            <a:noFill/>
          </a:ln>
        </p:spPr>
        <p:txBody>
          <a:bodyPr anchorCtr="0" anchor="t" bIns="0" lIns="0" spcFirstLastPara="1" rIns="0" wrap="square" tIns="0">
            <a:spAutoFit/>
          </a:bodyPr>
          <a:lstStyle/>
          <a:p>
            <a:pPr indent="0" lvl="0" marL="0" marR="0" rtl="0" algn="l">
              <a:lnSpc>
                <a:spcPct val="192000"/>
              </a:lnSpc>
              <a:spcBef>
                <a:spcPts val="0"/>
              </a:spcBef>
              <a:spcAft>
                <a:spcPts val="0"/>
              </a:spcAft>
              <a:buNone/>
            </a:pPr>
            <a:r>
              <a:rPr b="1" i="0" lang="en-US" sz="5000" u="none" cap="none" strike="noStrike">
                <a:solidFill>
                  <a:srgbClr val="20538B"/>
                </a:solidFill>
                <a:latin typeface="Arial"/>
                <a:ea typeface="Arial"/>
                <a:cs typeface="Arial"/>
                <a:sym typeface="Arial"/>
              </a:rPr>
              <a:t>취약점 분석 및 시나리오 </a:t>
            </a:r>
            <a:r>
              <a:rPr b="1" lang="en-US" sz="5000">
                <a:solidFill>
                  <a:srgbClr val="20538B"/>
                </a:solidFill>
              </a:rPr>
              <a:t> - </a:t>
            </a:r>
            <a:r>
              <a:rPr b="1" lang="en-US" sz="3500">
                <a:solidFill>
                  <a:srgbClr val="20538B"/>
                </a:solidFill>
              </a:rPr>
              <a:t>불충분한 인증 절차</a:t>
            </a:r>
            <a:endParaRPr b="1" i="0" sz="5000" u="none" cap="none" strike="noStrike">
              <a:solidFill>
                <a:srgbClr val="20538B"/>
              </a:solidFill>
              <a:latin typeface="Arial"/>
              <a:ea typeface="Arial"/>
              <a:cs typeface="Arial"/>
              <a:sym typeface="Arial"/>
            </a:endParaRPr>
          </a:p>
        </p:txBody>
      </p:sp>
      <p:sp>
        <p:nvSpPr>
          <p:cNvPr id="1207" name="Google Shape;1207;h32a9095667746e33_9_257"/>
          <p:cNvSpPr txBox="1"/>
          <p:nvPr/>
        </p:nvSpPr>
        <p:spPr>
          <a:xfrm>
            <a:off x="1437501" y="920715"/>
            <a:ext cx="834600" cy="751200"/>
          </a:xfrm>
          <a:prstGeom prst="rect">
            <a:avLst/>
          </a:prstGeom>
          <a:noFill/>
          <a:ln>
            <a:noFill/>
          </a:ln>
        </p:spPr>
        <p:txBody>
          <a:bodyPr anchorCtr="0" anchor="t" bIns="0" lIns="0" spcFirstLastPara="1" rIns="0" wrap="square" tIns="0">
            <a:spAutoFit/>
          </a:bodyPr>
          <a:lstStyle/>
          <a:p>
            <a:pPr indent="0" lvl="0" marL="0" marR="0" rtl="0" algn="l">
              <a:lnSpc>
                <a:spcPct val="192009"/>
              </a:lnSpc>
              <a:spcBef>
                <a:spcPts val="0"/>
              </a:spcBef>
              <a:spcAft>
                <a:spcPts val="0"/>
              </a:spcAft>
              <a:buNone/>
            </a:pPr>
            <a:r>
              <a:rPr b="1" i="0" lang="en-US" sz="4881" u="none" cap="none" strike="noStrike">
                <a:solidFill>
                  <a:srgbClr val="CBDDEF"/>
                </a:solidFill>
                <a:latin typeface="Arial"/>
                <a:ea typeface="Arial"/>
                <a:cs typeface="Arial"/>
                <a:sym typeface="Arial"/>
              </a:rPr>
              <a:t>0</a:t>
            </a:r>
            <a:r>
              <a:rPr b="1" lang="en-US" sz="4881">
                <a:solidFill>
                  <a:srgbClr val="CBDDEF"/>
                </a:solidFill>
              </a:rPr>
              <a:t>4</a:t>
            </a:r>
            <a:endParaRPr/>
          </a:p>
        </p:txBody>
      </p:sp>
      <p:sp>
        <p:nvSpPr>
          <p:cNvPr id="1208" name="Google Shape;1208;h32a9095667746e33_9_257"/>
          <p:cNvSpPr txBox="1"/>
          <p:nvPr/>
        </p:nvSpPr>
        <p:spPr>
          <a:xfrm>
            <a:off x="9738276" y="2815217"/>
            <a:ext cx="6140400" cy="4311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US" sz="2800">
                <a:solidFill>
                  <a:srgbClr val="20538B"/>
                </a:solidFill>
              </a:rPr>
              <a:t>AI 활용 방식</a:t>
            </a:r>
            <a:endParaRPr b="1" sz="2800">
              <a:solidFill>
                <a:srgbClr val="20538B"/>
              </a:solidFill>
            </a:endParaRPr>
          </a:p>
        </p:txBody>
      </p:sp>
      <p:sp>
        <p:nvSpPr>
          <p:cNvPr id="1209" name="Google Shape;1209;h32a9095667746e33_9_257"/>
          <p:cNvSpPr txBox="1"/>
          <p:nvPr/>
        </p:nvSpPr>
        <p:spPr>
          <a:xfrm>
            <a:off x="9656225" y="3429000"/>
            <a:ext cx="6304500" cy="12699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SzPts val="1100"/>
              <a:buNone/>
            </a:pPr>
            <a:r>
              <a:rPr b="1" lang="en-US" sz="2500">
                <a:solidFill>
                  <a:schemeClr val="dk1"/>
                </a:solidFill>
              </a:rPr>
              <a:t>AI는 자동 진단기가 확보한 객관적인 증거와 판정 결과를 기반으로</a:t>
            </a:r>
            <a:endParaRPr b="1" sz="2500">
              <a:solidFill>
                <a:schemeClr val="dk1"/>
              </a:solidFill>
            </a:endParaRPr>
          </a:p>
          <a:p>
            <a:pPr indent="0" lvl="0" marL="0" rtl="0" algn="l">
              <a:lnSpc>
                <a:spcPct val="115000"/>
              </a:lnSpc>
              <a:spcBef>
                <a:spcPts val="0"/>
              </a:spcBef>
              <a:spcAft>
                <a:spcPts val="0"/>
              </a:spcAft>
              <a:buSzPts val="1100"/>
              <a:buNone/>
            </a:pPr>
            <a:r>
              <a:rPr b="1" lang="en-US" sz="2500">
                <a:solidFill>
                  <a:schemeClr val="dk1"/>
                </a:solidFill>
              </a:rPr>
              <a:t>설명 및 보고서 생성을 수행 </a:t>
            </a:r>
            <a:endParaRPr b="1" sz="2500">
              <a:solidFill>
                <a:schemeClr val="dk1"/>
              </a:solidFill>
            </a:endParaRPr>
          </a:p>
        </p:txBody>
      </p:sp>
      <p:sp>
        <p:nvSpPr>
          <p:cNvPr id="1210" name="Google Shape;1210;h32a9095667746e33_9_257"/>
          <p:cNvSpPr txBox="1"/>
          <p:nvPr/>
        </p:nvSpPr>
        <p:spPr>
          <a:xfrm>
            <a:off x="2052049" y="2757109"/>
            <a:ext cx="6140400" cy="4311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US" sz="2800">
                <a:solidFill>
                  <a:srgbClr val="20538B"/>
                </a:solidFill>
              </a:rPr>
              <a:t>AI </a:t>
            </a:r>
            <a:r>
              <a:rPr b="1" lang="en-US" sz="2800">
                <a:solidFill>
                  <a:srgbClr val="20538B"/>
                </a:solidFill>
              </a:rPr>
              <a:t>연계 구조</a:t>
            </a:r>
            <a:endParaRPr b="1" sz="2800">
              <a:solidFill>
                <a:srgbClr val="20538B"/>
              </a:solidFill>
            </a:endParaRPr>
          </a:p>
        </p:txBody>
      </p:sp>
      <p:sp>
        <p:nvSpPr>
          <p:cNvPr id="1211" name="Google Shape;1211;h32a9095667746e33_9_257"/>
          <p:cNvSpPr txBox="1"/>
          <p:nvPr/>
        </p:nvSpPr>
        <p:spPr>
          <a:xfrm>
            <a:off x="2052050" y="3346162"/>
            <a:ext cx="4001100" cy="56952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Clr>
                <a:schemeClr val="dk1"/>
              </a:buClr>
              <a:buSzPts val="1100"/>
              <a:buFont typeface="Arial"/>
              <a:buNone/>
            </a:pPr>
            <a:r>
              <a:rPr b="1" lang="en-US" sz="2500">
                <a:solidFill>
                  <a:schemeClr val="dk1"/>
                </a:solidFill>
              </a:rPr>
              <a:t>실제 HTTP 요청</a:t>
            </a:r>
            <a:endParaRPr b="1" sz="2500">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n-US" sz="2500">
                <a:solidFill>
                  <a:schemeClr val="dk1"/>
                </a:solidFill>
              </a:rPr>
              <a:t>        ↓</a:t>
            </a:r>
            <a:endParaRPr b="1" sz="2500">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n-US" sz="2500">
                <a:solidFill>
                  <a:schemeClr val="dk1"/>
                </a:solidFill>
              </a:rPr>
              <a:t>Evidence 수집</a:t>
            </a:r>
            <a:endParaRPr b="1" sz="2500">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n-US" sz="2500">
                <a:solidFill>
                  <a:schemeClr val="dk1"/>
                </a:solidFill>
              </a:rPr>
              <a:t>        ↓</a:t>
            </a:r>
            <a:endParaRPr b="1" sz="2500">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n-US" sz="2500">
                <a:solidFill>
                  <a:schemeClr val="dk1"/>
                </a:solidFill>
              </a:rPr>
              <a:t>Rule 기반 취약점 판정</a:t>
            </a:r>
            <a:endParaRPr b="1" sz="2500">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n-US" sz="2500">
                <a:solidFill>
                  <a:schemeClr val="dk1"/>
                </a:solidFill>
              </a:rPr>
              <a:t>        ↓</a:t>
            </a:r>
            <a:endParaRPr b="1" sz="2500">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n-US" sz="2500">
                <a:solidFill>
                  <a:schemeClr val="dk1"/>
                </a:solidFill>
              </a:rPr>
              <a:t>구조화된 결과</a:t>
            </a:r>
            <a:endParaRPr b="1" sz="2500">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n-US" sz="2500">
                <a:solidFill>
                  <a:schemeClr val="dk1"/>
                </a:solidFill>
              </a:rPr>
              <a:t>        ↓</a:t>
            </a:r>
            <a:endParaRPr b="1" sz="2500">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n-US" sz="2500">
                <a:solidFill>
                  <a:schemeClr val="dk1"/>
                </a:solidFill>
              </a:rPr>
              <a:t>생성형 AI</a:t>
            </a:r>
            <a:endParaRPr b="1" sz="2500">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n-US" sz="2500">
                <a:solidFill>
                  <a:schemeClr val="dk1"/>
                </a:solidFill>
              </a:rPr>
              <a:t>        ↓</a:t>
            </a:r>
            <a:endParaRPr b="1" sz="2500">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n-US" sz="2500">
                <a:solidFill>
                  <a:schemeClr val="dk1"/>
                </a:solidFill>
              </a:rPr>
              <a:t>취약점 설명 / ISMS-P 연계 / 보고서 생성</a:t>
            </a:r>
            <a:endParaRPr b="1" sz="2500">
              <a:solidFill>
                <a:schemeClr val="dk1"/>
              </a:solidFill>
            </a:endParaRPr>
          </a:p>
          <a:p>
            <a:pPr indent="0" lvl="0" marL="0" rtl="0" algn="l">
              <a:lnSpc>
                <a:spcPct val="115000"/>
              </a:lnSpc>
              <a:spcBef>
                <a:spcPts val="0"/>
              </a:spcBef>
              <a:spcAft>
                <a:spcPts val="0"/>
              </a:spcAft>
              <a:buSzPts val="1100"/>
              <a:buNone/>
            </a:pPr>
            <a:r>
              <a:t/>
            </a:r>
            <a:endParaRPr b="1" sz="2500">
              <a:solidFill>
                <a:schemeClr val="dk1"/>
              </a:solidFill>
            </a:endParaRPr>
          </a:p>
        </p:txBody>
      </p:sp>
      <p:sp>
        <p:nvSpPr>
          <p:cNvPr id="1212" name="Google Shape;1212;h32a9095667746e33_9_257"/>
          <p:cNvSpPr txBox="1"/>
          <p:nvPr/>
        </p:nvSpPr>
        <p:spPr>
          <a:xfrm>
            <a:off x="9593127" y="5134475"/>
            <a:ext cx="6140400" cy="954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500">
                <a:solidFill>
                  <a:srgbClr val="FF0000"/>
                </a:solidFill>
              </a:rPr>
              <a:t>취약 여부 자체를 생성형 AI가</a:t>
            </a:r>
            <a:endParaRPr b="1" sz="2500">
              <a:solidFill>
                <a:srgbClr val="FF0000"/>
              </a:solidFill>
            </a:endParaRPr>
          </a:p>
          <a:p>
            <a:pPr indent="0" lvl="0" marL="0" rtl="0" algn="l">
              <a:spcBef>
                <a:spcPts val="0"/>
              </a:spcBef>
              <a:spcAft>
                <a:spcPts val="0"/>
              </a:spcAft>
              <a:buNone/>
            </a:pPr>
            <a:r>
              <a:rPr b="1" lang="en-US" sz="2500">
                <a:solidFill>
                  <a:srgbClr val="FF0000"/>
                </a:solidFill>
              </a:rPr>
              <a:t>판단하지 않도록 설계</a:t>
            </a:r>
            <a:endParaRPr b="1" sz="2500">
              <a:solidFill>
                <a:srgbClr val="FF0000"/>
              </a:solidFill>
            </a:endParaRPr>
          </a:p>
        </p:txBody>
      </p:sp>
      <p:sp>
        <p:nvSpPr>
          <p:cNvPr id="1213" name="Google Shape;1213;h32a9095667746e33_9_257"/>
          <p:cNvSpPr txBox="1"/>
          <p:nvPr/>
        </p:nvSpPr>
        <p:spPr>
          <a:xfrm>
            <a:off x="2395000" y="1705375"/>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000"/>
              <a:t>AI 연계 구조</a:t>
            </a:r>
            <a:endParaRPr sz="2000"/>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7" name="Shape 1217"/>
        <p:cNvGrpSpPr/>
        <p:nvPr/>
      </p:nvGrpSpPr>
      <p:grpSpPr>
        <a:xfrm>
          <a:off x="0" y="0"/>
          <a:ext cx="0" cy="0"/>
          <a:chOff x="0" y="0"/>
          <a:chExt cx="0" cy="0"/>
        </a:xfrm>
      </p:grpSpPr>
      <p:grpSp>
        <p:nvGrpSpPr>
          <p:cNvPr id="1218" name="Google Shape;1218;h32a9095667746e33_9_290"/>
          <p:cNvGrpSpPr/>
          <p:nvPr/>
        </p:nvGrpSpPr>
        <p:grpSpPr>
          <a:xfrm>
            <a:off x="-1081199" y="3274283"/>
            <a:ext cx="20615733" cy="7012716"/>
            <a:chOff x="-99239" y="-86"/>
            <a:chExt cx="27487644" cy="9350288"/>
          </a:xfrm>
        </p:grpSpPr>
        <p:grpSp>
          <p:nvGrpSpPr>
            <p:cNvPr id="1219" name="Google Shape;1219;h32a9095667746e33_9_290"/>
            <p:cNvGrpSpPr/>
            <p:nvPr/>
          </p:nvGrpSpPr>
          <p:grpSpPr>
            <a:xfrm rot="-5400000">
              <a:off x="11107617" y="-11206942"/>
              <a:ext cx="4770761" cy="27184472"/>
              <a:chOff x="0" y="-38100"/>
              <a:chExt cx="1831597" cy="10436700"/>
            </a:xfrm>
          </p:grpSpPr>
          <p:sp>
            <p:nvSpPr>
              <p:cNvPr id="1220" name="Google Shape;1220;h32a9095667746e33_9_290"/>
              <p:cNvSpPr/>
              <p:nvPr/>
            </p:nvSpPr>
            <p:spPr>
              <a:xfrm>
                <a:off x="0" y="0"/>
                <a:ext cx="1831597" cy="10398600"/>
              </a:xfrm>
              <a:custGeom>
                <a:rect b="b" l="l" r="r" t="t"/>
                <a:pathLst>
                  <a:path extrusionOk="0" h="10398600" w="1831597">
                    <a:moveTo>
                      <a:pt x="0" y="0"/>
                    </a:moveTo>
                    <a:lnTo>
                      <a:pt x="1831597" y="0"/>
                    </a:lnTo>
                    <a:lnTo>
                      <a:pt x="1831597" y="10398600"/>
                    </a:lnTo>
                    <a:lnTo>
                      <a:pt x="0" y="10398600"/>
                    </a:lnTo>
                    <a:close/>
                  </a:path>
                </a:pathLst>
              </a:custGeom>
              <a:solidFill>
                <a:srgbClr val="CBDDEF"/>
              </a:solidFill>
              <a:ln>
                <a:noFill/>
              </a:ln>
            </p:spPr>
          </p:sp>
          <p:sp>
            <p:nvSpPr>
              <p:cNvPr id="1221" name="Google Shape;1221;h32a9095667746e33_9_290"/>
              <p:cNvSpPr txBox="1"/>
              <p:nvPr/>
            </p:nvSpPr>
            <p:spPr>
              <a:xfrm>
                <a:off x="0" y="-38100"/>
                <a:ext cx="1831500" cy="10436700"/>
              </a:xfrm>
              <a:prstGeom prst="rect">
                <a:avLst/>
              </a:prstGeom>
              <a:noFill/>
              <a:ln>
                <a:noFill/>
              </a:ln>
            </p:spPr>
            <p:txBody>
              <a:bodyPr anchorCtr="0" anchor="ctr" bIns="27000" lIns="27000" spcFirstLastPara="1" rIns="27000" wrap="square" tIns="27000">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222" name="Google Shape;1222;h32a9095667746e33_9_290"/>
            <p:cNvGrpSpPr/>
            <p:nvPr/>
          </p:nvGrpSpPr>
          <p:grpSpPr>
            <a:xfrm rot="-5400000">
              <a:off x="11637133" y="-6401070"/>
              <a:ext cx="4579844" cy="26922700"/>
              <a:chOff x="0" y="-38100"/>
              <a:chExt cx="1758300" cy="10336200"/>
            </a:xfrm>
          </p:grpSpPr>
          <p:sp>
            <p:nvSpPr>
              <p:cNvPr id="1223" name="Google Shape;1223;h32a9095667746e33_9_290"/>
              <p:cNvSpPr/>
              <p:nvPr/>
            </p:nvSpPr>
            <p:spPr>
              <a:xfrm>
                <a:off x="0" y="0"/>
                <a:ext cx="1758210" cy="10298040"/>
              </a:xfrm>
              <a:custGeom>
                <a:rect b="b" l="l" r="r" t="t"/>
                <a:pathLst>
                  <a:path extrusionOk="0" h="10298040" w="1758210">
                    <a:moveTo>
                      <a:pt x="0" y="0"/>
                    </a:moveTo>
                    <a:lnTo>
                      <a:pt x="1758210" y="0"/>
                    </a:lnTo>
                    <a:lnTo>
                      <a:pt x="1758210" y="10298040"/>
                    </a:lnTo>
                    <a:lnTo>
                      <a:pt x="0" y="10298040"/>
                    </a:lnTo>
                    <a:close/>
                  </a:path>
                </a:pathLst>
              </a:custGeom>
              <a:solidFill>
                <a:srgbClr val="94B6DA"/>
              </a:solidFill>
              <a:ln>
                <a:noFill/>
              </a:ln>
            </p:spPr>
          </p:sp>
          <p:sp>
            <p:nvSpPr>
              <p:cNvPr id="1224" name="Google Shape;1224;h32a9095667746e33_9_290"/>
              <p:cNvSpPr txBox="1"/>
              <p:nvPr/>
            </p:nvSpPr>
            <p:spPr>
              <a:xfrm>
                <a:off x="0" y="-38100"/>
                <a:ext cx="1758300" cy="10336200"/>
              </a:xfrm>
              <a:prstGeom prst="rect">
                <a:avLst/>
              </a:prstGeom>
              <a:noFill/>
              <a:ln>
                <a:noFill/>
              </a:ln>
            </p:spPr>
            <p:txBody>
              <a:bodyPr anchorCtr="0" anchor="ctr" bIns="27000" lIns="27000" spcFirstLastPara="1" rIns="27000" wrap="square" tIns="27000">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grpSp>
        <p:nvGrpSpPr>
          <p:cNvPr id="1225" name="Google Shape;1225;h32a9095667746e33_9_290"/>
          <p:cNvGrpSpPr/>
          <p:nvPr/>
        </p:nvGrpSpPr>
        <p:grpSpPr>
          <a:xfrm>
            <a:off x="731085" y="622850"/>
            <a:ext cx="16825838" cy="9050174"/>
            <a:chOff x="0" y="-108814"/>
            <a:chExt cx="22434451" cy="12066898"/>
          </a:xfrm>
        </p:grpSpPr>
        <p:grpSp>
          <p:nvGrpSpPr>
            <p:cNvPr id="1226" name="Google Shape;1226;h32a9095667746e33_9_290"/>
            <p:cNvGrpSpPr/>
            <p:nvPr/>
          </p:nvGrpSpPr>
          <p:grpSpPr>
            <a:xfrm>
              <a:off x="26537" y="10214891"/>
              <a:ext cx="22386840" cy="1743193"/>
              <a:chOff x="0" y="-47625"/>
              <a:chExt cx="9809754" cy="763855"/>
            </a:xfrm>
          </p:grpSpPr>
          <p:sp>
            <p:nvSpPr>
              <p:cNvPr id="1227" name="Google Shape;1227;h32a9095667746e33_9_290"/>
              <p:cNvSpPr/>
              <p:nvPr/>
            </p:nvSpPr>
            <p:spPr>
              <a:xfrm>
                <a:off x="0" y="0"/>
                <a:ext cx="9809754" cy="716230"/>
              </a:xfrm>
              <a:custGeom>
                <a:rect b="b" l="l" r="r" t="t"/>
                <a:pathLst>
                  <a:path extrusionOk="0" h="716230" w="9809754">
                    <a:moveTo>
                      <a:pt x="0" y="0"/>
                    </a:moveTo>
                    <a:lnTo>
                      <a:pt x="9809754" y="0"/>
                    </a:lnTo>
                    <a:lnTo>
                      <a:pt x="9809754" y="716230"/>
                    </a:lnTo>
                    <a:lnTo>
                      <a:pt x="0" y="716230"/>
                    </a:lnTo>
                    <a:close/>
                  </a:path>
                </a:pathLst>
              </a:custGeom>
              <a:solidFill>
                <a:srgbClr val="20538B"/>
              </a:solidFill>
              <a:ln cap="sq" cmpd="sng" w="38100">
                <a:solidFill>
                  <a:srgbClr val="20538B"/>
                </a:solidFill>
                <a:prstDash val="solid"/>
                <a:miter lim="8000"/>
                <a:headEnd len="sm" w="sm" type="none"/>
                <a:tailEnd len="sm" w="sm" type="none"/>
              </a:ln>
            </p:spPr>
          </p:sp>
          <p:sp>
            <p:nvSpPr>
              <p:cNvPr id="1228" name="Google Shape;1228;h32a9095667746e33_9_290"/>
              <p:cNvSpPr txBox="1"/>
              <p:nvPr/>
            </p:nvSpPr>
            <p:spPr>
              <a:xfrm>
                <a:off x="0" y="-47625"/>
                <a:ext cx="9809700" cy="763800"/>
              </a:xfrm>
              <a:prstGeom prst="rect">
                <a:avLst/>
              </a:prstGeom>
              <a:noFill/>
              <a:ln>
                <a:noFill/>
              </a:ln>
            </p:spPr>
            <p:txBody>
              <a:bodyPr anchorCtr="0" anchor="ctr" bIns="50800" lIns="50800" spcFirstLastPara="1" rIns="50800" wrap="square" tIns="50800">
                <a:noAutofit/>
              </a:bodyPr>
              <a:lstStyle/>
              <a:p>
                <a:pPr indent="0" lvl="0" marL="0" marR="0" rtl="0" algn="ctr">
                  <a:lnSpc>
                    <a:spcPct val="175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229" name="Google Shape;1229;h32a9095667746e33_9_290"/>
            <p:cNvGrpSpPr/>
            <p:nvPr/>
          </p:nvGrpSpPr>
          <p:grpSpPr>
            <a:xfrm>
              <a:off x="0" y="-108814"/>
              <a:ext cx="22434451" cy="11946166"/>
              <a:chOff x="0" y="-47625"/>
              <a:chExt cx="9819000" cy="5228539"/>
            </a:xfrm>
          </p:grpSpPr>
          <p:sp>
            <p:nvSpPr>
              <p:cNvPr id="1230" name="Google Shape;1230;h32a9095667746e33_9_290"/>
              <p:cNvSpPr/>
              <p:nvPr/>
            </p:nvSpPr>
            <p:spPr>
              <a:xfrm>
                <a:off x="0" y="0"/>
                <a:ext cx="9818922" cy="5180914"/>
              </a:xfrm>
              <a:custGeom>
                <a:rect b="b" l="l" r="r" t="t"/>
                <a:pathLst>
                  <a:path extrusionOk="0" h="5180914" w="9818922">
                    <a:moveTo>
                      <a:pt x="0" y="0"/>
                    </a:moveTo>
                    <a:lnTo>
                      <a:pt x="9818922" y="0"/>
                    </a:lnTo>
                    <a:lnTo>
                      <a:pt x="9818922" y="5180914"/>
                    </a:lnTo>
                    <a:lnTo>
                      <a:pt x="0" y="5180914"/>
                    </a:lnTo>
                    <a:close/>
                  </a:path>
                </a:pathLst>
              </a:custGeom>
              <a:solidFill>
                <a:srgbClr val="FFFFFF"/>
              </a:solidFill>
              <a:ln cap="sq" cmpd="sng" w="38100">
                <a:solidFill>
                  <a:srgbClr val="20538B"/>
                </a:solidFill>
                <a:prstDash val="solid"/>
                <a:miter lim="8000"/>
                <a:headEnd len="sm" w="sm" type="none"/>
                <a:tailEnd len="sm" w="sm" type="none"/>
              </a:ln>
            </p:spPr>
          </p:sp>
          <p:sp>
            <p:nvSpPr>
              <p:cNvPr id="1231" name="Google Shape;1231;h32a9095667746e33_9_290"/>
              <p:cNvSpPr txBox="1"/>
              <p:nvPr/>
            </p:nvSpPr>
            <p:spPr>
              <a:xfrm>
                <a:off x="0" y="-47625"/>
                <a:ext cx="9819000" cy="5228400"/>
              </a:xfrm>
              <a:prstGeom prst="rect">
                <a:avLst/>
              </a:prstGeom>
              <a:noFill/>
              <a:ln>
                <a:noFill/>
              </a:ln>
            </p:spPr>
            <p:txBody>
              <a:bodyPr anchorCtr="0" anchor="ctr" bIns="50800" lIns="50800" spcFirstLastPara="1" rIns="50800" wrap="square" tIns="50800">
                <a:noAutofit/>
              </a:bodyPr>
              <a:lstStyle/>
              <a:p>
                <a:pPr indent="0" lvl="0" marL="0" marR="0" rtl="0" algn="ctr">
                  <a:lnSpc>
                    <a:spcPct val="175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grpSp>
        <p:nvGrpSpPr>
          <p:cNvPr id="1232" name="Google Shape;1232;h32a9095667746e33_9_290"/>
          <p:cNvGrpSpPr/>
          <p:nvPr/>
        </p:nvGrpSpPr>
        <p:grpSpPr>
          <a:xfrm>
            <a:off x="763743" y="662704"/>
            <a:ext cx="16759942" cy="1561150"/>
            <a:chOff x="0" y="-38100"/>
            <a:chExt cx="8581200" cy="799319"/>
          </a:xfrm>
        </p:grpSpPr>
        <p:sp>
          <p:nvSpPr>
            <p:cNvPr id="1233" name="Google Shape;1233;h32a9095667746e33_9_290"/>
            <p:cNvSpPr/>
            <p:nvPr/>
          </p:nvSpPr>
          <p:spPr>
            <a:xfrm>
              <a:off x="0" y="0"/>
              <a:ext cx="8581180" cy="761219"/>
            </a:xfrm>
            <a:custGeom>
              <a:rect b="b" l="l" r="r" t="t"/>
              <a:pathLst>
                <a:path extrusionOk="0" h="761219" w="8581180">
                  <a:moveTo>
                    <a:pt x="0" y="0"/>
                  </a:moveTo>
                  <a:lnTo>
                    <a:pt x="8581180" y="0"/>
                  </a:lnTo>
                  <a:lnTo>
                    <a:pt x="8581180" y="761219"/>
                  </a:lnTo>
                  <a:lnTo>
                    <a:pt x="0" y="761219"/>
                  </a:lnTo>
                  <a:close/>
                </a:path>
              </a:pathLst>
            </a:custGeom>
            <a:solidFill>
              <a:srgbClr val="EEF6FF"/>
            </a:solidFill>
            <a:ln cap="sq" cmpd="sng" w="9525">
              <a:solidFill>
                <a:srgbClr val="20538B"/>
              </a:solidFill>
              <a:prstDash val="solid"/>
              <a:miter lim="8000"/>
              <a:headEnd len="sm" w="sm" type="none"/>
              <a:tailEnd len="sm" w="sm" type="none"/>
            </a:ln>
          </p:spPr>
        </p:sp>
        <p:sp>
          <p:nvSpPr>
            <p:cNvPr id="1234" name="Google Shape;1234;h32a9095667746e33_9_290"/>
            <p:cNvSpPr txBox="1"/>
            <p:nvPr/>
          </p:nvSpPr>
          <p:spPr>
            <a:xfrm>
              <a:off x="0" y="-38100"/>
              <a:ext cx="8581200" cy="799200"/>
            </a:xfrm>
            <a:prstGeom prst="rect">
              <a:avLst/>
            </a:prstGeom>
            <a:noFill/>
            <a:ln>
              <a:noFill/>
            </a:ln>
          </p:spPr>
          <p:txBody>
            <a:bodyPr anchorCtr="0" anchor="ctr" bIns="39175" lIns="39175" spcFirstLastPara="1" rIns="39175" wrap="square" tIns="39175">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235" name="Google Shape;1235;h32a9095667746e33_9_290"/>
          <p:cNvSpPr/>
          <p:nvPr/>
        </p:nvSpPr>
        <p:spPr>
          <a:xfrm>
            <a:off x="15531691" y="160918"/>
            <a:ext cx="996214" cy="1021758"/>
          </a:xfrm>
          <a:custGeom>
            <a:rect b="b" l="l" r="r" t="t"/>
            <a:pathLst>
              <a:path extrusionOk="0" h="1021758" w="996214">
                <a:moveTo>
                  <a:pt x="0" y="0"/>
                </a:moveTo>
                <a:lnTo>
                  <a:pt x="996214" y="0"/>
                </a:lnTo>
                <a:lnTo>
                  <a:pt x="996214" y="1021758"/>
                </a:lnTo>
                <a:lnTo>
                  <a:pt x="0" y="1021758"/>
                </a:lnTo>
                <a:lnTo>
                  <a:pt x="0" y="0"/>
                </a:lnTo>
                <a:close/>
              </a:path>
            </a:pathLst>
          </a:custGeom>
          <a:blipFill rotWithShape="1">
            <a:blip r:embed="rId3">
              <a:alphaModFix/>
            </a:blip>
            <a:stretch>
              <a:fillRect b="0" l="0" r="0" t="0"/>
            </a:stretch>
          </a:blipFill>
          <a:ln>
            <a:noFill/>
          </a:ln>
        </p:spPr>
      </p:sp>
      <p:sp>
        <p:nvSpPr>
          <p:cNvPr id="1236" name="Google Shape;1236;h32a9095667746e33_9_290"/>
          <p:cNvSpPr txBox="1"/>
          <p:nvPr/>
        </p:nvSpPr>
        <p:spPr>
          <a:xfrm>
            <a:off x="2394998" y="893150"/>
            <a:ext cx="14306700" cy="769500"/>
          </a:xfrm>
          <a:prstGeom prst="rect">
            <a:avLst/>
          </a:prstGeom>
          <a:noFill/>
          <a:ln>
            <a:noFill/>
          </a:ln>
        </p:spPr>
        <p:txBody>
          <a:bodyPr anchorCtr="0" anchor="t" bIns="0" lIns="0" spcFirstLastPara="1" rIns="0" wrap="square" tIns="0">
            <a:spAutoFit/>
          </a:bodyPr>
          <a:lstStyle/>
          <a:p>
            <a:pPr indent="0" lvl="0" marL="0" marR="0" rtl="0" algn="l">
              <a:lnSpc>
                <a:spcPct val="192000"/>
              </a:lnSpc>
              <a:spcBef>
                <a:spcPts val="0"/>
              </a:spcBef>
              <a:spcAft>
                <a:spcPts val="0"/>
              </a:spcAft>
              <a:buNone/>
            </a:pPr>
            <a:r>
              <a:rPr b="1" i="0" lang="en-US" sz="5000" u="none" cap="none" strike="noStrike">
                <a:solidFill>
                  <a:srgbClr val="20538B"/>
                </a:solidFill>
                <a:latin typeface="Arial"/>
                <a:ea typeface="Arial"/>
                <a:cs typeface="Arial"/>
                <a:sym typeface="Arial"/>
              </a:rPr>
              <a:t>취약점 분석 및 시나리오 </a:t>
            </a:r>
            <a:r>
              <a:rPr b="1" lang="en-US" sz="5000">
                <a:solidFill>
                  <a:srgbClr val="20538B"/>
                </a:solidFill>
              </a:rPr>
              <a:t> </a:t>
            </a:r>
            <a:r>
              <a:rPr b="1" lang="en-US" sz="5000">
                <a:solidFill>
                  <a:srgbClr val="20538B"/>
                </a:solidFill>
              </a:rPr>
              <a:t>- </a:t>
            </a:r>
            <a:r>
              <a:rPr b="1" lang="en-US" sz="3500">
                <a:solidFill>
                  <a:srgbClr val="20538B"/>
                </a:solidFill>
              </a:rPr>
              <a:t>불충분한 인증 절차</a:t>
            </a:r>
            <a:endParaRPr b="1" i="0" sz="5000" u="none" cap="none" strike="noStrike">
              <a:solidFill>
                <a:srgbClr val="20538B"/>
              </a:solidFill>
              <a:latin typeface="Arial"/>
              <a:ea typeface="Arial"/>
              <a:cs typeface="Arial"/>
              <a:sym typeface="Arial"/>
            </a:endParaRPr>
          </a:p>
        </p:txBody>
      </p:sp>
      <p:sp>
        <p:nvSpPr>
          <p:cNvPr id="1237" name="Google Shape;1237;h32a9095667746e33_9_290"/>
          <p:cNvSpPr txBox="1"/>
          <p:nvPr/>
        </p:nvSpPr>
        <p:spPr>
          <a:xfrm>
            <a:off x="1437501" y="920715"/>
            <a:ext cx="834600" cy="751200"/>
          </a:xfrm>
          <a:prstGeom prst="rect">
            <a:avLst/>
          </a:prstGeom>
          <a:noFill/>
          <a:ln>
            <a:noFill/>
          </a:ln>
        </p:spPr>
        <p:txBody>
          <a:bodyPr anchorCtr="0" anchor="t" bIns="0" lIns="0" spcFirstLastPara="1" rIns="0" wrap="square" tIns="0">
            <a:spAutoFit/>
          </a:bodyPr>
          <a:lstStyle/>
          <a:p>
            <a:pPr indent="0" lvl="0" marL="0" marR="0" rtl="0" algn="l">
              <a:lnSpc>
                <a:spcPct val="192009"/>
              </a:lnSpc>
              <a:spcBef>
                <a:spcPts val="0"/>
              </a:spcBef>
              <a:spcAft>
                <a:spcPts val="0"/>
              </a:spcAft>
              <a:buNone/>
            </a:pPr>
            <a:r>
              <a:rPr b="1" i="0" lang="en-US" sz="4881" u="none" cap="none" strike="noStrike">
                <a:solidFill>
                  <a:srgbClr val="CBDDEF"/>
                </a:solidFill>
                <a:latin typeface="Arial"/>
                <a:ea typeface="Arial"/>
                <a:cs typeface="Arial"/>
                <a:sym typeface="Arial"/>
              </a:rPr>
              <a:t>0</a:t>
            </a:r>
            <a:r>
              <a:rPr b="1" lang="en-US" sz="4881">
                <a:solidFill>
                  <a:srgbClr val="CBDDEF"/>
                </a:solidFill>
              </a:rPr>
              <a:t>4</a:t>
            </a:r>
            <a:endParaRPr/>
          </a:p>
        </p:txBody>
      </p:sp>
      <p:sp>
        <p:nvSpPr>
          <p:cNvPr id="1238" name="Google Shape;1238;h32a9095667746e33_9_290"/>
          <p:cNvSpPr txBox="1"/>
          <p:nvPr/>
        </p:nvSpPr>
        <p:spPr>
          <a:xfrm>
            <a:off x="1761000" y="6223784"/>
            <a:ext cx="4746900" cy="4311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US" sz="2800">
                <a:solidFill>
                  <a:srgbClr val="20538B"/>
                </a:solidFill>
              </a:rPr>
              <a:t>결과 해석</a:t>
            </a:r>
            <a:endParaRPr/>
          </a:p>
        </p:txBody>
      </p:sp>
      <p:sp>
        <p:nvSpPr>
          <p:cNvPr id="1239" name="Google Shape;1239;h32a9095667746e33_9_290"/>
          <p:cNvSpPr txBox="1"/>
          <p:nvPr/>
        </p:nvSpPr>
        <p:spPr>
          <a:xfrm>
            <a:off x="9649824" y="6197898"/>
            <a:ext cx="6140400" cy="4311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US" sz="2800">
                <a:solidFill>
                  <a:srgbClr val="20538B"/>
                </a:solidFill>
              </a:rPr>
              <a:t>체크 포인트</a:t>
            </a:r>
            <a:endParaRPr/>
          </a:p>
        </p:txBody>
      </p:sp>
      <p:pic>
        <p:nvPicPr>
          <p:cNvPr id="1240" name="Google Shape;1240;h32a9095667746e33_9_290"/>
          <p:cNvPicPr preferRelativeResize="0"/>
          <p:nvPr/>
        </p:nvPicPr>
        <p:blipFill>
          <a:blip r:embed="rId4">
            <a:alphaModFix/>
          </a:blip>
          <a:stretch>
            <a:fillRect/>
          </a:stretch>
        </p:blipFill>
        <p:spPr>
          <a:xfrm>
            <a:off x="1995475" y="2486850"/>
            <a:ext cx="14297025" cy="3448050"/>
          </a:xfrm>
          <a:prstGeom prst="rect">
            <a:avLst/>
          </a:prstGeom>
          <a:noFill/>
          <a:ln>
            <a:noFill/>
          </a:ln>
        </p:spPr>
      </p:pic>
      <p:sp>
        <p:nvSpPr>
          <p:cNvPr id="1241" name="Google Shape;1241;h32a9095667746e33_9_290"/>
          <p:cNvSpPr txBox="1"/>
          <p:nvPr/>
        </p:nvSpPr>
        <p:spPr>
          <a:xfrm>
            <a:off x="1917750" y="6943750"/>
            <a:ext cx="4433400" cy="1723800"/>
          </a:xfrm>
          <a:prstGeom prst="rect">
            <a:avLst/>
          </a:prstGeom>
          <a:noFill/>
          <a:ln cap="flat" cmpd="sng" w="9525">
            <a:solidFill>
              <a:srgbClr val="000000"/>
            </a:solidFill>
            <a:prstDash val="solid"/>
            <a:round/>
            <a:headEnd len="sm" w="sm" type="none"/>
            <a:tailEnd len="sm" w="sm" type="none"/>
          </a:ln>
        </p:spPr>
        <p:txBody>
          <a:bodyPr anchorCtr="0" anchor="t" bIns="0" lIns="0" spcFirstLastPara="1" rIns="0" wrap="square" tIns="0">
            <a:spAutoFit/>
          </a:bodyPr>
          <a:lstStyle/>
          <a:p>
            <a:pPr indent="0" lvl="0" marL="0" rtl="0" algn="l">
              <a:lnSpc>
                <a:spcPct val="115000"/>
              </a:lnSpc>
              <a:spcBef>
                <a:spcPts val="0"/>
              </a:spcBef>
              <a:spcAft>
                <a:spcPts val="0"/>
              </a:spcAft>
              <a:buSzPts val="1100"/>
              <a:buNone/>
            </a:pPr>
            <a:r>
              <a:rPr b="1" lang="en-US" sz="2000">
                <a:solidFill>
                  <a:schemeClr val="dk1"/>
                </a:solidFill>
              </a:rPr>
              <a:t>Category</a:t>
            </a:r>
            <a:r>
              <a:rPr lang="en-US" sz="2000">
                <a:solidFill>
                  <a:schemeClr val="dk1"/>
                </a:solidFill>
              </a:rPr>
              <a:t> - 불충분한 인증 절차</a:t>
            </a:r>
            <a:endParaRPr sz="2000">
              <a:solidFill>
                <a:schemeClr val="dk1"/>
              </a:solidFill>
            </a:endParaRPr>
          </a:p>
          <a:p>
            <a:pPr indent="0" lvl="0" marL="0" rtl="0" algn="l">
              <a:lnSpc>
                <a:spcPct val="115000"/>
              </a:lnSpc>
              <a:spcBef>
                <a:spcPts val="0"/>
              </a:spcBef>
              <a:spcAft>
                <a:spcPts val="0"/>
              </a:spcAft>
              <a:buSzPts val="1100"/>
              <a:buNone/>
            </a:pPr>
            <a:r>
              <a:t/>
            </a:r>
            <a:endParaRPr sz="2000">
              <a:solidFill>
                <a:schemeClr val="dk1"/>
              </a:solidFill>
            </a:endParaRPr>
          </a:p>
          <a:p>
            <a:pPr indent="0" lvl="0" marL="0" rtl="0" algn="l">
              <a:lnSpc>
                <a:spcPct val="115000"/>
              </a:lnSpc>
              <a:spcBef>
                <a:spcPts val="0"/>
              </a:spcBef>
              <a:spcAft>
                <a:spcPts val="0"/>
              </a:spcAft>
              <a:buSzPts val="1100"/>
              <a:buNone/>
            </a:pPr>
            <a:r>
              <a:rPr b="1" lang="en-US" sz="2000">
                <a:solidFill>
                  <a:schemeClr val="dk1"/>
                </a:solidFill>
              </a:rPr>
              <a:t>Result</a:t>
            </a:r>
            <a:r>
              <a:rPr lang="en-US" sz="2000">
                <a:solidFill>
                  <a:schemeClr val="dk1"/>
                </a:solidFill>
              </a:rPr>
              <a:t> - VULNERABLE</a:t>
            </a:r>
            <a:endParaRPr sz="2000">
              <a:solidFill>
                <a:schemeClr val="dk1"/>
              </a:solidFill>
            </a:endParaRPr>
          </a:p>
          <a:p>
            <a:pPr indent="0" lvl="0" marL="0" rtl="0" algn="l">
              <a:lnSpc>
                <a:spcPct val="115000"/>
              </a:lnSpc>
              <a:spcBef>
                <a:spcPts val="0"/>
              </a:spcBef>
              <a:spcAft>
                <a:spcPts val="0"/>
              </a:spcAft>
              <a:buSzPts val="1100"/>
              <a:buNone/>
            </a:pPr>
            <a:r>
              <a:t/>
            </a:r>
            <a:endParaRPr sz="2000">
              <a:solidFill>
                <a:schemeClr val="dk1"/>
              </a:solidFill>
            </a:endParaRPr>
          </a:p>
          <a:p>
            <a:pPr indent="0" lvl="0" marL="0" rtl="0" algn="l">
              <a:lnSpc>
                <a:spcPct val="115000"/>
              </a:lnSpc>
              <a:spcBef>
                <a:spcPts val="0"/>
              </a:spcBef>
              <a:spcAft>
                <a:spcPts val="0"/>
              </a:spcAft>
              <a:buSzPts val="1100"/>
              <a:buNone/>
            </a:pPr>
            <a:r>
              <a:rPr b="1" lang="en-US" sz="2000">
                <a:solidFill>
                  <a:schemeClr val="dk1"/>
                </a:solidFill>
              </a:rPr>
              <a:t>Severity</a:t>
            </a:r>
            <a:r>
              <a:rPr lang="en-US" sz="2000">
                <a:solidFill>
                  <a:schemeClr val="dk1"/>
                </a:solidFill>
              </a:rPr>
              <a:t> - HIGH</a:t>
            </a:r>
            <a:endParaRPr sz="2000">
              <a:solidFill>
                <a:schemeClr val="dk1"/>
              </a:solidFill>
            </a:endParaRPr>
          </a:p>
        </p:txBody>
      </p:sp>
      <p:sp>
        <p:nvSpPr>
          <p:cNvPr id="1242" name="Google Shape;1242;h32a9095667746e33_9_290"/>
          <p:cNvSpPr txBox="1"/>
          <p:nvPr/>
        </p:nvSpPr>
        <p:spPr>
          <a:xfrm>
            <a:off x="9649825" y="6892000"/>
            <a:ext cx="4433400" cy="2078100"/>
          </a:xfrm>
          <a:prstGeom prst="rect">
            <a:avLst/>
          </a:prstGeom>
          <a:noFill/>
          <a:ln cap="flat" cmpd="sng" w="9525">
            <a:solidFill>
              <a:srgbClr val="000000"/>
            </a:solidFill>
            <a:prstDash val="solid"/>
            <a:round/>
            <a:headEnd len="sm" w="sm" type="none"/>
            <a:tailEnd len="sm" w="sm" type="none"/>
          </a:ln>
        </p:spPr>
        <p:txBody>
          <a:bodyPr anchorCtr="0" anchor="t" bIns="0" lIns="0" spcFirstLastPara="1" rIns="0" wrap="square" tIns="0">
            <a:spAutoFit/>
          </a:bodyPr>
          <a:lstStyle/>
          <a:p>
            <a:pPr indent="0" lvl="0" marL="0" rtl="0" algn="l">
              <a:lnSpc>
                <a:spcPct val="115000"/>
              </a:lnSpc>
              <a:spcBef>
                <a:spcPts val="0"/>
              </a:spcBef>
              <a:spcAft>
                <a:spcPts val="0"/>
              </a:spcAft>
              <a:buSzPts val="1100"/>
              <a:buNone/>
            </a:pPr>
            <a:r>
              <a:rPr b="1" lang="en-US" sz="2000">
                <a:solidFill>
                  <a:schemeClr val="dk1"/>
                </a:solidFill>
              </a:rPr>
              <a:t>✓ 로그인 성공</a:t>
            </a:r>
            <a:endParaRPr b="1" sz="2000">
              <a:solidFill>
                <a:schemeClr val="dk1"/>
              </a:solidFill>
            </a:endParaRPr>
          </a:p>
          <a:p>
            <a:pPr indent="0" lvl="0" marL="0" rtl="0" algn="l">
              <a:lnSpc>
                <a:spcPct val="115000"/>
              </a:lnSpc>
              <a:spcBef>
                <a:spcPts val="0"/>
              </a:spcBef>
              <a:spcAft>
                <a:spcPts val="0"/>
              </a:spcAft>
              <a:buSzPts val="1100"/>
              <a:buNone/>
            </a:pPr>
            <a:r>
              <a:rPr b="1" lang="en-US" sz="2000">
                <a:solidFill>
                  <a:schemeClr val="dk1"/>
                </a:solidFill>
              </a:rPr>
              <a:t>✓ 기존 개인정보 수집</a:t>
            </a:r>
            <a:endParaRPr b="1" sz="2000">
              <a:solidFill>
                <a:schemeClr val="dk1"/>
              </a:solidFill>
            </a:endParaRPr>
          </a:p>
          <a:p>
            <a:pPr indent="0" lvl="0" marL="0" rtl="0" algn="l">
              <a:lnSpc>
                <a:spcPct val="115000"/>
              </a:lnSpc>
              <a:spcBef>
                <a:spcPts val="0"/>
              </a:spcBef>
              <a:spcAft>
                <a:spcPts val="0"/>
              </a:spcAft>
              <a:buSzPts val="1100"/>
              <a:buNone/>
            </a:pPr>
            <a:r>
              <a:rPr b="1" lang="en-US" sz="2000">
                <a:solidFill>
                  <a:schemeClr val="dk1"/>
                </a:solidFill>
              </a:rPr>
              <a:t>✓ 재인증 없이 변경 요청</a:t>
            </a:r>
            <a:endParaRPr b="1" sz="2000">
              <a:solidFill>
                <a:schemeClr val="dk1"/>
              </a:solidFill>
            </a:endParaRPr>
          </a:p>
          <a:p>
            <a:pPr indent="0" lvl="0" marL="0" rtl="0" algn="l">
              <a:lnSpc>
                <a:spcPct val="115000"/>
              </a:lnSpc>
              <a:spcBef>
                <a:spcPts val="0"/>
              </a:spcBef>
              <a:spcAft>
                <a:spcPts val="0"/>
              </a:spcAft>
              <a:buSzPts val="1100"/>
              <a:buNone/>
            </a:pPr>
            <a:r>
              <a:rPr b="1" lang="en-US" sz="2000">
                <a:solidFill>
                  <a:schemeClr val="dk1"/>
                </a:solidFill>
              </a:rPr>
              <a:t>✓ 전화번호 실제 변경 확인</a:t>
            </a:r>
            <a:endParaRPr b="1" sz="2000">
              <a:solidFill>
                <a:schemeClr val="dk1"/>
              </a:solidFill>
            </a:endParaRPr>
          </a:p>
          <a:p>
            <a:pPr indent="0" lvl="0" marL="0" rtl="0" algn="l">
              <a:lnSpc>
                <a:spcPct val="115000"/>
              </a:lnSpc>
              <a:spcBef>
                <a:spcPts val="0"/>
              </a:spcBef>
              <a:spcAft>
                <a:spcPts val="0"/>
              </a:spcAft>
              <a:buSzPts val="1100"/>
              <a:buNone/>
            </a:pPr>
            <a:r>
              <a:rPr b="1" lang="en-US" sz="2000">
                <a:solidFill>
                  <a:schemeClr val="dk1"/>
                </a:solidFill>
              </a:rPr>
              <a:t>✓ 이름/생년월일 유지 확인</a:t>
            </a:r>
            <a:endParaRPr b="1" sz="2000">
              <a:solidFill>
                <a:schemeClr val="dk1"/>
              </a:solidFill>
            </a:endParaRPr>
          </a:p>
          <a:p>
            <a:pPr indent="0" lvl="0" marL="0" rtl="0" algn="l">
              <a:lnSpc>
                <a:spcPct val="115000"/>
              </a:lnSpc>
              <a:spcBef>
                <a:spcPts val="0"/>
              </a:spcBef>
              <a:spcAft>
                <a:spcPts val="0"/>
              </a:spcAft>
              <a:buSzPts val="1100"/>
              <a:buNone/>
            </a:pPr>
            <a:r>
              <a:rPr b="1" lang="en-US" sz="2000">
                <a:solidFill>
                  <a:schemeClr val="dk1"/>
                </a:solidFill>
              </a:rPr>
              <a:t>✓ 원본 개인정보 복구 성공</a:t>
            </a:r>
            <a:endParaRPr b="1" sz="2000">
              <a:solidFill>
                <a:schemeClr val="dk1"/>
              </a:solidFill>
            </a:endParaRPr>
          </a:p>
        </p:txBody>
      </p:sp>
      <p:sp>
        <p:nvSpPr>
          <p:cNvPr id="1243" name="Google Shape;1243;h32a9095667746e33_9_290"/>
          <p:cNvSpPr txBox="1"/>
          <p:nvPr/>
        </p:nvSpPr>
        <p:spPr>
          <a:xfrm>
            <a:off x="2395000" y="1705375"/>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000"/>
              <a:t>통합 테스트 결과 </a:t>
            </a:r>
            <a:endParaRPr sz="2000"/>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7" name="Shape 1247"/>
        <p:cNvGrpSpPr/>
        <p:nvPr/>
      </p:nvGrpSpPr>
      <p:grpSpPr>
        <a:xfrm>
          <a:off x="0" y="0"/>
          <a:ext cx="0" cy="0"/>
          <a:chOff x="0" y="0"/>
          <a:chExt cx="0" cy="0"/>
        </a:xfrm>
      </p:grpSpPr>
      <p:grpSp>
        <p:nvGrpSpPr>
          <p:cNvPr id="1248" name="Google Shape;1248;h32a9095667746e33_6_388"/>
          <p:cNvGrpSpPr/>
          <p:nvPr/>
        </p:nvGrpSpPr>
        <p:grpSpPr>
          <a:xfrm>
            <a:off x="-1081199" y="3274283"/>
            <a:ext cx="20615733" cy="7012716"/>
            <a:chOff x="-99239" y="-86"/>
            <a:chExt cx="27487644" cy="9350288"/>
          </a:xfrm>
        </p:grpSpPr>
        <p:grpSp>
          <p:nvGrpSpPr>
            <p:cNvPr id="1249" name="Google Shape;1249;h32a9095667746e33_6_388"/>
            <p:cNvGrpSpPr/>
            <p:nvPr/>
          </p:nvGrpSpPr>
          <p:grpSpPr>
            <a:xfrm rot="-5400000">
              <a:off x="11107617" y="-11206942"/>
              <a:ext cx="4770761" cy="27184472"/>
              <a:chOff x="0" y="-38100"/>
              <a:chExt cx="1831597" cy="10436700"/>
            </a:xfrm>
          </p:grpSpPr>
          <p:sp>
            <p:nvSpPr>
              <p:cNvPr id="1250" name="Google Shape;1250;h32a9095667746e33_6_388"/>
              <p:cNvSpPr/>
              <p:nvPr/>
            </p:nvSpPr>
            <p:spPr>
              <a:xfrm>
                <a:off x="0" y="0"/>
                <a:ext cx="1831597" cy="10398600"/>
              </a:xfrm>
              <a:custGeom>
                <a:rect b="b" l="l" r="r" t="t"/>
                <a:pathLst>
                  <a:path extrusionOk="0" h="10398600" w="1831597">
                    <a:moveTo>
                      <a:pt x="0" y="0"/>
                    </a:moveTo>
                    <a:lnTo>
                      <a:pt x="1831597" y="0"/>
                    </a:lnTo>
                    <a:lnTo>
                      <a:pt x="1831597" y="10398600"/>
                    </a:lnTo>
                    <a:lnTo>
                      <a:pt x="0" y="10398600"/>
                    </a:lnTo>
                    <a:close/>
                  </a:path>
                </a:pathLst>
              </a:custGeom>
              <a:solidFill>
                <a:srgbClr val="CBDDEF"/>
              </a:solidFill>
              <a:ln>
                <a:noFill/>
              </a:ln>
            </p:spPr>
          </p:sp>
          <p:sp>
            <p:nvSpPr>
              <p:cNvPr id="1251" name="Google Shape;1251;h32a9095667746e33_6_388"/>
              <p:cNvSpPr txBox="1"/>
              <p:nvPr/>
            </p:nvSpPr>
            <p:spPr>
              <a:xfrm>
                <a:off x="0" y="-38100"/>
                <a:ext cx="1831500" cy="10436700"/>
              </a:xfrm>
              <a:prstGeom prst="rect">
                <a:avLst/>
              </a:prstGeom>
              <a:noFill/>
              <a:ln>
                <a:noFill/>
              </a:ln>
            </p:spPr>
            <p:txBody>
              <a:bodyPr anchorCtr="0" anchor="ctr" bIns="27000" lIns="27000" spcFirstLastPara="1" rIns="27000" wrap="square" tIns="27000">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252" name="Google Shape;1252;h32a9095667746e33_6_388"/>
            <p:cNvGrpSpPr/>
            <p:nvPr/>
          </p:nvGrpSpPr>
          <p:grpSpPr>
            <a:xfrm rot="-5400000">
              <a:off x="11637133" y="-6401070"/>
              <a:ext cx="4579844" cy="26922700"/>
              <a:chOff x="0" y="-38100"/>
              <a:chExt cx="1758300" cy="10336200"/>
            </a:xfrm>
          </p:grpSpPr>
          <p:sp>
            <p:nvSpPr>
              <p:cNvPr id="1253" name="Google Shape;1253;h32a9095667746e33_6_388"/>
              <p:cNvSpPr/>
              <p:nvPr/>
            </p:nvSpPr>
            <p:spPr>
              <a:xfrm>
                <a:off x="0" y="0"/>
                <a:ext cx="1758210" cy="10298040"/>
              </a:xfrm>
              <a:custGeom>
                <a:rect b="b" l="l" r="r" t="t"/>
                <a:pathLst>
                  <a:path extrusionOk="0" h="10298040" w="1758210">
                    <a:moveTo>
                      <a:pt x="0" y="0"/>
                    </a:moveTo>
                    <a:lnTo>
                      <a:pt x="1758210" y="0"/>
                    </a:lnTo>
                    <a:lnTo>
                      <a:pt x="1758210" y="10298040"/>
                    </a:lnTo>
                    <a:lnTo>
                      <a:pt x="0" y="10298040"/>
                    </a:lnTo>
                    <a:close/>
                  </a:path>
                </a:pathLst>
              </a:custGeom>
              <a:solidFill>
                <a:srgbClr val="94B6DA"/>
              </a:solidFill>
              <a:ln>
                <a:noFill/>
              </a:ln>
            </p:spPr>
          </p:sp>
          <p:sp>
            <p:nvSpPr>
              <p:cNvPr id="1254" name="Google Shape;1254;h32a9095667746e33_6_388"/>
              <p:cNvSpPr txBox="1"/>
              <p:nvPr/>
            </p:nvSpPr>
            <p:spPr>
              <a:xfrm>
                <a:off x="0" y="-38100"/>
                <a:ext cx="1758300" cy="10336200"/>
              </a:xfrm>
              <a:prstGeom prst="rect">
                <a:avLst/>
              </a:prstGeom>
              <a:noFill/>
              <a:ln>
                <a:noFill/>
              </a:ln>
            </p:spPr>
            <p:txBody>
              <a:bodyPr anchorCtr="0" anchor="ctr" bIns="27000" lIns="27000" spcFirstLastPara="1" rIns="27000" wrap="square" tIns="27000">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grpSp>
        <p:nvGrpSpPr>
          <p:cNvPr id="1255" name="Google Shape;1255;h32a9095667746e33_6_388"/>
          <p:cNvGrpSpPr/>
          <p:nvPr/>
        </p:nvGrpSpPr>
        <p:grpSpPr>
          <a:xfrm>
            <a:off x="731085" y="622850"/>
            <a:ext cx="16825838" cy="9050174"/>
            <a:chOff x="0" y="-108814"/>
            <a:chExt cx="22434451" cy="12066898"/>
          </a:xfrm>
        </p:grpSpPr>
        <p:grpSp>
          <p:nvGrpSpPr>
            <p:cNvPr id="1256" name="Google Shape;1256;h32a9095667746e33_6_388"/>
            <p:cNvGrpSpPr/>
            <p:nvPr/>
          </p:nvGrpSpPr>
          <p:grpSpPr>
            <a:xfrm>
              <a:off x="26537" y="10214891"/>
              <a:ext cx="22386840" cy="1743193"/>
              <a:chOff x="0" y="-47625"/>
              <a:chExt cx="9809754" cy="763855"/>
            </a:xfrm>
          </p:grpSpPr>
          <p:sp>
            <p:nvSpPr>
              <p:cNvPr id="1257" name="Google Shape;1257;h32a9095667746e33_6_388"/>
              <p:cNvSpPr/>
              <p:nvPr/>
            </p:nvSpPr>
            <p:spPr>
              <a:xfrm>
                <a:off x="0" y="0"/>
                <a:ext cx="9809754" cy="716230"/>
              </a:xfrm>
              <a:custGeom>
                <a:rect b="b" l="l" r="r" t="t"/>
                <a:pathLst>
                  <a:path extrusionOk="0" h="716230" w="9809754">
                    <a:moveTo>
                      <a:pt x="0" y="0"/>
                    </a:moveTo>
                    <a:lnTo>
                      <a:pt x="9809754" y="0"/>
                    </a:lnTo>
                    <a:lnTo>
                      <a:pt x="9809754" y="716230"/>
                    </a:lnTo>
                    <a:lnTo>
                      <a:pt x="0" y="716230"/>
                    </a:lnTo>
                    <a:close/>
                  </a:path>
                </a:pathLst>
              </a:custGeom>
              <a:solidFill>
                <a:srgbClr val="20538B"/>
              </a:solidFill>
              <a:ln cap="sq" cmpd="sng" w="38100">
                <a:solidFill>
                  <a:srgbClr val="20538B"/>
                </a:solidFill>
                <a:prstDash val="solid"/>
                <a:miter lim="8000"/>
                <a:headEnd len="sm" w="sm" type="none"/>
                <a:tailEnd len="sm" w="sm" type="none"/>
              </a:ln>
            </p:spPr>
          </p:sp>
          <p:sp>
            <p:nvSpPr>
              <p:cNvPr id="1258" name="Google Shape;1258;h32a9095667746e33_6_388"/>
              <p:cNvSpPr txBox="1"/>
              <p:nvPr/>
            </p:nvSpPr>
            <p:spPr>
              <a:xfrm>
                <a:off x="0" y="-47625"/>
                <a:ext cx="9809700" cy="763800"/>
              </a:xfrm>
              <a:prstGeom prst="rect">
                <a:avLst/>
              </a:prstGeom>
              <a:noFill/>
              <a:ln>
                <a:noFill/>
              </a:ln>
            </p:spPr>
            <p:txBody>
              <a:bodyPr anchorCtr="0" anchor="ctr" bIns="50800" lIns="50800" spcFirstLastPara="1" rIns="50800" wrap="square" tIns="50800">
                <a:noAutofit/>
              </a:bodyPr>
              <a:lstStyle/>
              <a:p>
                <a:pPr indent="0" lvl="0" marL="0" marR="0" rtl="0" algn="ctr">
                  <a:lnSpc>
                    <a:spcPct val="175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259" name="Google Shape;1259;h32a9095667746e33_6_388"/>
            <p:cNvGrpSpPr/>
            <p:nvPr/>
          </p:nvGrpSpPr>
          <p:grpSpPr>
            <a:xfrm>
              <a:off x="0" y="-108814"/>
              <a:ext cx="22434451" cy="11946166"/>
              <a:chOff x="0" y="-47625"/>
              <a:chExt cx="9819000" cy="5228539"/>
            </a:xfrm>
          </p:grpSpPr>
          <p:sp>
            <p:nvSpPr>
              <p:cNvPr id="1260" name="Google Shape;1260;h32a9095667746e33_6_388"/>
              <p:cNvSpPr/>
              <p:nvPr/>
            </p:nvSpPr>
            <p:spPr>
              <a:xfrm>
                <a:off x="0" y="0"/>
                <a:ext cx="9818922" cy="5180914"/>
              </a:xfrm>
              <a:custGeom>
                <a:rect b="b" l="l" r="r" t="t"/>
                <a:pathLst>
                  <a:path extrusionOk="0" h="5180914" w="9818922">
                    <a:moveTo>
                      <a:pt x="0" y="0"/>
                    </a:moveTo>
                    <a:lnTo>
                      <a:pt x="9818922" y="0"/>
                    </a:lnTo>
                    <a:lnTo>
                      <a:pt x="9818922" y="5180914"/>
                    </a:lnTo>
                    <a:lnTo>
                      <a:pt x="0" y="5180914"/>
                    </a:lnTo>
                    <a:close/>
                  </a:path>
                </a:pathLst>
              </a:custGeom>
              <a:solidFill>
                <a:srgbClr val="FFFFFF"/>
              </a:solidFill>
              <a:ln cap="sq" cmpd="sng" w="38100">
                <a:solidFill>
                  <a:srgbClr val="20538B"/>
                </a:solidFill>
                <a:prstDash val="solid"/>
                <a:miter lim="8000"/>
                <a:headEnd len="sm" w="sm" type="none"/>
                <a:tailEnd len="sm" w="sm" type="none"/>
              </a:ln>
            </p:spPr>
          </p:sp>
          <p:sp>
            <p:nvSpPr>
              <p:cNvPr id="1261" name="Google Shape;1261;h32a9095667746e33_6_388"/>
              <p:cNvSpPr txBox="1"/>
              <p:nvPr/>
            </p:nvSpPr>
            <p:spPr>
              <a:xfrm>
                <a:off x="0" y="-47625"/>
                <a:ext cx="9819000" cy="5228400"/>
              </a:xfrm>
              <a:prstGeom prst="rect">
                <a:avLst/>
              </a:prstGeom>
              <a:noFill/>
              <a:ln>
                <a:noFill/>
              </a:ln>
            </p:spPr>
            <p:txBody>
              <a:bodyPr anchorCtr="0" anchor="ctr" bIns="50800" lIns="50800" spcFirstLastPara="1" rIns="50800" wrap="square" tIns="50800">
                <a:noAutofit/>
              </a:bodyPr>
              <a:lstStyle/>
              <a:p>
                <a:pPr indent="0" lvl="0" marL="0" marR="0" rtl="0" algn="ctr">
                  <a:lnSpc>
                    <a:spcPct val="175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grpSp>
        <p:nvGrpSpPr>
          <p:cNvPr id="1262" name="Google Shape;1262;h32a9095667746e33_6_388"/>
          <p:cNvGrpSpPr/>
          <p:nvPr/>
        </p:nvGrpSpPr>
        <p:grpSpPr>
          <a:xfrm>
            <a:off x="763743" y="662704"/>
            <a:ext cx="16759942" cy="1561150"/>
            <a:chOff x="0" y="-38100"/>
            <a:chExt cx="8581200" cy="799319"/>
          </a:xfrm>
        </p:grpSpPr>
        <p:sp>
          <p:nvSpPr>
            <p:cNvPr id="1263" name="Google Shape;1263;h32a9095667746e33_6_388"/>
            <p:cNvSpPr/>
            <p:nvPr/>
          </p:nvSpPr>
          <p:spPr>
            <a:xfrm>
              <a:off x="0" y="0"/>
              <a:ext cx="8581180" cy="761219"/>
            </a:xfrm>
            <a:custGeom>
              <a:rect b="b" l="l" r="r" t="t"/>
              <a:pathLst>
                <a:path extrusionOk="0" h="761219" w="8581180">
                  <a:moveTo>
                    <a:pt x="0" y="0"/>
                  </a:moveTo>
                  <a:lnTo>
                    <a:pt x="8581180" y="0"/>
                  </a:lnTo>
                  <a:lnTo>
                    <a:pt x="8581180" y="761219"/>
                  </a:lnTo>
                  <a:lnTo>
                    <a:pt x="0" y="761219"/>
                  </a:lnTo>
                  <a:close/>
                </a:path>
              </a:pathLst>
            </a:custGeom>
            <a:solidFill>
              <a:srgbClr val="EEF6FF"/>
            </a:solidFill>
            <a:ln cap="sq" cmpd="sng" w="9525">
              <a:solidFill>
                <a:srgbClr val="20538B"/>
              </a:solidFill>
              <a:prstDash val="solid"/>
              <a:miter lim="8000"/>
              <a:headEnd len="sm" w="sm" type="none"/>
              <a:tailEnd len="sm" w="sm" type="none"/>
            </a:ln>
          </p:spPr>
        </p:sp>
        <p:sp>
          <p:nvSpPr>
            <p:cNvPr id="1264" name="Google Shape;1264;h32a9095667746e33_6_388"/>
            <p:cNvSpPr txBox="1"/>
            <p:nvPr/>
          </p:nvSpPr>
          <p:spPr>
            <a:xfrm>
              <a:off x="0" y="-38100"/>
              <a:ext cx="8581200" cy="799200"/>
            </a:xfrm>
            <a:prstGeom prst="rect">
              <a:avLst/>
            </a:prstGeom>
            <a:noFill/>
            <a:ln>
              <a:noFill/>
            </a:ln>
          </p:spPr>
          <p:txBody>
            <a:bodyPr anchorCtr="0" anchor="ctr" bIns="39175" lIns="39175" spcFirstLastPara="1" rIns="39175" wrap="square" tIns="39175">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265" name="Google Shape;1265;h32a9095667746e33_6_388"/>
          <p:cNvSpPr/>
          <p:nvPr/>
        </p:nvSpPr>
        <p:spPr>
          <a:xfrm>
            <a:off x="15531691" y="160918"/>
            <a:ext cx="996214" cy="1021758"/>
          </a:xfrm>
          <a:custGeom>
            <a:rect b="b" l="l" r="r" t="t"/>
            <a:pathLst>
              <a:path extrusionOk="0" h="1021758" w="996214">
                <a:moveTo>
                  <a:pt x="0" y="0"/>
                </a:moveTo>
                <a:lnTo>
                  <a:pt x="996214" y="0"/>
                </a:lnTo>
                <a:lnTo>
                  <a:pt x="996214" y="1021758"/>
                </a:lnTo>
                <a:lnTo>
                  <a:pt x="0" y="1021758"/>
                </a:lnTo>
                <a:lnTo>
                  <a:pt x="0" y="0"/>
                </a:lnTo>
                <a:close/>
              </a:path>
            </a:pathLst>
          </a:custGeom>
          <a:blipFill rotWithShape="1">
            <a:blip r:embed="rId3">
              <a:alphaModFix/>
            </a:blip>
            <a:stretch>
              <a:fillRect b="0" l="0" r="0" t="0"/>
            </a:stretch>
          </a:blipFill>
          <a:ln>
            <a:noFill/>
          </a:ln>
        </p:spPr>
      </p:sp>
      <p:sp>
        <p:nvSpPr>
          <p:cNvPr id="1266" name="Google Shape;1266;h32a9095667746e33_6_388"/>
          <p:cNvSpPr/>
          <p:nvPr/>
        </p:nvSpPr>
        <p:spPr>
          <a:xfrm>
            <a:off x="9363698" y="3007766"/>
            <a:ext cx="272321" cy="272321"/>
          </a:xfrm>
          <a:custGeom>
            <a:rect b="b" l="l" r="r" t="t"/>
            <a:pathLst>
              <a:path extrusionOk="0" h="272321" w="272321">
                <a:moveTo>
                  <a:pt x="0" y="0"/>
                </a:moveTo>
                <a:lnTo>
                  <a:pt x="272321" y="0"/>
                </a:lnTo>
                <a:lnTo>
                  <a:pt x="272321" y="272321"/>
                </a:lnTo>
                <a:lnTo>
                  <a:pt x="0" y="272321"/>
                </a:lnTo>
                <a:lnTo>
                  <a:pt x="0" y="0"/>
                </a:lnTo>
                <a:close/>
              </a:path>
            </a:pathLst>
          </a:custGeom>
          <a:blipFill rotWithShape="1">
            <a:blip r:embed="rId4">
              <a:alphaModFix/>
            </a:blip>
            <a:stretch>
              <a:fillRect b="0" l="0" r="0" t="0"/>
            </a:stretch>
          </a:blipFill>
          <a:ln>
            <a:noFill/>
          </a:ln>
        </p:spPr>
      </p:sp>
      <p:sp>
        <p:nvSpPr>
          <p:cNvPr id="1267" name="Google Shape;1267;h32a9095667746e33_6_388"/>
          <p:cNvSpPr txBox="1"/>
          <p:nvPr/>
        </p:nvSpPr>
        <p:spPr>
          <a:xfrm>
            <a:off x="2395000" y="893150"/>
            <a:ext cx="11214600" cy="769500"/>
          </a:xfrm>
          <a:prstGeom prst="rect">
            <a:avLst/>
          </a:prstGeom>
          <a:noFill/>
          <a:ln>
            <a:noFill/>
          </a:ln>
        </p:spPr>
        <p:txBody>
          <a:bodyPr anchorCtr="0" anchor="t" bIns="0" lIns="0" spcFirstLastPara="1" rIns="0" wrap="square" tIns="0">
            <a:spAutoFit/>
          </a:bodyPr>
          <a:lstStyle/>
          <a:p>
            <a:pPr indent="0" lvl="0" marL="0" marR="0" rtl="0" algn="l">
              <a:lnSpc>
                <a:spcPct val="192000"/>
              </a:lnSpc>
              <a:spcBef>
                <a:spcPts val="0"/>
              </a:spcBef>
              <a:spcAft>
                <a:spcPts val="0"/>
              </a:spcAft>
              <a:buNone/>
            </a:pPr>
            <a:r>
              <a:rPr b="1" i="0" lang="en-US" sz="5000" u="none" cap="none" strike="noStrike">
                <a:solidFill>
                  <a:srgbClr val="20538B"/>
                </a:solidFill>
                <a:latin typeface="Arial"/>
                <a:ea typeface="Arial"/>
                <a:cs typeface="Arial"/>
                <a:sym typeface="Arial"/>
              </a:rPr>
              <a:t>취약점 분석 및 시나리오</a:t>
            </a:r>
            <a:r>
              <a:rPr b="1" lang="en-US" sz="5000">
                <a:solidFill>
                  <a:srgbClr val="20538B"/>
                </a:solidFill>
              </a:rPr>
              <a:t> </a:t>
            </a:r>
            <a:r>
              <a:rPr b="1" lang="en-US" sz="3500">
                <a:solidFill>
                  <a:srgbClr val="20538B"/>
                </a:solidFill>
              </a:rPr>
              <a:t>- </a:t>
            </a:r>
            <a:r>
              <a:rPr b="1" lang="en-US" sz="3500">
                <a:solidFill>
                  <a:srgbClr val="20538B"/>
                </a:solidFill>
              </a:rPr>
              <a:t>불충분한 권한 검증</a:t>
            </a:r>
            <a:endParaRPr b="1" i="0" sz="3500" u="none" cap="none" strike="noStrike">
              <a:solidFill>
                <a:srgbClr val="20538B"/>
              </a:solidFill>
              <a:latin typeface="Arial"/>
              <a:ea typeface="Arial"/>
              <a:cs typeface="Arial"/>
              <a:sym typeface="Arial"/>
            </a:endParaRPr>
          </a:p>
        </p:txBody>
      </p:sp>
      <p:sp>
        <p:nvSpPr>
          <p:cNvPr id="1268" name="Google Shape;1268;h32a9095667746e33_6_388"/>
          <p:cNvSpPr txBox="1"/>
          <p:nvPr/>
        </p:nvSpPr>
        <p:spPr>
          <a:xfrm>
            <a:off x="1437501" y="920715"/>
            <a:ext cx="834600" cy="751200"/>
          </a:xfrm>
          <a:prstGeom prst="rect">
            <a:avLst/>
          </a:prstGeom>
          <a:noFill/>
          <a:ln>
            <a:noFill/>
          </a:ln>
        </p:spPr>
        <p:txBody>
          <a:bodyPr anchorCtr="0" anchor="t" bIns="0" lIns="0" spcFirstLastPara="1" rIns="0" wrap="square" tIns="0">
            <a:spAutoFit/>
          </a:bodyPr>
          <a:lstStyle/>
          <a:p>
            <a:pPr indent="0" lvl="0" marL="0" marR="0" rtl="0" algn="l">
              <a:lnSpc>
                <a:spcPct val="192009"/>
              </a:lnSpc>
              <a:spcBef>
                <a:spcPts val="0"/>
              </a:spcBef>
              <a:spcAft>
                <a:spcPts val="0"/>
              </a:spcAft>
              <a:buNone/>
            </a:pPr>
            <a:r>
              <a:rPr b="1" i="0" lang="en-US" sz="4881" u="none" cap="none" strike="noStrike">
                <a:solidFill>
                  <a:srgbClr val="CBDDEF"/>
                </a:solidFill>
                <a:latin typeface="Arial"/>
                <a:ea typeface="Arial"/>
                <a:cs typeface="Arial"/>
                <a:sym typeface="Arial"/>
              </a:rPr>
              <a:t>0</a:t>
            </a:r>
            <a:r>
              <a:rPr b="1" lang="en-US" sz="4881">
                <a:solidFill>
                  <a:srgbClr val="CBDDEF"/>
                </a:solidFill>
              </a:rPr>
              <a:t>4</a:t>
            </a:r>
            <a:endParaRPr/>
          </a:p>
        </p:txBody>
      </p:sp>
      <p:sp>
        <p:nvSpPr>
          <p:cNvPr id="1269" name="Google Shape;1269;h32a9095667746e33_6_388"/>
          <p:cNvSpPr txBox="1"/>
          <p:nvPr/>
        </p:nvSpPr>
        <p:spPr>
          <a:xfrm>
            <a:off x="9757649" y="2853963"/>
            <a:ext cx="6140400" cy="4311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US" sz="2800">
                <a:solidFill>
                  <a:srgbClr val="20538B"/>
                </a:solidFill>
              </a:rPr>
              <a:t>가이드 항목</a:t>
            </a:r>
            <a:endParaRPr/>
          </a:p>
        </p:txBody>
      </p:sp>
      <p:sp>
        <p:nvSpPr>
          <p:cNvPr id="1270" name="Google Shape;1270;h32a9095667746e33_6_388"/>
          <p:cNvSpPr txBox="1"/>
          <p:nvPr/>
        </p:nvSpPr>
        <p:spPr>
          <a:xfrm>
            <a:off x="9757650" y="3424765"/>
            <a:ext cx="6567300" cy="730500"/>
          </a:xfrm>
          <a:prstGeom prst="rect">
            <a:avLst/>
          </a:prstGeom>
          <a:noFill/>
          <a:ln>
            <a:noFill/>
          </a:ln>
        </p:spPr>
        <p:txBody>
          <a:bodyPr anchorCtr="0" anchor="t" bIns="0" lIns="0" spcFirstLastPara="1" rIns="0" wrap="square" tIns="0">
            <a:spAutoFit/>
          </a:bodyPr>
          <a:lstStyle/>
          <a:p>
            <a:pPr indent="0" lvl="0" marL="0" marR="0" rtl="0" algn="l">
              <a:lnSpc>
                <a:spcPct val="155000"/>
              </a:lnSpc>
              <a:spcBef>
                <a:spcPts val="0"/>
              </a:spcBef>
              <a:spcAft>
                <a:spcPts val="0"/>
              </a:spcAft>
              <a:buNone/>
            </a:pPr>
            <a:r>
              <a:rPr lang="en-US" sz="1900">
                <a:solidFill>
                  <a:srgbClr val="20538B"/>
                </a:solidFill>
              </a:rPr>
              <a:t>주요정보통신기반시설 취약점 - </a:t>
            </a:r>
            <a:r>
              <a:rPr lang="en-US" sz="1900">
                <a:solidFill>
                  <a:srgbClr val="20538B"/>
                </a:solidFill>
              </a:rPr>
              <a:t>불충분한 권한 검증</a:t>
            </a:r>
            <a:r>
              <a:rPr lang="en-US" sz="1900">
                <a:solidFill>
                  <a:srgbClr val="20538B"/>
                </a:solidFill>
              </a:rPr>
              <a:t>(위험도 : 상)</a:t>
            </a:r>
            <a:endParaRPr sz="1900">
              <a:solidFill>
                <a:srgbClr val="20538B"/>
              </a:solidFill>
            </a:endParaRPr>
          </a:p>
          <a:p>
            <a:pPr indent="0" lvl="0" marL="0" marR="0" rtl="0" algn="l">
              <a:lnSpc>
                <a:spcPct val="155000"/>
              </a:lnSpc>
              <a:spcBef>
                <a:spcPts val="0"/>
              </a:spcBef>
              <a:spcAft>
                <a:spcPts val="0"/>
              </a:spcAft>
              <a:buNone/>
            </a:pPr>
            <a:r>
              <a:t/>
            </a:r>
            <a:endParaRPr b="0" i="0" sz="1800" u="none" cap="none" strike="noStrike">
              <a:solidFill>
                <a:srgbClr val="94B6DA"/>
              </a:solidFill>
              <a:latin typeface="Arial"/>
              <a:ea typeface="Arial"/>
              <a:cs typeface="Arial"/>
              <a:sym typeface="Arial"/>
            </a:endParaRPr>
          </a:p>
        </p:txBody>
      </p:sp>
      <p:sp>
        <p:nvSpPr>
          <p:cNvPr id="1271" name="Google Shape;1271;h32a9095667746e33_6_388"/>
          <p:cNvSpPr/>
          <p:nvPr/>
        </p:nvSpPr>
        <p:spPr>
          <a:xfrm>
            <a:off x="9363698" y="4327691"/>
            <a:ext cx="272321" cy="272321"/>
          </a:xfrm>
          <a:custGeom>
            <a:rect b="b" l="l" r="r" t="t"/>
            <a:pathLst>
              <a:path extrusionOk="0" h="272321" w="272321">
                <a:moveTo>
                  <a:pt x="0" y="0"/>
                </a:moveTo>
                <a:lnTo>
                  <a:pt x="272321" y="0"/>
                </a:lnTo>
                <a:lnTo>
                  <a:pt x="272321" y="272321"/>
                </a:lnTo>
                <a:lnTo>
                  <a:pt x="0" y="272321"/>
                </a:lnTo>
                <a:lnTo>
                  <a:pt x="0" y="0"/>
                </a:lnTo>
                <a:close/>
              </a:path>
            </a:pathLst>
          </a:custGeom>
          <a:blipFill rotWithShape="1">
            <a:blip r:embed="rId4">
              <a:alphaModFix/>
            </a:blip>
            <a:stretch>
              <a:fillRect b="0" l="0" r="0" t="0"/>
            </a:stretch>
          </a:blipFill>
          <a:ln>
            <a:noFill/>
          </a:ln>
        </p:spPr>
      </p:sp>
      <p:sp>
        <p:nvSpPr>
          <p:cNvPr id="1272" name="Google Shape;1272;h32a9095667746e33_6_388"/>
          <p:cNvSpPr txBox="1"/>
          <p:nvPr/>
        </p:nvSpPr>
        <p:spPr>
          <a:xfrm>
            <a:off x="9757649" y="4221188"/>
            <a:ext cx="6140400" cy="4311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US" sz="2800">
                <a:solidFill>
                  <a:srgbClr val="20538B"/>
                </a:solidFill>
              </a:rPr>
              <a:t>판단 기준</a:t>
            </a:r>
            <a:endParaRPr/>
          </a:p>
        </p:txBody>
      </p:sp>
      <p:sp>
        <p:nvSpPr>
          <p:cNvPr id="1273" name="Google Shape;1273;h32a9095667746e33_6_388"/>
          <p:cNvSpPr txBox="1"/>
          <p:nvPr/>
        </p:nvSpPr>
        <p:spPr>
          <a:xfrm>
            <a:off x="9757650" y="4801975"/>
            <a:ext cx="7331400" cy="4356900"/>
          </a:xfrm>
          <a:prstGeom prst="rect">
            <a:avLst/>
          </a:prstGeom>
          <a:noFill/>
          <a:ln>
            <a:noFill/>
          </a:ln>
        </p:spPr>
        <p:txBody>
          <a:bodyPr anchorCtr="0" anchor="t" bIns="0" lIns="0" spcFirstLastPara="1" rIns="0" wrap="square" tIns="0">
            <a:spAutoFit/>
          </a:bodyPr>
          <a:lstStyle/>
          <a:p>
            <a:pPr indent="-349250" lvl="0" marL="457200" marR="0" rtl="0" algn="l">
              <a:lnSpc>
                <a:spcPct val="155000"/>
              </a:lnSpc>
              <a:spcBef>
                <a:spcPts val="0"/>
              </a:spcBef>
              <a:spcAft>
                <a:spcPts val="0"/>
              </a:spcAft>
              <a:buClr>
                <a:srgbClr val="20538B"/>
              </a:buClr>
              <a:buSzPts val="1900"/>
              <a:buChar char="-"/>
            </a:pPr>
            <a:r>
              <a:rPr b="1" lang="en-US" sz="1900">
                <a:solidFill>
                  <a:srgbClr val="20538B"/>
                </a:solidFill>
              </a:rPr>
              <a:t>취약</a:t>
            </a:r>
            <a:endParaRPr sz="1900">
              <a:solidFill>
                <a:srgbClr val="20538B"/>
              </a:solidFill>
            </a:endParaRPr>
          </a:p>
          <a:p>
            <a:pPr indent="0" lvl="0" marL="457200" marR="0" rtl="0" algn="l">
              <a:lnSpc>
                <a:spcPct val="155000"/>
              </a:lnSpc>
              <a:spcBef>
                <a:spcPts val="0"/>
              </a:spcBef>
              <a:spcAft>
                <a:spcPts val="0"/>
              </a:spcAft>
              <a:buNone/>
            </a:pPr>
            <a:r>
              <a:rPr lang="en-US" sz="1900">
                <a:solidFill>
                  <a:srgbClr val="20538B"/>
                </a:solidFill>
              </a:rPr>
              <a:t>중요 페이지에서 사용자 검증 로직이 미흡하여, 타 사용자의 권한 탈취가 가능한 경우</a:t>
            </a:r>
            <a:endParaRPr sz="1900">
              <a:solidFill>
                <a:srgbClr val="20538B"/>
              </a:solidFill>
            </a:endParaRPr>
          </a:p>
          <a:p>
            <a:pPr indent="-349250" lvl="0" marL="457200" marR="0" rtl="0" algn="l">
              <a:lnSpc>
                <a:spcPct val="155000"/>
              </a:lnSpc>
              <a:spcBef>
                <a:spcPts val="0"/>
              </a:spcBef>
              <a:spcAft>
                <a:spcPts val="0"/>
              </a:spcAft>
              <a:buClr>
                <a:srgbClr val="20538B"/>
              </a:buClr>
              <a:buSzPts val="1900"/>
              <a:buChar char="-"/>
            </a:pPr>
            <a:r>
              <a:rPr b="1" lang="en-US" sz="1900">
                <a:solidFill>
                  <a:srgbClr val="20538B"/>
                </a:solidFill>
              </a:rPr>
              <a:t>양호</a:t>
            </a:r>
            <a:endParaRPr sz="1900">
              <a:solidFill>
                <a:srgbClr val="20538B"/>
              </a:solidFill>
            </a:endParaRPr>
          </a:p>
          <a:p>
            <a:pPr indent="0" lvl="0" marL="457200" rtl="0" algn="l">
              <a:lnSpc>
                <a:spcPct val="155000"/>
              </a:lnSpc>
              <a:spcBef>
                <a:spcPts val="0"/>
              </a:spcBef>
              <a:spcAft>
                <a:spcPts val="0"/>
              </a:spcAft>
              <a:buNone/>
            </a:pPr>
            <a:r>
              <a:rPr lang="en-US" sz="1900">
                <a:solidFill>
                  <a:srgbClr val="20538B"/>
                </a:solidFill>
              </a:rPr>
              <a:t>중요 페이지에서 사용자 검증 로직이 구현되어 있어, 타 사용자의 권한 탈취가 제한된 경우</a:t>
            </a:r>
            <a:endParaRPr sz="1900">
              <a:solidFill>
                <a:srgbClr val="20538B"/>
              </a:solidFill>
            </a:endParaRPr>
          </a:p>
          <a:p>
            <a:pPr indent="0" lvl="0" marL="457200" rtl="0" algn="l">
              <a:lnSpc>
                <a:spcPct val="155000"/>
              </a:lnSpc>
              <a:spcBef>
                <a:spcPts val="0"/>
              </a:spcBef>
              <a:spcAft>
                <a:spcPts val="0"/>
              </a:spcAft>
              <a:buNone/>
            </a:pPr>
            <a:r>
              <a:t/>
            </a:r>
            <a:endParaRPr sz="1900">
              <a:solidFill>
                <a:srgbClr val="20538B"/>
              </a:solidFill>
            </a:endParaRPr>
          </a:p>
          <a:p>
            <a:pPr indent="0" lvl="0" marL="0" marR="0" rtl="0" algn="l">
              <a:lnSpc>
                <a:spcPct val="155000"/>
              </a:lnSpc>
              <a:spcBef>
                <a:spcPts val="0"/>
              </a:spcBef>
              <a:spcAft>
                <a:spcPts val="0"/>
              </a:spcAft>
              <a:buNone/>
            </a:pPr>
            <a:r>
              <a:rPr lang="en-US" sz="1900">
                <a:solidFill>
                  <a:srgbClr val="20538B"/>
                </a:solidFill>
              </a:rPr>
              <a:t>※ </a:t>
            </a:r>
            <a:r>
              <a:rPr b="1" lang="en-US" sz="1900">
                <a:solidFill>
                  <a:srgbClr val="20538B"/>
                </a:solidFill>
              </a:rPr>
              <a:t>중요 </a:t>
            </a:r>
            <a:r>
              <a:rPr b="1" lang="en-US" sz="1900">
                <a:solidFill>
                  <a:srgbClr val="20538B"/>
                </a:solidFill>
              </a:rPr>
              <a:t>페이지</a:t>
            </a:r>
            <a:r>
              <a:rPr lang="en-US" sz="1900">
                <a:solidFill>
                  <a:srgbClr val="20538B"/>
                </a:solidFill>
              </a:rPr>
              <a:t> : </a:t>
            </a:r>
            <a:r>
              <a:rPr lang="en-US" sz="1900">
                <a:solidFill>
                  <a:srgbClr val="20538B"/>
                </a:solidFill>
              </a:rPr>
              <a:t>로그인 후 접근하는 학생, 강사 전용 페이지, </a:t>
            </a:r>
            <a:endParaRPr sz="1900">
              <a:solidFill>
                <a:srgbClr val="20538B"/>
              </a:solidFill>
            </a:endParaRPr>
          </a:p>
          <a:p>
            <a:pPr indent="0" lvl="0" marL="0" marR="0" rtl="0" algn="l">
              <a:lnSpc>
                <a:spcPct val="155000"/>
              </a:lnSpc>
              <a:spcBef>
                <a:spcPts val="0"/>
              </a:spcBef>
              <a:spcAft>
                <a:spcPts val="0"/>
              </a:spcAft>
              <a:buNone/>
            </a:pPr>
            <a:r>
              <a:rPr lang="en-US" sz="1900">
                <a:solidFill>
                  <a:srgbClr val="20538B"/>
                </a:solidFill>
              </a:rPr>
              <a:t>                         타인의 문의 글</a:t>
            </a:r>
            <a:endParaRPr sz="1900">
              <a:solidFill>
                <a:srgbClr val="20538B"/>
              </a:solidFill>
            </a:endParaRPr>
          </a:p>
          <a:p>
            <a:pPr indent="0" lvl="0" marL="0" marR="0" rtl="0" algn="l">
              <a:lnSpc>
                <a:spcPct val="155000"/>
              </a:lnSpc>
              <a:spcBef>
                <a:spcPts val="0"/>
              </a:spcBef>
              <a:spcAft>
                <a:spcPts val="0"/>
              </a:spcAft>
              <a:buNone/>
            </a:pPr>
            <a:r>
              <a:t/>
            </a:r>
            <a:endParaRPr b="0" i="0" sz="1800" u="none" cap="none" strike="noStrike">
              <a:solidFill>
                <a:srgbClr val="94B6DA"/>
              </a:solidFill>
              <a:latin typeface="Arial"/>
              <a:ea typeface="Arial"/>
              <a:cs typeface="Arial"/>
              <a:sym typeface="Arial"/>
            </a:endParaRPr>
          </a:p>
        </p:txBody>
      </p:sp>
      <p:pic>
        <p:nvPicPr>
          <p:cNvPr id="1274" name="Google Shape;1274;h32a9095667746e33_6_388"/>
          <p:cNvPicPr preferRelativeResize="0"/>
          <p:nvPr/>
        </p:nvPicPr>
        <p:blipFill>
          <a:blip r:embed="rId5">
            <a:alphaModFix/>
          </a:blip>
          <a:stretch>
            <a:fillRect/>
          </a:stretch>
        </p:blipFill>
        <p:spPr>
          <a:xfrm>
            <a:off x="1598950" y="2479338"/>
            <a:ext cx="7315200" cy="661987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8" name="Shape 1278"/>
        <p:cNvGrpSpPr/>
        <p:nvPr/>
      </p:nvGrpSpPr>
      <p:grpSpPr>
        <a:xfrm>
          <a:off x="0" y="0"/>
          <a:ext cx="0" cy="0"/>
          <a:chOff x="0" y="0"/>
          <a:chExt cx="0" cy="0"/>
        </a:xfrm>
      </p:grpSpPr>
      <p:grpSp>
        <p:nvGrpSpPr>
          <p:cNvPr id="1279" name="Google Shape;1279;h32a9095667746e33_6_420"/>
          <p:cNvGrpSpPr/>
          <p:nvPr/>
        </p:nvGrpSpPr>
        <p:grpSpPr>
          <a:xfrm>
            <a:off x="-1081199" y="3274283"/>
            <a:ext cx="20615733" cy="7012716"/>
            <a:chOff x="-99239" y="-86"/>
            <a:chExt cx="27487644" cy="9350288"/>
          </a:xfrm>
        </p:grpSpPr>
        <p:grpSp>
          <p:nvGrpSpPr>
            <p:cNvPr id="1280" name="Google Shape;1280;h32a9095667746e33_6_420"/>
            <p:cNvGrpSpPr/>
            <p:nvPr/>
          </p:nvGrpSpPr>
          <p:grpSpPr>
            <a:xfrm rot="-5400000">
              <a:off x="11107617" y="-11206942"/>
              <a:ext cx="4770761" cy="27184472"/>
              <a:chOff x="0" y="-38100"/>
              <a:chExt cx="1831597" cy="10436700"/>
            </a:xfrm>
          </p:grpSpPr>
          <p:sp>
            <p:nvSpPr>
              <p:cNvPr id="1281" name="Google Shape;1281;h32a9095667746e33_6_420"/>
              <p:cNvSpPr/>
              <p:nvPr/>
            </p:nvSpPr>
            <p:spPr>
              <a:xfrm>
                <a:off x="0" y="0"/>
                <a:ext cx="1831597" cy="10398600"/>
              </a:xfrm>
              <a:custGeom>
                <a:rect b="b" l="l" r="r" t="t"/>
                <a:pathLst>
                  <a:path extrusionOk="0" h="10398600" w="1831597">
                    <a:moveTo>
                      <a:pt x="0" y="0"/>
                    </a:moveTo>
                    <a:lnTo>
                      <a:pt x="1831597" y="0"/>
                    </a:lnTo>
                    <a:lnTo>
                      <a:pt x="1831597" y="10398600"/>
                    </a:lnTo>
                    <a:lnTo>
                      <a:pt x="0" y="10398600"/>
                    </a:lnTo>
                    <a:close/>
                  </a:path>
                </a:pathLst>
              </a:custGeom>
              <a:solidFill>
                <a:srgbClr val="CBDDEF"/>
              </a:solidFill>
              <a:ln>
                <a:noFill/>
              </a:ln>
            </p:spPr>
          </p:sp>
          <p:sp>
            <p:nvSpPr>
              <p:cNvPr id="1282" name="Google Shape;1282;h32a9095667746e33_6_420"/>
              <p:cNvSpPr txBox="1"/>
              <p:nvPr/>
            </p:nvSpPr>
            <p:spPr>
              <a:xfrm>
                <a:off x="0" y="-38100"/>
                <a:ext cx="1831500" cy="10436700"/>
              </a:xfrm>
              <a:prstGeom prst="rect">
                <a:avLst/>
              </a:prstGeom>
              <a:noFill/>
              <a:ln>
                <a:noFill/>
              </a:ln>
            </p:spPr>
            <p:txBody>
              <a:bodyPr anchorCtr="0" anchor="ctr" bIns="27000" lIns="27000" spcFirstLastPara="1" rIns="27000" wrap="square" tIns="27000">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283" name="Google Shape;1283;h32a9095667746e33_6_420"/>
            <p:cNvGrpSpPr/>
            <p:nvPr/>
          </p:nvGrpSpPr>
          <p:grpSpPr>
            <a:xfrm rot="-5400000">
              <a:off x="11637133" y="-6401070"/>
              <a:ext cx="4579844" cy="26922700"/>
              <a:chOff x="0" y="-38100"/>
              <a:chExt cx="1758300" cy="10336200"/>
            </a:xfrm>
          </p:grpSpPr>
          <p:sp>
            <p:nvSpPr>
              <p:cNvPr id="1284" name="Google Shape;1284;h32a9095667746e33_6_420"/>
              <p:cNvSpPr/>
              <p:nvPr/>
            </p:nvSpPr>
            <p:spPr>
              <a:xfrm>
                <a:off x="0" y="0"/>
                <a:ext cx="1758210" cy="10298040"/>
              </a:xfrm>
              <a:custGeom>
                <a:rect b="b" l="l" r="r" t="t"/>
                <a:pathLst>
                  <a:path extrusionOk="0" h="10298040" w="1758210">
                    <a:moveTo>
                      <a:pt x="0" y="0"/>
                    </a:moveTo>
                    <a:lnTo>
                      <a:pt x="1758210" y="0"/>
                    </a:lnTo>
                    <a:lnTo>
                      <a:pt x="1758210" y="10298040"/>
                    </a:lnTo>
                    <a:lnTo>
                      <a:pt x="0" y="10298040"/>
                    </a:lnTo>
                    <a:close/>
                  </a:path>
                </a:pathLst>
              </a:custGeom>
              <a:solidFill>
                <a:srgbClr val="94B6DA"/>
              </a:solidFill>
              <a:ln>
                <a:noFill/>
              </a:ln>
            </p:spPr>
          </p:sp>
          <p:sp>
            <p:nvSpPr>
              <p:cNvPr id="1285" name="Google Shape;1285;h32a9095667746e33_6_420"/>
              <p:cNvSpPr txBox="1"/>
              <p:nvPr/>
            </p:nvSpPr>
            <p:spPr>
              <a:xfrm>
                <a:off x="0" y="-38100"/>
                <a:ext cx="1758300" cy="10336200"/>
              </a:xfrm>
              <a:prstGeom prst="rect">
                <a:avLst/>
              </a:prstGeom>
              <a:noFill/>
              <a:ln>
                <a:noFill/>
              </a:ln>
            </p:spPr>
            <p:txBody>
              <a:bodyPr anchorCtr="0" anchor="ctr" bIns="27000" lIns="27000" spcFirstLastPara="1" rIns="27000" wrap="square" tIns="27000">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grpSp>
        <p:nvGrpSpPr>
          <p:cNvPr id="1286" name="Google Shape;1286;h32a9095667746e33_6_420"/>
          <p:cNvGrpSpPr/>
          <p:nvPr/>
        </p:nvGrpSpPr>
        <p:grpSpPr>
          <a:xfrm>
            <a:off x="731085" y="622850"/>
            <a:ext cx="16825838" cy="9050174"/>
            <a:chOff x="0" y="-108814"/>
            <a:chExt cx="22434451" cy="12066898"/>
          </a:xfrm>
        </p:grpSpPr>
        <p:grpSp>
          <p:nvGrpSpPr>
            <p:cNvPr id="1287" name="Google Shape;1287;h32a9095667746e33_6_420"/>
            <p:cNvGrpSpPr/>
            <p:nvPr/>
          </p:nvGrpSpPr>
          <p:grpSpPr>
            <a:xfrm>
              <a:off x="26537" y="10214891"/>
              <a:ext cx="22386840" cy="1743193"/>
              <a:chOff x="0" y="-47625"/>
              <a:chExt cx="9809754" cy="763855"/>
            </a:xfrm>
          </p:grpSpPr>
          <p:sp>
            <p:nvSpPr>
              <p:cNvPr id="1288" name="Google Shape;1288;h32a9095667746e33_6_420"/>
              <p:cNvSpPr/>
              <p:nvPr/>
            </p:nvSpPr>
            <p:spPr>
              <a:xfrm>
                <a:off x="0" y="0"/>
                <a:ext cx="9809754" cy="716230"/>
              </a:xfrm>
              <a:custGeom>
                <a:rect b="b" l="l" r="r" t="t"/>
                <a:pathLst>
                  <a:path extrusionOk="0" h="716230" w="9809754">
                    <a:moveTo>
                      <a:pt x="0" y="0"/>
                    </a:moveTo>
                    <a:lnTo>
                      <a:pt x="9809754" y="0"/>
                    </a:lnTo>
                    <a:lnTo>
                      <a:pt x="9809754" y="716230"/>
                    </a:lnTo>
                    <a:lnTo>
                      <a:pt x="0" y="716230"/>
                    </a:lnTo>
                    <a:close/>
                  </a:path>
                </a:pathLst>
              </a:custGeom>
              <a:solidFill>
                <a:srgbClr val="20538B"/>
              </a:solidFill>
              <a:ln cap="sq" cmpd="sng" w="38100">
                <a:solidFill>
                  <a:srgbClr val="20538B"/>
                </a:solidFill>
                <a:prstDash val="solid"/>
                <a:miter lim="8000"/>
                <a:headEnd len="sm" w="sm" type="none"/>
                <a:tailEnd len="sm" w="sm" type="none"/>
              </a:ln>
            </p:spPr>
          </p:sp>
          <p:sp>
            <p:nvSpPr>
              <p:cNvPr id="1289" name="Google Shape;1289;h32a9095667746e33_6_420"/>
              <p:cNvSpPr txBox="1"/>
              <p:nvPr/>
            </p:nvSpPr>
            <p:spPr>
              <a:xfrm>
                <a:off x="0" y="-47625"/>
                <a:ext cx="9809700" cy="763800"/>
              </a:xfrm>
              <a:prstGeom prst="rect">
                <a:avLst/>
              </a:prstGeom>
              <a:noFill/>
              <a:ln>
                <a:noFill/>
              </a:ln>
            </p:spPr>
            <p:txBody>
              <a:bodyPr anchorCtr="0" anchor="ctr" bIns="50800" lIns="50800" spcFirstLastPara="1" rIns="50800" wrap="square" tIns="50800">
                <a:noAutofit/>
              </a:bodyPr>
              <a:lstStyle/>
              <a:p>
                <a:pPr indent="0" lvl="0" marL="0" marR="0" rtl="0" algn="ctr">
                  <a:lnSpc>
                    <a:spcPct val="175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290" name="Google Shape;1290;h32a9095667746e33_6_420"/>
            <p:cNvGrpSpPr/>
            <p:nvPr/>
          </p:nvGrpSpPr>
          <p:grpSpPr>
            <a:xfrm>
              <a:off x="0" y="-108814"/>
              <a:ext cx="22434451" cy="11946166"/>
              <a:chOff x="0" y="-47625"/>
              <a:chExt cx="9819000" cy="5228539"/>
            </a:xfrm>
          </p:grpSpPr>
          <p:sp>
            <p:nvSpPr>
              <p:cNvPr id="1291" name="Google Shape;1291;h32a9095667746e33_6_420"/>
              <p:cNvSpPr/>
              <p:nvPr/>
            </p:nvSpPr>
            <p:spPr>
              <a:xfrm>
                <a:off x="0" y="0"/>
                <a:ext cx="9818922" cy="5180914"/>
              </a:xfrm>
              <a:custGeom>
                <a:rect b="b" l="l" r="r" t="t"/>
                <a:pathLst>
                  <a:path extrusionOk="0" h="5180914" w="9818922">
                    <a:moveTo>
                      <a:pt x="0" y="0"/>
                    </a:moveTo>
                    <a:lnTo>
                      <a:pt x="9818922" y="0"/>
                    </a:lnTo>
                    <a:lnTo>
                      <a:pt x="9818922" y="5180914"/>
                    </a:lnTo>
                    <a:lnTo>
                      <a:pt x="0" y="5180914"/>
                    </a:lnTo>
                    <a:close/>
                  </a:path>
                </a:pathLst>
              </a:custGeom>
              <a:solidFill>
                <a:srgbClr val="FFFFFF"/>
              </a:solidFill>
              <a:ln cap="sq" cmpd="sng" w="38100">
                <a:solidFill>
                  <a:srgbClr val="20538B"/>
                </a:solidFill>
                <a:prstDash val="solid"/>
                <a:miter lim="8000"/>
                <a:headEnd len="sm" w="sm" type="none"/>
                <a:tailEnd len="sm" w="sm" type="none"/>
              </a:ln>
            </p:spPr>
          </p:sp>
          <p:sp>
            <p:nvSpPr>
              <p:cNvPr id="1292" name="Google Shape;1292;h32a9095667746e33_6_420"/>
              <p:cNvSpPr txBox="1"/>
              <p:nvPr/>
            </p:nvSpPr>
            <p:spPr>
              <a:xfrm>
                <a:off x="0" y="-47625"/>
                <a:ext cx="9819000" cy="5228400"/>
              </a:xfrm>
              <a:prstGeom prst="rect">
                <a:avLst/>
              </a:prstGeom>
              <a:noFill/>
              <a:ln>
                <a:noFill/>
              </a:ln>
            </p:spPr>
            <p:txBody>
              <a:bodyPr anchorCtr="0" anchor="ctr" bIns="50800" lIns="50800" spcFirstLastPara="1" rIns="50800" wrap="square" tIns="50800">
                <a:noAutofit/>
              </a:bodyPr>
              <a:lstStyle/>
              <a:p>
                <a:pPr indent="0" lvl="0" marL="0" marR="0" rtl="0" algn="ctr">
                  <a:lnSpc>
                    <a:spcPct val="175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grpSp>
        <p:nvGrpSpPr>
          <p:cNvPr id="1293" name="Google Shape;1293;h32a9095667746e33_6_420"/>
          <p:cNvGrpSpPr/>
          <p:nvPr/>
        </p:nvGrpSpPr>
        <p:grpSpPr>
          <a:xfrm>
            <a:off x="763743" y="662704"/>
            <a:ext cx="16759942" cy="1561150"/>
            <a:chOff x="0" y="-38100"/>
            <a:chExt cx="8581200" cy="799319"/>
          </a:xfrm>
        </p:grpSpPr>
        <p:sp>
          <p:nvSpPr>
            <p:cNvPr id="1294" name="Google Shape;1294;h32a9095667746e33_6_420"/>
            <p:cNvSpPr/>
            <p:nvPr/>
          </p:nvSpPr>
          <p:spPr>
            <a:xfrm>
              <a:off x="0" y="0"/>
              <a:ext cx="8581180" cy="761219"/>
            </a:xfrm>
            <a:custGeom>
              <a:rect b="b" l="l" r="r" t="t"/>
              <a:pathLst>
                <a:path extrusionOk="0" h="761219" w="8581180">
                  <a:moveTo>
                    <a:pt x="0" y="0"/>
                  </a:moveTo>
                  <a:lnTo>
                    <a:pt x="8581180" y="0"/>
                  </a:lnTo>
                  <a:lnTo>
                    <a:pt x="8581180" y="761219"/>
                  </a:lnTo>
                  <a:lnTo>
                    <a:pt x="0" y="761219"/>
                  </a:lnTo>
                  <a:close/>
                </a:path>
              </a:pathLst>
            </a:custGeom>
            <a:solidFill>
              <a:srgbClr val="EEF6FF"/>
            </a:solidFill>
            <a:ln cap="sq" cmpd="sng" w="9525">
              <a:solidFill>
                <a:srgbClr val="20538B"/>
              </a:solidFill>
              <a:prstDash val="solid"/>
              <a:miter lim="8000"/>
              <a:headEnd len="sm" w="sm" type="none"/>
              <a:tailEnd len="sm" w="sm" type="none"/>
            </a:ln>
          </p:spPr>
        </p:sp>
        <p:sp>
          <p:nvSpPr>
            <p:cNvPr id="1295" name="Google Shape;1295;h32a9095667746e33_6_420"/>
            <p:cNvSpPr txBox="1"/>
            <p:nvPr/>
          </p:nvSpPr>
          <p:spPr>
            <a:xfrm>
              <a:off x="0" y="-38100"/>
              <a:ext cx="8581200" cy="799200"/>
            </a:xfrm>
            <a:prstGeom prst="rect">
              <a:avLst/>
            </a:prstGeom>
            <a:noFill/>
            <a:ln>
              <a:noFill/>
            </a:ln>
          </p:spPr>
          <p:txBody>
            <a:bodyPr anchorCtr="0" anchor="ctr" bIns="39175" lIns="39175" spcFirstLastPara="1" rIns="39175" wrap="square" tIns="39175">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296" name="Google Shape;1296;h32a9095667746e33_6_420"/>
          <p:cNvSpPr/>
          <p:nvPr/>
        </p:nvSpPr>
        <p:spPr>
          <a:xfrm>
            <a:off x="15531691" y="160918"/>
            <a:ext cx="996214" cy="1021758"/>
          </a:xfrm>
          <a:custGeom>
            <a:rect b="b" l="l" r="r" t="t"/>
            <a:pathLst>
              <a:path extrusionOk="0" h="1021758" w="996214">
                <a:moveTo>
                  <a:pt x="0" y="0"/>
                </a:moveTo>
                <a:lnTo>
                  <a:pt x="996214" y="0"/>
                </a:lnTo>
                <a:lnTo>
                  <a:pt x="996214" y="1021758"/>
                </a:lnTo>
                <a:lnTo>
                  <a:pt x="0" y="1021758"/>
                </a:lnTo>
                <a:lnTo>
                  <a:pt x="0" y="0"/>
                </a:lnTo>
                <a:close/>
              </a:path>
            </a:pathLst>
          </a:custGeom>
          <a:blipFill rotWithShape="1">
            <a:blip r:embed="rId3">
              <a:alphaModFix/>
            </a:blip>
            <a:stretch>
              <a:fillRect b="0" l="0" r="0" t="0"/>
            </a:stretch>
          </a:blipFill>
          <a:ln>
            <a:noFill/>
          </a:ln>
        </p:spPr>
      </p:sp>
      <p:sp>
        <p:nvSpPr>
          <p:cNvPr id="1297" name="Google Shape;1297;h32a9095667746e33_6_420"/>
          <p:cNvSpPr/>
          <p:nvPr/>
        </p:nvSpPr>
        <p:spPr>
          <a:xfrm>
            <a:off x="2122673" y="3156691"/>
            <a:ext cx="272321" cy="272321"/>
          </a:xfrm>
          <a:custGeom>
            <a:rect b="b" l="l" r="r" t="t"/>
            <a:pathLst>
              <a:path extrusionOk="0" h="272321" w="272321">
                <a:moveTo>
                  <a:pt x="0" y="0"/>
                </a:moveTo>
                <a:lnTo>
                  <a:pt x="272321" y="0"/>
                </a:lnTo>
                <a:lnTo>
                  <a:pt x="272321" y="272321"/>
                </a:lnTo>
                <a:lnTo>
                  <a:pt x="0" y="272321"/>
                </a:lnTo>
                <a:lnTo>
                  <a:pt x="0" y="0"/>
                </a:lnTo>
                <a:close/>
              </a:path>
            </a:pathLst>
          </a:custGeom>
          <a:blipFill rotWithShape="1">
            <a:blip r:embed="rId4">
              <a:alphaModFix/>
            </a:blip>
            <a:stretch>
              <a:fillRect b="0" l="0" r="0" t="0"/>
            </a:stretch>
          </a:blipFill>
          <a:ln>
            <a:noFill/>
          </a:ln>
        </p:spPr>
      </p:sp>
      <p:sp>
        <p:nvSpPr>
          <p:cNvPr id="1298" name="Google Shape;1298;h32a9095667746e33_6_420"/>
          <p:cNvSpPr txBox="1"/>
          <p:nvPr/>
        </p:nvSpPr>
        <p:spPr>
          <a:xfrm>
            <a:off x="2395000" y="893150"/>
            <a:ext cx="11214600" cy="769500"/>
          </a:xfrm>
          <a:prstGeom prst="rect">
            <a:avLst/>
          </a:prstGeom>
          <a:noFill/>
          <a:ln>
            <a:noFill/>
          </a:ln>
        </p:spPr>
        <p:txBody>
          <a:bodyPr anchorCtr="0" anchor="t" bIns="0" lIns="0" spcFirstLastPara="1" rIns="0" wrap="square" tIns="0">
            <a:spAutoFit/>
          </a:bodyPr>
          <a:lstStyle/>
          <a:p>
            <a:pPr indent="0" lvl="0" marL="0" marR="0" rtl="0" algn="l">
              <a:lnSpc>
                <a:spcPct val="192000"/>
              </a:lnSpc>
              <a:spcBef>
                <a:spcPts val="0"/>
              </a:spcBef>
              <a:spcAft>
                <a:spcPts val="0"/>
              </a:spcAft>
              <a:buNone/>
            </a:pPr>
            <a:r>
              <a:rPr b="1" i="0" lang="en-US" sz="5000" u="none" cap="none" strike="noStrike">
                <a:solidFill>
                  <a:srgbClr val="20538B"/>
                </a:solidFill>
                <a:latin typeface="Arial"/>
                <a:ea typeface="Arial"/>
                <a:cs typeface="Arial"/>
                <a:sym typeface="Arial"/>
              </a:rPr>
              <a:t>취약점 분석 및 시나리오</a:t>
            </a:r>
            <a:r>
              <a:rPr b="1" lang="en-US" sz="5000">
                <a:solidFill>
                  <a:srgbClr val="20538B"/>
                </a:solidFill>
              </a:rPr>
              <a:t> </a:t>
            </a:r>
            <a:r>
              <a:rPr b="1" lang="en-US" sz="3500">
                <a:solidFill>
                  <a:srgbClr val="20538B"/>
                </a:solidFill>
              </a:rPr>
              <a:t>- </a:t>
            </a:r>
            <a:r>
              <a:rPr b="1" lang="en-US" sz="3500">
                <a:solidFill>
                  <a:srgbClr val="20538B"/>
                </a:solidFill>
              </a:rPr>
              <a:t>불충분한 권한 검증</a:t>
            </a:r>
            <a:endParaRPr b="1" i="0" sz="3500" u="none" cap="none" strike="noStrike">
              <a:solidFill>
                <a:srgbClr val="20538B"/>
              </a:solidFill>
              <a:latin typeface="Arial"/>
              <a:ea typeface="Arial"/>
              <a:cs typeface="Arial"/>
              <a:sym typeface="Arial"/>
            </a:endParaRPr>
          </a:p>
        </p:txBody>
      </p:sp>
      <p:sp>
        <p:nvSpPr>
          <p:cNvPr id="1299" name="Google Shape;1299;h32a9095667746e33_6_420"/>
          <p:cNvSpPr txBox="1"/>
          <p:nvPr/>
        </p:nvSpPr>
        <p:spPr>
          <a:xfrm>
            <a:off x="1437501" y="920715"/>
            <a:ext cx="834600" cy="751200"/>
          </a:xfrm>
          <a:prstGeom prst="rect">
            <a:avLst/>
          </a:prstGeom>
          <a:noFill/>
          <a:ln>
            <a:noFill/>
          </a:ln>
        </p:spPr>
        <p:txBody>
          <a:bodyPr anchorCtr="0" anchor="t" bIns="0" lIns="0" spcFirstLastPara="1" rIns="0" wrap="square" tIns="0">
            <a:spAutoFit/>
          </a:bodyPr>
          <a:lstStyle/>
          <a:p>
            <a:pPr indent="0" lvl="0" marL="0" marR="0" rtl="0" algn="l">
              <a:lnSpc>
                <a:spcPct val="192009"/>
              </a:lnSpc>
              <a:spcBef>
                <a:spcPts val="0"/>
              </a:spcBef>
              <a:spcAft>
                <a:spcPts val="0"/>
              </a:spcAft>
              <a:buNone/>
            </a:pPr>
            <a:r>
              <a:rPr b="1" i="0" lang="en-US" sz="4881" u="none" cap="none" strike="noStrike">
                <a:solidFill>
                  <a:srgbClr val="CBDDEF"/>
                </a:solidFill>
                <a:latin typeface="Arial"/>
                <a:ea typeface="Arial"/>
                <a:cs typeface="Arial"/>
                <a:sym typeface="Arial"/>
              </a:rPr>
              <a:t>0</a:t>
            </a:r>
            <a:r>
              <a:rPr b="1" lang="en-US" sz="4881">
                <a:solidFill>
                  <a:srgbClr val="CBDDEF"/>
                </a:solidFill>
              </a:rPr>
              <a:t>4</a:t>
            </a:r>
            <a:endParaRPr/>
          </a:p>
        </p:txBody>
      </p:sp>
      <p:sp>
        <p:nvSpPr>
          <p:cNvPr id="1300" name="Google Shape;1300;h32a9095667746e33_6_420"/>
          <p:cNvSpPr txBox="1"/>
          <p:nvPr/>
        </p:nvSpPr>
        <p:spPr>
          <a:xfrm>
            <a:off x="2486399" y="3077288"/>
            <a:ext cx="6140400" cy="4311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US" sz="2800">
                <a:solidFill>
                  <a:srgbClr val="20538B"/>
                </a:solidFill>
              </a:rPr>
              <a:t>수동진단 절차 및 한계점</a:t>
            </a:r>
            <a:endParaRPr/>
          </a:p>
        </p:txBody>
      </p:sp>
      <p:sp>
        <p:nvSpPr>
          <p:cNvPr id="1301" name="Google Shape;1301;h32a9095667746e33_6_420"/>
          <p:cNvSpPr txBox="1"/>
          <p:nvPr/>
        </p:nvSpPr>
        <p:spPr>
          <a:xfrm>
            <a:off x="2395000" y="3776600"/>
            <a:ext cx="6694200" cy="5096400"/>
          </a:xfrm>
          <a:prstGeom prst="rect">
            <a:avLst/>
          </a:prstGeom>
          <a:noFill/>
          <a:ln>
            <a:noFill/>
          </a:ln>
        </p:spPr>
        <p:txBody>
          <a:bodyPr anchorCtr="0" anchor="t" bIns="0" lIns="0" spcFirstLastPara="1" rIns="0" wrap="square" tIns="0">
            <a:spAutoFit/>
          </a:bodyPr>
          <a:lstStyle/>
          <a:p>
            <a:pPr indent="0" lvl="0" marL="0" marR="0" rtl="0" algn="l">
              <a:lnSpc>
                <a:spcPct val="155000"/>
              </a:lnSpc>
              <a:spcBef>
                <a:spcPts val="0"/>
              </a:spcBef>
              <a:spcAft>
                <a:spcPts val="0"/>
              </a:spcAft>
              <a:buNone/>
            </a:pPr>
            <a:r>
              <a:rPr b="1" lang="en-US" sz="2500">
                <a:solidFill>
                  <a:srgbClr val="20538B"/>
                </a:solidFill>
              </a:rPr>
              <a:t>수동 진단 절차</a:t>
            </a:r>
            <a:endParaRPr b="1" sz="2500">
              <a:solidFill>
                <a:srgbClr val="20538B"/>
              </a:solidFill>
            </a:endParaRPr>
          </a:p>
          <a:p>
            <a:pPr indent="-349250" lvl="0" marL="457200" marR="0" rtl="0" algn="l">
              <a:lnSpc>
                <a:spcPct val="155000"/>
              </a:lnSpc>
              <a:spcBef>
                <a:spcPts val="0"/>
              </a:spcBef>
              <a:spcAft>
                <a:spcPts val="0"/>
              </a:spcAft>
              <a:buClr>
                <a:srgbClr val="20538B"/>
              </a:buClr>
              <a:buSzPts val="1900"/>
              <a:buChar char="-"/>
            </a:pPr>
            <a:r>
              <a:rPr lang="en-US" sz="1900">
                <a:solidFill>
                  <a:srgbClr val="20538B"/>
                </a:solidFill>
              </a:rPr>
              <a:t>계정 A로 로그인해 문의글 작성, 주소의 문의글 ID 확인</a:t>
            </a:r>
            <a:endParaRPr sz="1900">
              <a:solidFill>
                <a:srgbClr val="20538B"/>
              </a:solidFill>
            </a:endParaRPr>
          </a:p>
          <a:p>
            <a:pPr indent="-349250" lvl="0" marL="457200" marR="0" rtl="0" algn="l">
              <a:lnSpc>
                <a:spcPct val="155000"/>
              </a:lnSpc>
              <a:spcBef>
                <a:spcPts val="0"/>
              </a:spcBef>
              <a:spcAft>
                <a:spcPts val="0"/>
              </a:spcAft>
              <a:buClr>
                <a:srgbClr val="20538B"/>
              </a:buClr>
              <a:buSzPts val="1900"/>
              <a:buChar char="-"/>
            </a:pPr>
            <a:r>
              <a:rPr lang="en-US" sz="1900">
                <a:solidFill>
                  <a:srgbClr val="20538B"/>
                </a:solidFill>
              </a:rPr>
              <a:t>계정 B로 로그인해 A 문의글 주소를 직접 입력해 열람 확인</a:t>
            </a:r>
            <a:endParaRPr sz="1900">
              <a:solidFill>
                <a:srgbClr val="20538B"/>
              </a:solidFill>
            </a:endParaRPr>
          </a:p>
          <a:p>
            <a:pPr indent="-349250" lvl="0" marL="457200" marR="0" rtl="0" algn="l">
              <a:lnSpc>
                <a:spcPct val="155000"/>
              </a:lnSpc>
              <a:spcBef>
                <a:spcPts val="0"/>
              </a:spcBef>
              <a:spcAft>
                <a:spcPts val="0"/>
              </a:spcAft>
              <a:buClr>
                <a:srgbClr val="20538B"/>
              </a:buClr>
              <a:buSzPts val="1900"/>
              <a:buChar char="-"/>
            </a:pPr>
            <a:r>
              <a:rPr lang="en-US" sz="1900">
                <a:solidFill>
                  <a:srgbClr val="20538B"/>
                </a:solidFill>
              </a:rPr>
              <a:t>계정 B로 A 문의글에 댓글 작성, A 화면에서 확인</a:t>
            </a:r>
            <a:endParaRPr sz="1900">
              <a:solidFill>
                <a:srgbClr val="20538B"/>
              </a:solidFill>
            </a:endParaRPr>
          </a:p>
          <a:p>
            <a:pPr indent="-349250" lvl="0" marL="457200" marR="0" rtl="0" algn="l">
              <a:lnSpc>
                <a:spcPct val="155000"/>
              </a:lnSpc>
              <a:spcBef>
                <a:spcPts val="0"/>
              </a:spcBef>
              <a:spcAft>
                <a:spcPts val="0"/>
              </a:spcAft>
              <a:buClr>
                <a:srgbClr val="20538B"/>
              </a:buClr>
              <a:buSzPts val="1900"/>
              <a:buChar char="-"/>
            </a:pPr>
            <a:r>
              <a:rPr lang="en-US" sz="1900">
                <a:solidFill>
                  <a:srgbClr val="20538B"/>
                </a:solidFill>
              </a:rPr>
              <a:t>비로그인, 학생 계정으로 전용 페이지 접근 확인</a:t>
            </a:r>
            <a:endParaRPr sz="1900">
              <a:solidFill>
                <a:srgbClr val="20538B"/>
              </a:solidFill>
            </a:endParaRPr>
          </a:p>
          <a:p>
            <a:pPr indent="0" lvl="0" marL="0" marR="0" rtl="0" algn="l">
              <a:lnSpc>
                <a:spcPct val="155000"/>
              </a:lnSpc>
              <a:spcBef>
                <a:spcPts val="0"/>
              </a:spcBef>
              <a:spcAft>
                <a:spcPts val="0"/>
              </a:spcAft>
              <a:buNone/>
            </a:pPr>
            <a:r>
              <a:t/>
            </a:r>
            <a:endParaRPr sz="1900">
              <a:solidFill>
                <a:srgbClr val="20538B"/>
              </a:solidFill>
            </a:endParaRPr>
          </a:p>
          <a:p>
            <a:pPr indent="0" lvl="0" marL="0" marR="0" rtl="0" algn="l">
              <a:lnSpc>
                <a:spcPct val="155000"/>
              </a:lnSpc>
              <a:spcBef>
                <a:spcPts val="0"/>
              </a:spcBef>
              <a:spcAft>
                <a:spcPts val="0"/>
              </a:spcAft>
              <a:buNone/>
            </a:pPr>
            <a:r>
              <a:rPr b="1" lang="en-US" sz="2500">
                <a:solidFill>
                  <a:srgbClr val="20538B"/>
                </a:solidFill>
              </a:rPr>
              <a:t>한계점</a:t>
            </a:r>
            <a:endParaRPr b="1" sz="2500">
              <a:solidFill>
                <a:srgbClr val="20538B"/>
              </a:solidFill>
            </a:endParaRPr>
          </a:p>
          <a:p>
            <a:pPr indent="-349250" lvl="0" marL="457200" marR="0" rtl="0" algn="l">
              <a:lnSpc>
                <a:spcPct val="155000"/>
              </a:lnSpc>
              <a:spcBef>
                <a:spcPts val="0"/>
              </a:spcBef>
              <a:spcAft>
                <a:spcPts val="0"/>
              </a:spcAft>
              <a:buClr>
                <a:srgbClr val="20538B"/>
              </a:buClr>
              <a:buSzPts val="1900"/>
              <a:buChar char="-"/>
            </a:pPr>
            <a:r>
              <a:rPr lang="en-US" sz="1900">
                <a:solidFill>
                  <a:srgbClr val="20538B"/>
                </a:solidFill>
              </a:rPr>
              <a:t>계정을 오가며 반복해야 해서 번거로움</a:t>
            </a:r>
            <a:endParaRPr sz="1900">
              <a:solidFill>
                <a:srgbClr val="20538B"/>
              </a:solidFill>
            </a:endParaRPr>
          </a:p>
          <a:p>
            <a:pPr indent="-349250" lvl="0" marL="457200" marR="0" rtl="0" algn="l">
              <a:lnSpc>
                <a:spcPct val="155000"/>
              </a:lnSpc>
              <a:spcBef>
                <a:spcPts val="0"/>
              </a:spcBef>
              <a:spcAft>
                <a:spcPts val="0"/>
              </a:spcAft>
              <a:buClr>
                <a:srgbClr val="20538B"/>
              </a:buClr>
              <a:buSzPts val="1900"/>
              <a:buChar char="-"/>
            </a:pPr>
            <a:r>
              <a:rPr lang="en-US" sz="1900">
                <a:solidFill>
                  <a:srgbClr val="20538B"/>
                </a:solidFill>
              </a:rPr>
              <a:t>화면을 눈으로 보고 판단하므로 진단자별 해석이 다를 수 있음</a:t>
            </a:r>
            <a:endParaRPr sz="1900">
              <a:solidFill>
                <a:srgbClr val="20538B"/>
              </a:solidFill>
            </a:endParaRPr>
          </a:p>
          <a:p>
            <a:pPr indent="-349250" lvl="0" marL="457200" marR="0" rtl="0" algn="l">
              <a:lnSpc>
                <a:spcPct val="155000"/>
              </a:lnSpc>
              <a:spcBef>
                <a:spcPts val="0"/>
              </a:spcBef>
              <a:spcAft>
                <a:spcPts val="0"/>
              </a:spcAft>
              <a:buClr>
                <a:srgbClr val="20538B"/>
              </a:buClr>
              <a:buSzPts val="1900"/>
              <a:buChar char="-"/>
            </a:pPr>
            <a:r>
              <a:rPr lang="en-US" sz="1900">
                <a:solidFill>
                  <a:srgbClr val="20538B"/>
                </a:solidFill>
              </a:rPr>
              <a:t>점검용 글이 서비스에 남음</a:t>
            </a:r>
            <a:endParaRPr sz="1900">
              <a:solidFill>
                <a:srgbClr val="20538B"/>
              </a:solidFill>
            </a:endParaRPr>
          </a:p>
          <a:p>
            <a:pPr indent="0" lvl="0" marL="0" marR="0" rtl="0" algn="l">
              <a:lnSpc>
                <a:spcPct val="155000"/>
              </a:lnSpc>
              <a:spcBef>
                <a:spcPts val="0"/>
              </a:spcBef>
              <a:spcAft>
                <a:spcPts val="0"/>
              </a:spcAft>
              <a:buNone/>
            </a:pPr>
            <a:r>
              <a:t/>
            </a:r>
            <a:endParaRPr b="0" i="0" sz="1800" u="none" cap="none" strike="noStrike">
              <a:solidFill>
                <a:srgbClr val="94B6DA"/>
              </a:solidFill>
              <a:latin typeface="Arial"/>
              <a:ea typeface="Arial"/>
              <a:cs typeface="Arial"/>
              <a:sym typeface="Arial"/>
            </a:endParaRPr>
          </a:p>
        </p:txBody>
      </p:sp>
      <p:sp>
        <p:nvSpPr>
          <p:cNvPr id="1302" name="Google Shape;1302;h32a9095667746e33_6_420"/>
          <p:cNvSpPr/>
          <p:nvPr/>
        </p:nvSpPr>
        <p:spPr>
          <a:xfrm>
            <a:off x="9363698" y="3156691"/>
            <a:ext cx="272321" cy="272321"/>
          </a:xfrm>
          <a:custGeom>
            <a:rect b="b" l="l" r="r" t="t"/>
            <a:pathLst>
              <a:path extrusionOk="0" h="272321" w="272321">
                <a:moveTo>
                  <a:pt x="0" y="0"/>
                </a:moveTo>
                <a:lnTo>
                  <a:pt x="272321" y="0"/>
                </a:lnTo>
                <a:lnTo>
                  <a:pt x="272321" y="272321"/>
                </a:lnTo>
                <a:lnTo>
                  <a:pt x="0" y="272321"/>
                </a:lnTo>
                <a:lnTo>
                  <a:pt x="0" y="0"/>
                </a:lnTo>
                <a:close/>
              </a:path>
            </a:pathLst>
          </a:custGeom>
          <a:blipFill rotWithShape="1">
            <a:blip r:embed="rId4">
              <a:alphaModFix/>
            </a:blip>
            <a:stretch>
              <a:fillRect b="0" l="0" r="0" t="0"/>
            </a:stretch>
          </a:blipFill>
          <a:ln>
            <a:noFill/>
          </a:ln>
        </p:spPr>
      </p:sp>
      <p:sp>
        <p:nvSpPr>
          <p:cNvPr id="1303" name="Google Shape;1303;h32a9095667746e33_6_420"/>
          <p:cNvSpPr txBox="1"/>
          <p:nvPr/>
        </p:nvSpPr>
        <p:spPr>
          <a:xfrm>
            <a:off x="9757649" y="3077301"/>
            <a:ext cx="6140400" cy="4311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US" sz="2800">
                <a:solidFill>
                  <a:srgbClr val="20538B"/>
                </a:solidFill>
              </a:rPr>
              <a:t>자동 진단 파이프라인</a:t>
            </a:r>
            <a:endParaRPr/>
          </a:p>
        </p:txBody>
      </p:sp>
      <p:sp>
        <p:nvSpPr>
          <p:cNvPr id="1304" name="Google Shape;1304;h32a9095667746e33_6_420"/>
          <p:cNvSpPr txBox="1"/>
          <p:nvPr/>
        </p:nvSpPr>
        <p:spPr>
          <a:xfrm>
            <a:off x="9636025" y="3776600"/>
            <a:ext cx="7331400" cy="730500"/>
          </a:xfrm>
          <a:prstGeom prst="rect">
            <a:avLst/>
          </a:prstGeom>
          <a:noFill/>
          <a:ln>
            <a:noFill/>
          </a:ln>
        </p:spPr>
        <p:txBody>
          <a:bodyPr anchorCtr="0" anchor="t" bIns="0" lIns="0" spcFirstLastPara="1" rIns="0" wrap="square" tIns="0">
            <a:spAutoFit/>
          </a:bodyPr>
          <a:lstStyle/>
          <a:p>
            <a:pPr indent="0" lvl="0" marL="0" marR="0" rtl="0" algn="l">
              <a:lnSpc>
                <a:spcPct val="155000"/>
              </a:lnSpc>
              <a:spcBef>
                <a:spcPts val="0"/>
              </a:spcBef>
              <a:spcAft>
                <a:spcPts val="0"/>
              </a:spcAft>
              <a:buNone/>
            </a:pPr>
            <a:r>
              <a:t/>
            </a:r>
            <a:endParaRPr sz="1900">
              <a:solidFill>
                <a:srgbClr val="20538B"/>
              </a:solidFill>
            </a:endParaRPr>
          </a:p>
          <a:p>
            <a:pPr indent="0" lvl="0" marL="0" marR="0" rtl="0" algn="l">
              <a:lnSpc>
                <a:spcPct val="155000"/>
              </a:lnSpc>
              <a:spcBef>
                <a:spcPts val="0"/>
              </a:spcBef>
              <a:spcAft>
                <a:spcPts val="0"/>
              </a:spcAft>
              <a:buNone/>
            </a:pPr>
            <a:r>
              <a:t/>
            </a:r>
            <a:endParaRPr b="0" i="0" sz="1800" u="none" cap="none" strike="noStrike">
              <a:solidFill>
                <a:srgbClr val="94B6DA"/>
              </a:solidFill>
              <a:latin typeface="Arial"/>
              <a:ea typeface="Arial"/>
              <a:cs typeface="Arial"/>
              <a:sym typeface="Arial"/>
            </a:endParaRPr>
          </a:p>
        </p:txBody>
      </p:sp>
      <p:pic>
        <p:nvPicPr>
          <p:cNvPr id="1305" name="Google Shape;1305;h32a9095667746e33_6_420" title="pipeline_simple.png"/>
          <p:cNvPicPr preferRelativeResize="0"/>
          <p:nvPr/>
        </p:nvPicPr>
        <p:blipFill>
          <a:blip r:embed="rId5">
            <a:alphaModFix/>
          </a:blip>
          <a:stretch>
            <a:fillRect/>
          </a:stretch>
        </p:blipFill>
        <p:spPr>
          <a:xfrm>
            <a:off x="9089200" y="3776600"/>
            <a:ext cx="7773752" cy="482062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9" name="Shape 1309"/>
        <p:cNvGrpSpPr/>
        <p:nvPr/>
      </p:nvGrpSpPr>
      <p:grpSpPr>
        <a:xfrm>
          <a:off x="0" y="0"/>
          <a:ext cx="0" cy="0"/>
          <a:chOff x="0" y="0"/>
          <a:chExt cx="0" cy="0"/>
        </a:xfrm>
      </p:grpSpPr>
      <p:grpSp>
        <p:nvGrpSpPr>
          <p:cNvPr id="1310" name="Google Shape;1310;h32a9095667746e33_6_451"/>
          <p:cNvGrpSpPr/>
          <p:nvPr/>
        </p:nvGrpSpPr>
        <p:grpSpPr>
          <a:xfrm>
            <a:off x="-1081199" y="3274283"/>
            <a:ext cx="20615733" cy="7012716"/>
            <a:chOff x="-99239" y="-86"/>
            <a:chExt cx="27487644" cy="9350288"/>
          </a:xfrm>
        </p:grpSpPr>
        <p:grpSp>
          <p:nvGrpSpPr>
            <p:cNvPr id="1311" name="Google Shape;1311;h32a9095667746e33_6_451"/>
            <p:cNvGrpSpPr/>
            <p:nvPr/>
          </p:nvGrpSpPr>
          <p:grpSpPr>
            <a:xfrm rot="-5400000">
              <a:off x="11107617" y="-11206942"/>
              <a:ext cx="4770761" cy="27184472"/>
              <a:chOff x="0" y="-38100"/>
              <a:chExt cx="1831597" cy="10436700"/>
            </a:xfrm>
          </p:grpSpPr>
          <p:sp>
            <p:nvSpPr>
              <p:cNvPr id="1312" name="Google Shape;1312;h32a9095667746e33_6_451"/>
              <p:cNvSpPr/>
              <p:nvPr/>
            </p:nvSpPr>
            <p:spPr>
              <a:xfrm>
                <a:off x="0" y="0"/>
                <a:ext cx="1831597" cy="10398600"/>
              </a:xfrm>
              <a:custGeom>
                <a:rect b="b" l="l" r="r" t="t"/>
                <a:pathLst>
                  <a:path extrusionOk="0" h="10398600" w="1831597">
                    <a:moveTo>
                      <a:pt x="0" y="0"/>
                    </a:moveTo>
                    <a:lnTo>
                      <a:pt x="1831597" y="0"/>
                    </a:lnTo>
                    <a:lnTo>
                      <a:pt x="1831597" y="10398600"/>
                    </a:lnTo>
                    <a:lnTo>
                      <a:pt x="0" y="10398600"/>
                    </a:lnTo>
                    <a:close/>
                  </a:path>
                </a:pathLst>
              </a:custGeom>
              <a:solidFill>
                <a:srgbClr val="CBDDEF"/>
              </a:solidFill>
              <a:ln>
                <a:noFill/>
              </a:ln>
            </p:spPr>
          </p:sp>
          <p:sp>
            <p:nvSpPr>
              <p:cNvPr id="1313" name="Google Shape;1313;h32a9095667746e33_6_451"/>
              <p:cNvSpPr txBox="1"/>
              <p:nvPr/>
            </p:nvSpPr>
            <p:spPr>
              <a:xfrm>
                <a:off x="0" y="-38100"/>
                <a:ext cx="1831500" cy="10436700"/>
              </a:xfrm>
              <a:prstGeom prst="rect">
                <a:avLst/>
              </a:prstGeom>
              <a:noFill/>
              <a:ln>
                <a:noFill/>
              </a:ln>
            </p:spPr>
            <p:txBody>
              <a:bodyPr anchorCtr="0" anchor="ctr" bIns="27000" lIns="27000" spcFirstLastPara="1" rIns="27000" wrap="square" tIns="27000">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314" name="Google Shape;1314;h32a9095667746e33_6_451"/>
            <p:cNvGrpSpPr/>
            <p:nvPr/>
          </p:nvGrpSpPr>
          <p:grpSpPr>
            <a:xfrm rot="-5400000">
              <a:off x="11637133" y="-6401070"/>
              <a:ext cx="4579844" cy="26922700"/>
              <a:chOff x="0" y="-38100"/>
              <a:chExt cx="1758300" cy="10336200"/>
            </a:xfrm>
          </p:grpSpPr>
          <p:sp>
            <p:nvSpPr>
              <p:cNvPr id="1315" name="Google Shape;1315;h32a9095667746e33_6_451"/>
              <p:cNvSpPr/>
              <p:nvPr/>
            </p:nvSpPr>
            <p:spPr>
              <a:xfrm>
                <a:off x="0" y="0"/>
                <a:ext cx="1758210" cy="10298040"/>
              </a:xfrm>
              <a:custGeom>
                <a:rect b="b" l="l" r="r" t="t"/>
                <a:pathLst>
                  <a:path extrusionOk="0" h="10298040" w="1758210">
                    <a:moveTo>
                      <a:pt x="0" y="0"/>
                    </a:moveTo>
                    <a:lnTo>
                      <a:pt x="1758210" y="0"/>
                    </a:lnTo>
                    <a:lnTo>
                      <a:pt x="1758210" y="10298040"/>
                    </a:lnTo>
                    <a:lnTo>
                      <a:pt x="0" y="10298040"/>
                    </a:lnTo>
                    <a:close/>
                  </a:path>
                </a:pathLst>
              </a:custGeom>
              <a:solidFill>
                <a:srgbClr val="94B6DA"/>
              </a:solidFill>
              <a:ln>
                <a:noFill/>
              </a:ln>
            </p:spPr>
          </p:sp>
          <p:sp>
            <p:nvSpPr>
              <p:cNvPr id="1316" name="Google Shape;1316;h32a9095667746e33_6_451"/>
              <p:cNvSpPr txBox="1"/>
              <p:nvPr/>
            </p:nvSpPr>
            <p:spPr>
              <a:xfrm>
                <a:off x="0" y="-38100"/>
                <a:ext cx="1758300" cy="10336200"/>
              </a:xfrm>
              <a:prstGeom prst="rect">
                <a:avLst/>
              </a:prstGeom>
              <a:noFill/>
              <a:ln>
                <a:noFill/>
              </a:ln>
            </p:spPr>
            <p:txBody>
              <a:bodyPr anchorCtr="0" anchor="ctr" bIns="27000" lIns="27000" spcFirstLastPara="1" rIns="27000" wrap="square" tIns="27000">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grpSp>
        <p:nvGrpSpPr>
          <p:cNvPr id="1317" name="Google Shape;1317;h32a9095667746e33_6_451"/>
          <p:cNvGrpSpPr/>
          <p:nvPr/>
        </p:nvGrpSpPr>
        <p:grpSpPr>
          <a:xfrm>
            <a:off x="731085" y="622850"/>
            <a:ext cx="16825838" cy="9050174"/>
            <a:chOff x="0" y="-108814"/>
            <a:chExt cx="22434451" cy="12066898"/>
          </a:xfrm>
        </p:grpSpPr>
        <p:grpSp>
          <p:nvGrpSpPr>
            <p:cNvPr id="1318" name="Google Shape;1318;h32a9095667746e33_6_451"/>
            <p:cNvGrpSpPr/>
            <p:nvPr/>
          </p:nvGrpSpPr>
          <p:grpSpPr>
            <a:xfrm>
              <a:off x="26537" y="10214891"/>
              <a:ext cx="22386840" cy="1743193"/>
              <a:chOff x="0" y="-47625"/>
              <a:chExt cx="9809754" cy="763855"/>
            </a:xfrm>
          </p:grpSpPr>
          <p:sp>
            <p:nvSpPr>
              <p:cNvPr id="1319" name="Google Shape;1319;h32a9095667746e33_6_451"/>
              <p:cNvSpPr/>
              <p:nvPr/>
            </p:nvSpPr>
            <p:spPr>
              <a:xfrm>
                <a:off x="0" y="0"/>
                <a:ext cx="9809754" cy="716230"/>
              </a:xfrm>
              <a:custGeom>
                <a:rect b="b" l="l" r="r" t="t"/>
                <a:pathLst>
                  <a:path extrusionOk="0" h="716230" w="9809754">
                    <a:moveTo>
                      <a:pt x="0" y="0"/>
                    </a:moveTo>
                    <a:lnTo>
                      <a:pt x="9809754" y="0"/>
                    </a:lnTo>
                    <a:lnTo>
                      <a:pt x="9809754" y="716230"/>
                    </a:lnTo>
                    <a:lnTo>
                      <a:pt x="0" y="716230"/>
                    </a:lnTo>
                    <a:close/>
                  </a:path>
                </a:pathLst>
              </a:custGeom>
              <a:solidFill>
                <a:srgbClr val="20538B"/>
              </a:solidFill>
              <a:ln cap="sq" cmpd="sng" w="38100">
                <a:solidFill>
                  <a:srgbClr val="20538B"/>
                </a:solidFill>
                <a:prstDash val="solid"/>
                <a:miter lim="8000"/>
                <a:headEnd len="sm" w="sm" type="none"/>
                <a:tailEnd len="sm" w="sm" type="none"/>
              </a:ln>
            </p:spPr>
          </p:sp>
          <p:sp>
            <p:nvSpPr>
              <p:cNvPr id="1320" name="Google Shape;1320;h32a9095667746e33_6_451"/>
              <p:cNvSpPr txBox="1"/>
              <p:nvPr/>
            </p:nvSpPr>
            <p:spPr>
              <a:xfrm>
                <a:off x="0" y="-47625"/>
                <a:ext cx="9809700" cy="763800"/>
              </a:xfrm>
              <a:prstGeom prst="rect">
                <a:avLst/>
              </a:prstGeom>
              <a:noFill/>
              <a:ln>
                <a:noFill/>
              </a:ln>
            </p:spPr>
            <p:txBody>
              <a:bodyPr anchorCtr="0" anchor="ctr" bIns="50800" lIns="50800" spcFirstLastPara="1" rIns="50800" wrap="square" tIns="50800">
                <a:noAutofit/>
              </a:bodyPr>
              <a:lstStyle/>
              <a:p>
                <a:pPr indent="0" lvl="0" marL="0" marR="0" rtl="0" algn="ctr">
                  <a:lnSpc>
                    <a:spcPct val="175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321" name="Google Shape;1321;h32a9095667746e33_6_451"/>
            <p:cNvGrpSpPr/>
            <p:nvPr/>
          </p:nvGrpSpPr>
          <p:grpSpPr>
            <a:xfrm>
              <a:off x="0" y="-108814"/>
              <a:ext cx="22434451" cy="11946166"/>
              <a:chOff x="0" y="-47625"/>
              <a:chExt cx="9819000" cy="5228539"/>
            </a:xfrm>
          </p:grpSpPr>
          <p:sp>
            <p:nvSpPr>
              <p:cNvPr id="1322" name="Google Shape;1322;h32a9095667746e33_6_451"/>
              <p:cNvSpPr/>
              <p:nvPr/>
            </p:nvSpPr>
            <p:spPr>
              <a:xfrm>
                <a:off x="0" y="0"/>
                <a:ext cx="9818922" cy="5180914"/>
              </a:xfrm>
              <a:custGeom>
                <a:rect b="b" l="l" r="r" t="t"/>
                <a:pathLst>
                  <a:path extrusionOk="0" h="5180914" w="9818922">
                    <a:moveTo>
                      <a:pt x="0" y="0"/>
                    </a:moveTo>
                    <a:lnTo>
                      <a:pt x="9818922" y="0"/>
                    </a:lnTo>
                    <a:lnTo>
                      <a:pt x="9818922" y="5180914"/>
                    </a:lnTo>
                    <a:lnTo>
                      <a:pt x="0" y="5180914"/>
                    </a:lnTo>
                    <a:close/>
                  </a:path>
                </a:pathLst>
              </a:custGeom>
              <a:solidFill>
                <a:srgbClr val="FFFFFF"/>
              </a:solidFill>
              <a:ln cap="sq" cmpd="sng" w="38100">
                <a:solidFill>
                  <a:srgbClr val="20538B"/>
                </a:solidFill>
                <a:prstDash val="solid"/>
                <a:miter lim="8000"/>
                <a:headEnd len="sm" w="sm" type="none"/>
                <a:tailEnd len="sm" w="sm" type="none"/>
              </a:ln>
            </p:spPr>
          </p:sp>
          <p:sp>
            <p:nvSpPr>
              <p:cNvPr id="1323" name="Google Shape;1323;h32a9095667746e33_6_451"/>
              <p:cNvSpPr txBox="1"/>
              <p:nvPr/>
            </p:nvSpPr>
            <p:spPr>
              <a:xfrm>
                <a:off x="0" y="-47625"/>
                <a:ext cx="9819000" cy="5228400"/>
              </a:xfrm>
              <a:prstGeom prst="rect">
                <a:avLst/>
              </a:prstGeom>
              <a:noFill/>
              <a:ln>
                <a:noFill/>
              </a:ln>
            </p:spPr>
            <p:txBody>
              <a:bodyPr anchorCtr="0" anchor="ctr" bIns="50800" lIns="50800" spcFirstLastPara="1" rIns="50800" wrap="square" tIns="50800">
                <a:noAutofit/>
              </a:bodyPr>
              <a:lstStyle/>
              <a:p>
                <a:pPr indent="0" lvl="0" marL="0" marR="0" rtl="0" algn="ctr">
                  <a:lnSpc>
                    <a:spcPct val="175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grpSp>
        <p:nvGrpSpPr>
          <p:cNvPr id="1324" name="Google Shape;1324;h32a9095667746e33_6_451"/>
          <p:cNvGrpSpPr/>
          <p:nvPr/>
        </p:nvGrpSpPr>
        <p:grpSpPr>
          <a:xfrm>
            <a:off x="763743" y="662704"/>
            <a:ext cx="16759942" cy="1561150"/>
            <a:chOff x="0" y="-38100"/>
            <a:chExt cx="8581200" cy="799319"/>
          </a:xfrm>
        </p:grpSpPr>
        <p:sp>
          <p:nvSpPr>
            <p:cNvPr id="1325" name="Google Shape;1325;h32a9095667746e33_6_451"/>
            <p:cNvSpPr/>
            <p:nvPr/>
          </p:nvSpPr>
          <p:spPr>
            <a:xfrm>
              <a:off x="0" y="0"/>
              <a:ext cx="8581180" cy="761219"/>
            </a:xfrm>
            <a:custGeom>
              <a:rect b="b" l="l" r="r" t="t"/>
              <a:pathLst>
                <a:path extrusionOk="0" h="761219" w="8581180">
                  <a:moveTo>
                    <a:pt x="0" y="0"/>
                  </a:moveTo>
                  <a:lnTo>
                    <a:pt x="8581180" y="0"/>
                  </a:lnTo>
                  <a:lnTo>
                    <a:pt x="8581180" y="761219"/>
                  </a:lnTo>
                  <a:lnTo>
                    <a:pt x="0" y="761219"/>
                  </a:lnTo>
                  <a:close/>
                </a:path>
              </a:pathLst>
            </a:custGeom>
            <a:solidFill>
              <a:srgbClr val="EEF6FF"/>
            </a:solidFill>
            <a:ln cap="sq" cmpd="sng" w="9525">
              <a:solidFill>
                <a:srgbClr val="20538B"/>
              </a:solidFill>
              <a:prstDash val="solid"/>
              <a:miter lim="8000"/>
              <a:headEnd len="sm" w="sm" type="none"/>
              <a:tailEnd len="sm" w="sm" type="none"/>
            </a:ln>
          </p:spPr>
        </p:sp>
        <p:sp>
          <p:nvSpPr>
            <p:cNvPr id="1326" name="Google Shape;1326;h32a9095667746e33_6_451"/>
            <p:cNvSpPr txBox="1"/>
            <p:nvPr/>
          </p:nvSpPr>
          <p:spPr>
            <a:xfrm>
              <a:off x="0" y="-38100"/>
              <a:ext cx="8581200" cy="799200"/>
            </a:xfrm>
            <a:prstGeom prst="rect">
              <a:avLst/>
            </a:prstGeom>
            <a:noFill/>
            <a:ln>
              <a:noFill/>
            </a:ln>
          </p:spPr>
          <p:txBody>
            <a:bodyPr anchorCtr="0" anchor="ctr" bIns="39175" lIns="39175" spcFirstLastPara="1" rIns="39175" wrap="square" tIns="39175">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327" name="Google Shape;1327;h32a9095667746e33_6_451"/>
          <p:cNvSpPr/>
          <p:nvPr/>
        </p:nvSpPr>
        <p:spPr>
          <a:xfrm>
            <a:off x="15531691" y="160918"/>
            <a:ext cx="996214" cy="1021758"/>
          </a:xfrm>
          <a:custGeom>
            <a:rect b="b" l="l" r="r" t="t"/>
            <a:pathLst>
              <a:path extrusionOk="0" h="1021758" w="996214">
                <a:moveTo>
                  <a:pt x="0" y="0"/>
                </a:moveTo>
                <a:lnTo>
                  <a:pt x="996214" y="0"/>
                </a:lnTo>
                <a:lnTo>
                  <a:pt x="996214" y="1021758"/>
                </a:lnTo>
                <a:lnTo>
                  <a:pt x="0" y="1021758"/>
                </a:lnTo>
                <a:lnTo>
                  <a:pt x="0" y="0"/>
                </a:lnTo>
                <a:close/>
              </a:path>
            </a:pathLst>
          </a:custGeom>
          <a:blipFill rotWithShape="1">
            <a:blip r:embed="rId3">
              <a:alphaModFix/>
            </a:blip>
            <a:stretch>
              <a:fillRect b="0" l="0" r="0" t="0"/>
            </a:stretch>
          </a:blipFill>
          <a:ln>
            <a:noFill/>
          </a:ln>
        </p:spPr>
      </p:sp>
      <p:sp>
        <p:nvSpPr>
          <p:cNvPr id="1328" name="Google Shape;1328;h32a9095667746e33_6_451"/>
          <p:cNvSpPr/>
          <p:nvPr/>
        </p:nvSpPr>
        <p:spPr>
          <a:xfrm>
            <a:off x="9388198" y="3348271"/>
            <a:ext cx="272321" cy="272321"/>
          </a:xfrm>
          <a:custGeom>
            <a:rect b="b" l="l" r="r" t="t"/>
            <a:pathLst>
              <a:path extrusionOk="0" h="272321" w="272321">
                <a:moveTo>
                  <a:pt x="0" y="0"/>
                </a:moveTo>
                <a:lnTo>
                  <a:pt x="272321" y="0"/>
                </a:lnTo>
                <a:lnTo>
                  <a:pt x="272321" y="272321"/>
                </a:lnTo>
                <a:lnTo>
                  <a:pt x="0" y="272321"/>
                </a:lnTo>
                <a:lnTo>
                  <a:pt x="0" y="0"/>
                </a:lnTo>
                <a:close/>
              </a:path>
            </a:pathLst>
          </a:custGeom>
          <a:blipFill rotWithShape="1">
            <a:blip r:embed="rId4">
              <a:alphaModFix/>
            </a:blip>
            <a:stretch>
              <a:fillRect b="0" l="0" r="0" t="0"/>
            </a:stretch>
          </a:blipFill>
          <a:ln>
            <a:noFill/>
          </a:ln>
        </p:spPr>
      </p:sp>
      <p:sp>
        <p:nvSpPr>
          <p:cNvPr id="1329" name="Google Shape;1329;h32a9095667746e33_6_451"/>
          <p:cNvSpPr txBox="1"/>
          <p:nvPr/>
        </p:nvSpPr>
        <p:spPr>
          <a:xfrm>
            <a:off x="2395000" y="893150"/>
            <a:ext cx="14258700" cy="769500"/>
          </a:xfrm>
          <a:prstGeom prst="rect">
            <a:avLst/>
          </a:prstGeom>
          <a:noFill/>
          <a:ln>
            <a:noFill/>
          </a:ln>
        </p:spPr>
        <p:txBody>
          <a:bodyPr anchorCtr="0" anchor="t" bIns="0" lIns="0" spcFirstLastPara="1" rIns="0" wrap="square" tIns="0">
            <a:spAutoFit/>
          </a:bodyPr>
          <a:lstStyle/>
          <a:p>
            <a:pPr indent="0" lvl="0" marL="0" marR="0" rtl="0" algn="l">
              <a:lnSpc>
                <a:spcPct val="192000"/>
              </a:lnSpc>
              <a:spcBef>
                <a:spcPts val="0"/>
              </a:spcBef>
              <a:spcAft>
                <a:spcPts val="0"/>
              </a:spcAft>
              <a:buNone/>
            </a:pPr>
            <a:r>
              <a:rPr b="1" i="0" lang="en-US" sz="5000" u="none" cap="none" strike="noStrike">
                <a:solidFill>
                  <a:srgbClr val="20538B"/>
                </a:solidFill>
                <a:latin typeface="Arial"/>
                <a:ea typeface="Arial"/>
                <a:cs typeface="Arial"/>
                <a:sym typeface="Arial"/>
              </a:rPr>
              <a:t>취약점 분석 및 시나리오</a:t>
            </a:r>
            <a:r>
              <a:rPr b="1" lang="en-US" sz="5000">
                <a:solidFill>
                  <a:srgbClr val="20538B"/>
                </a:solidFill>
              </a:rPr>
              <a:t> </a:t>
            </a:r>
            <a:r>
              <a:rPr b="1" lang="en-US" sz="3500">
                <a:solidFill>
                  <a:srgbClr val="20538B"/>
                </a:solidFill>
              </a:rPr>
              <a:t>- </a:t>
            </a:r>
            <a:r>
              <a:rPr b="1" lang="en-US" sz="3500">
                <a:solidFill>
                  <a:srgbClr val="20538B"/>
                </a:solidFill>
              </a:rPr>
              <a:t>불충분한 권한 검증</a:t>
            </a:r>
            <a:endParaRPr b="1" i="0" sz="3500" u="none" cap="none" strike="noStrike">
              <a:solidFill>
                <a:srgbClr val="20538B"/>
              </a:solidFill>
              <a:latin typeface="Arial"/>
              <a:ea typeface="Arial"/>
              <a:cs typeface="Arial"/>
              <a:sym typeface="Arial"/>
            </a:endParaRPr>
          </a:p>
        </p:txBody>
      </p:sp>
      <p:sp>
        <p:nvSpPr>
          <p:cNvPr id="1330" name="Google Shape;1330;h32a9095667746e33_6_451"/>
          <p:cNvSpPr txBox="1"/>
          <p:nvPr/>
        </p:nvSpPr>
        <p:spPr>
          <a:xfrm>
            <a:off x="1437501" y="920715"/>
            <a:ext cx="834600" cy="751200"/>
          </a:xfrm>
          <a:prstGeom prst="rect">
            <a:avLst/>
          </a:prstGeom>
          <a:noFill/>
          <a:ln>
            <a:noFill/>
          </a:ln>
        </p:spPr>
        <p:txBody>
          <a:bodyPr anchorCtr="0" anchor="t" bIns="0" lIns="0" spcFirstLastPara="1" rIns="0" wrap="square" tIns="0">
            <a:spAutoFit/>
          </a:bodyPr>
          <a:lstStyle/>
          <a:p>
            <a:pPr indent="0" lvl="0" marL="0" marR="0" rtl="0" algn="l">
              <a:lnSpc>
                <a:spcPct val="192009"/>
              </a:lnSpc>
              <a:spcBef>
                <a:spcPts val="0"/>
              </a:spcBef>
              <a:spcAft>
                <a:spcPts val="0"/>
              </a:spcAft>
              <a:buNone/>
            </a:pPr>
            <a:r>
              <a:rPr b="1" i="0" lang="en-US" sz="4881" u="none" cap="none" strike="noStrike">
                <a:solidFill>
                  <a:srgbClr val="CBDDEF"/>
                </a:solidFill>
                <a:latin typeface="Arial"/>
                <a:ea typeface="Arial"/>
                <a:cs typeface="Arial"/>
                <a:sym typeface="Arial"/>
              </a:rPr>
              <a:t>0</a:t>
            </a:r>
            <a:r>
              <a:rPr b="1" lang="en-US" sz="4881">
                <a:solidFill>
                  <a:srgbClr val="CBDDEF"/>
                </a:solidFill>
              </a:rPr>
              <a:t>4</a:t>
            </a:r>
            <a:endParaRPr/>
          </a:p>
        </p:txBody>
      </p:sp>
      <p:sp>
        <p:nvSpPr>
          <p:cNvPr id="1331" name="Google Shape;1331;h32a9095667746e33_6_451"/>
          <p:cNvSpPr txBox="1"/>
          <p:nvPr/>
        </p:nvSpPr>
        <p:spPr>
          <a:xfrm>
            <a:off x="9757650" y="3274350"/>
            <a:ext cx="6770100" cy="10344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US" sz="2800">
                <a:solidFill>
                  <a:srgbClr val="20538B"/>
                </a:solidFill>
              </a:rPr>
              <a:t>점검 항목 1,2 : </a:t>
            </a:r>
            <a:r>
              <a:rPr b="1" lang="en-US" sz="2800">
                <a:solidFill>
                  <a:srgbClr val="20538B"/>
                </a:solidFill>
              </a:rPr>
              <a:t>전용 페이지 접근</a:t>
            </a:r>
            <a:endParaRPr b="1" sz="2800">
              <a:solidFill>
                <a:srgbClr val="20538B"/>
              </a:solidFill>
            </a:endParaRPr>
          </a:p>
          <a:p>
            <a:pPr indent="0" lvl="0" marL="0" marR="0" rtl="0" algn="l">
              <a:lnSpc>
                <a:spcPct val="140000"/>
              </a:lnSpc>
              <a:spcBef>
                <a:spcPts val="0"/>
              </a:spcBef>
              <a:spcAft>
                <a:spcPts val="0"/>
              </a:spcAft>
              <a:buNone/>
            </a:pPr>
            <a:r>
              <a:rPr b="1" lang="en-US" sz="2800">
                <a:solidFill>
                  <a:srgbClr val="20538B"/>
                </a:solidFill>
              </a:rPr>
              <a:t>                      (비인증, 수직권한 상승)</a:t>
            </a:r>
            <a:endParaRPr/>
          </a:p>
        </p:txBody>
      </p:sp>
      <p:sp>
        <p:nvSpPr>
          <p:cNvPr id="1332" name="Google Shape;1332;h32a9095667746e33_6_451"/>
          <p:cNvSpPr txBox="1"/>
          <p:nvPr/>
        </p:nvSpPr>
        <p:spPr>
          <a:xfrm>
            <a:off x="9757650" y="4853515"/>
            <a:ext cx="6567300" cy="2997000"/>
          </a:xfrm>
          <a:prstGeom prst="rect">
            <a:avLst/>
          </a:prstGeom>
          <a:noFill/>
          <a:ln>
            <a:noFill/>
          </a:ln>
        </p:spPr>
        <p:txBody>
          <a:bodyPr anchorCtr="0" anchor="t" bIns="0" lIns="0" spcFirstLastPara="1" rIns="0" wrap="square" tIns="0">
            <a:spAutoFit/>
          </a:bodyPr>
          <a:lstStyle/>
          <a:p>
            <a:pPr indent="-349250" lvl="0" marL="457200" marR="0" rtl="0" algn="l">
              <a:lnSpc>
                <a:spcPct val="155000"/>
              </a:lnSpc>
              <a:spcBef>
                <a:spcPts val="0"/>
              </a:spcBef>
              <a:spcAft>
                <a:spcPts val="0"/>
              </a:spcAft>
              <a:buClr>
                <a:srgbClr val="20538B"/>
              </a:buClr>
              <a:buSzPts val="1900"/>
              <a:buChar char="-"/>
            </a:pPr>
            <a:r>
              <a:rPr lang="en-US" sz="1900">
                <a:solidFill>
                  <a:srgbClr val="20538B"/>
                </a:solidFill>
              </a:rPr>
              <a:t>점검 1(비인증 접근) : 쿠키 없이 학생, 강사 전용 페이지 10개를 요청</a:t>
            </a:r>
            <a:endParaRPr sz="1900">
              <a:solidFill>
                <a:srgbClr val="20538B"/>
              </a:solidFill>
            </a:endParaRPr>
          </a:p>
          <a:p>
            <a:pPr indent="-349250" lvl="0" marL="457200" marR="0" rtl="0" algn="l">
              <a:lnSpc>
                <a:spcPct val="155000"/>
              </a:lnSpc>
              <a:spcBef>
                <a:spcPts val="0"/>
              </a:spcBef>
              <a:spcAft>
                <a:spcPts val="0"/>
              </a:spcAft>
              <a:buClr>
                <a:srgbClr val="20538B"/>
              </a:buClr>
              <a:buSzPts val="1900"/>
              <a:buChar char="-"/>
            </a:pPr>
            <a:r>
              <a:rPr lang="en-US" sz="1900">
                <a:solidFill>
                  <a:srgbClr val="20538B"/>
                </a:solidFill>
              </a:rPr>
              <a:t>점검 2(수직권한 상승) : 학생 세션으로 강사 전용 6개, 강사 세션으로 학생 전용 4개를 요청</a:t>
            </a:r>
            <a:r>
              <a:rPr lang="en-US" sz="1900">
                <a:solidFill>
                  <a:srgbClr val="20538B"/>
                </a:solidFill>
              </a:rPr>
              <a:t> </a:t>
            </a:r>
            <a:endParaRPr sz="1900">
              <a:solidFill>
                <a:srgbClr val="20538B"/>
              </a:solidFill>
            </a:endParaRPr>
          </a:p>
          <a:p>
            <a:pPr indent="-349250" lvl="0" marL="457200" marR="0" rtl="0" algn="l">
              <a:lnSpc>
                <a:spcPct val="155000"/>
              </a:lnSpc>
              <a:spcBef>
                <a:spcPts val="0"/>
              </a:spcBef>
              <a:spcAft>
                <a:spcPts val="0"/>
              </a:spcAft>
              <a:buClr>
                <a:srgbClr val="20538B"/>
              </a:buClr>
              <a:buSzPts val="1900"/>
              <a:buChar char="-"/>
            </a:pPr>
            <a:r>
              <a:rPr b="1" lang="en-US" sz="1900">
                <a:solidFill>
                  <a:srgbClr val="20538B"/>
                </a:solidFill>
              </a:rPr>
              <a:t>판정</a:t>
            </a:r>
            <a:r>
              <a:rPr lang="en-US" sz="1900">
                <a:solidFill>
                  <a:srgbClr val="20538B"/>
                </a:solidFill>
              </a:rPr>
              <a:t> : 하나라도 HTTP 200이고 로그인 폼이 아니면 vuln,</a:t>
            </a:r>
            <a:endParaRPr sz="1900">
              <a:solidFill>
                <a:srgbClr val="20538B"/>
              </a:solidFill>
            </a:endParaRPr>
          </a:p>
          <a:p>
            <a:pPr indent="0" lvl="0" marL="457200" marR="0" rtl="0" algn="l">
              <a:lnSpc>
                <a:spcPct val="155000"/>
              </a:lnSpc>
              <a:spcBef>
                <a:spcPts val="0"/>
              </a:spcBef>
              <a:spcAft>
                <a:spcPts val="0"/>
              </a:spcAft>
              <a:buNone/>
            </a:pPr>
            <a:r>
              <a:rPr lang="en-US" sz="1900">
                <a:solidFill>
                  <a:srgbClr val="20538B"/>
                </a:solidFill>
              </a:rPr>
              <a:t>          전부 로그인 화면으로 이동하거나 차단되면 pass</a:t>
            </a:r>
            <a:endParaRPr sz="1900">
              <a:solidFill>
                <a:srgbClr val="20538B"/>
              </a:solidFill>
            </a:endParaRPr>
          </a:p>
          <a:p>
            <a:pPr indent="0" lvl="0" marL="0" marR="0" rtl="0" algn="l">
              <a:lnSpc>
                <a:spcPct val="155000"/>
              </a:lnSpc>
              <a:spcBef>
                <a:spcPts val="0"/>
              </a:spcBef>
              <a:spcAft>
                <a:spcPts val="0"/>
              </a:spcAft>
              <a:buNone/>
            </a:pPr>
            <a:r>
              <a:t/>
            </a:r>
            <a:endParaRPr b="0" i="0" sz="1800" u="none" cap="none" strike="noStrike">
              <a:solidFill>
                <a:srgbClr val="94B6DA"/>
              </a:solidFill>
              <a:latin typeface="Arial"/>
              <a:ea typeface="Arial"/>
              <a:cs typeface="Arial"/>
              <a:sym typeface="Arial"/>
            </a:endParaRPr>
          </a:p>
        </p:txBody>
      </p:sp>
      <p:pic>
        <p:nvPicPr>
          <p:cNvPr id="1333" name="Google Shape;1333;h32a9095667746e33_6_451"/>
          <p:cNvPicPr preferRelativeResize="0"/>
          <p:nvPr/>
        </p:nvPicPr>
        <p:blipFill>
          <a:blip r:embed="rId5">
            <a:alphaModFix/>
          </a:blip>
          <a:stretch>
            <a:fillRect/>
          </a:stretch>
        </p:blipFill>
        <p:spPr>
          <a:xfrm>
            <a:off x="2661363" y="2342838"/>
            <a:ext cx="5552450" cy="4949850"/>
          </a:xfrm>
          <a:prstGeom prst="rect">
            <a:avLst/>
          </a:prstGeom>
          <a:noFill/>
          <a:ln>
            <a:noFill/>
          </a:ln>
        </p:spPr>
      </p:pic>
      <p:pic>
        <p:nvPicPr>
          <p:cNvPr id="1334" name="Google Shape;1334;h32a9095667746e33_6_451"/>
          <p:cNvPicPr preferRelativeResize="0"/>
          <p:nvPr/>
        </p:nvPicPr>
        <p:blipFill>
          <a:blip r:embed="rId6">
            <a:alphaModFix/>
          </a:blip>
          <a:stretch>
            <a:fillRect/>
          </a:stretch>
        </p:blipFill>
        <p:spPr>
          <a:xfrm>
            <a:off x="1486975" y="7411671"/>
            <a:ext cx="7901225" cy="174365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8" name="Shape 1338"/>
        <p:cNvGrpSpPr/>
        <p:nvPr/>
      </p:nvGrpSpPr>
      <p:grpSpPr>
        <a:xfrm>
          <a:off x="0" y="0"/>
          <a:ext cx="0" cy="0"/>
          <a:chOff x="0" y="0"/>
          <a:chExt cx="0" cy="0"/>
        </a:xfrm>
      </p:grpSpPr>
      <p:grpSp>
        <p:nvGrpSpPr>
          <p:cNvPr id="1339" name="Google Shape;1339;h32a9095667746e33_6_481"/>
          <p:cNvGrpSpPr/>
          <p:nvPr/>
        </p:nvGrpSpPr>
        <p:grpSpPr>
          <a:xfrm>
            <a:off x="-1081199" y="3274283"/>
            <a:ext cx="20615733" cy="7012716"/>
            <a:chOff x="-99239" y="-86"/>
            <a:chExt cx="27487644" cy="9350288"/>
          </a:xfrm>
        </p:grpSpPr>
        <p:grpSp>
          <p:nvGrpSpPr>
            <p:cNvPr id="1340" name="Google Shape;1340;h32a9095667746e33_6_481"/>
            <p:cNvGrpSpPr/>
            <p:nvPr/>
          </p:nvGrpSpPr>
          <p:grpSpPr>
            <a:xfrm rot="-5400000">
              <a:off x="11107617" y="-11206942"/>
              <a:ext cx="4770761" cy="27184472"/>
              <a:chOff x="0" y="-38100"/>
              <a:chExt cx="1831597" cy="10436700"/>
            </a:xfrm>
          </p:grpSpPr>
          <p:sp>
            <p:nvSpPr>
              <p:cNvPr id="1341" name="Google Shape;1341;h32a9095667746e33_6_481"/>
              <p:cNvSpPr/>
              <p:nvPr/>
            </p:nvSpPr>
            <p:spPr>
              <a:xfrm>
                <a:off x="0" y="0"/>
                <a:ext cx="1831597" cy="10398600"/>
              </a:xfrm>
              <a:custGeom>
                <a:rect b="b" l="l" r="r" t="t"/>
                <a:pathLst>
                  <a:path extrusionOk="0" h="10398600" w="1831597">
                    <a:moveTo>
                      <a:pt x="0" y="0"/>
                    </a:moveTo>
                    <a:lnTo>
                      <a:pt x="1831597" y="0"/>
                    </a:lnTo>
                    <a:lnTo>
                      <a:pt x="1831597" y="10398600"/>
                    </a:lnTo>
                    <a:lnTo>
                      <a:pt x="0" y="10398600"/>
                    </a:lnTo>
                    <a:close/>
                  </a:path>
                </a:pathLst>
              </a:custGeom>
              <a:solidFill>
                <a:srgbClr val="CBDDEF"/>
              </a:solidFill>
              <a:ln>
                <a:noFill/>
              </a:ln>
            </p:spPr>
          </p:sp>
          <p:sp>
            <p:nvSpPr>
              <p:cNvPr id="1342" name="Google Shape;1342;h32a9095667746e33_6_481"/>
              <p:cNvSpPr txBox="1"/>
              <p:nvPr/>
            </p:nvSpPr>
            <p:spPr>
              <a:xfrm>
                <a:off x="0" y="-38100"/>
                <a:ext cx="1831500" cy="10436700"/>
              </a:xfrm>
              <a:prstGeom prst="rect">
                <a:avLst/>
              </a:prstGeom>
              <a:noFill/>
              <a:ln>
                <a:noFill/>
              </a:ln>
            </p:spPr>
            <p:txBody>
              <a:bodyPr anchorCtr="0" anchor="ctr" bIns="27000" lIns="27000" spcFirstLastPara="1" rIns="27000" wrap="square" tIns="27000">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343" name="Google Shape;1343;h32a9095667746e33_6_481"/>
            <p:cNvGrpSpPr/>
            <p:nvPr/>
          </p:nvGrpSpPr>
          <p:grpSpPr>
            <a:xfrm rot="-5400000">
              <a:off x="11637133" y="-6401070"/>
              <a:ext cx="4579844" cy="26922700"/>
              <a:chOff x="0" y="-38100"/>
              <a:chExt cx="1758300" cy="10336200"/>
            </a:xfrm>
          </p:grpSpPr>
          <p:sp>
            <p:nvSpPr>
              <p:cNvPr id="1344" name="Google Shape;1344;h32a9095667746e33_6_481"/>
              <p:cNvSpPr/>
              <p:nvPr/>
            </p:nvSpPr>
            <p:spPr>
              <a:xfrm>
                <a:off x="0" y="0"/>
                <a:ext cx="1758210" cy="10298040"/>
              </a:xfrm>
              <a:custGeom>
                <a:rect b="b" l="l" r="r" t="t"/>
                <a:pathLst>
                  <a:path extrusionOk="0" h="10298040" w="1758210">
                    <a:moveTo>
                      <a:pt x="0" y="0"/>
                    </a:moveTo>
                    <a:lnTo>
                      <a:pt x="1758210" y="0"/>
                    </a:lnTo>
                    <a:lnTo>
                      <a:pt x="1758210" y="10298040"/>
                    </a:lnTo>
                    <a:lnTo>
                      <a:pt x="0" y="10298040"/>
                    </a:lnTo>
                    <a:close/>
                  </a:path>
                </a:pathLst>
              </a:custGeom>
              <a:solidFill>
                <a:srgbClr val="94B6DA"/>
              </a:solidFill>
              <a:ln>
                <a:noFill/>
              </a:ln>
            </p:spPr>
          </p:sp>
          <p:sp>
            <p:nvSpPr>
              <p:cNvPr id="1345" name="Google Shape;1345;h32a9095667746e33_6_481"/>
              <p:cNvSpPr txBox="1"/>
              <p:nvPr/>
            </p:nvSpPr>
            <p:spPr>
              <a:xfrm>
                <a:off x="0" y="-38100"/>
                <a:ext cx="1758300" cy="10336200"/>
              </a:xfrm>
              <a:prstGeom prst="rect">
                <a:avLst/>
              </a:prstGeom>
              <a:noFill/>
              <a:ln>
                <a:noFill/>
              </a:ln>
            </p:spPr>
            <p:txBody>
              <a:bodyPr anchorCtr="0" anchor="ctr" bIns="27000" lIns="27000" spcFirstLastPara="1" rIns="27000" wrap="square" tIns="27000">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grpSp>
        <p:nvGrpSpPr>
          <p:cNvPr id="1346" name="Google Shape;1346;h32a9095667746e33_6_481"/>
          <p:cNvGrpSpPr/>
          <p:nvPr/>
        </p:nvGrpSpPr>
        <p:grpSpPr>
          <a:xfrm>
            <a:off x="731085" y="622850"/>
            <a:ext cx="16825838" cy="9050174"/>
            <a:chOff x="0" y="-108814"/>
            <a:chExt cx="22434451" cy="12066898"/>
          </a:xfrm>
        </p:grpSpPr>
        <p:grpSp>
          <p:nvGrpSpPr>
            <p:cNvPr id="1347" name="Google Shape;1347;h32a9095667746e33_6_481"/>
            <p:cNvGrpSpPr/>
            <p:nvPr/>
          </p:nvGrpSpPr>
          <p:grpSpPr>
            <a:xfrm>
              <a:off x="26537" y="10214891"/>
              <a:ext cx="22386840" cy="1743193"/>
              <a:chOff x="0" y="-47625"/>
              <a:chExt cx="9809754" cy="763855"/>
            </a:xfrm>
          </p:grpSpPr>
          <p:sp>
            <p:nvSpPr>
              <p:cNvPr id="1348" name="Google Shape;1348;h32a9095667746e33_6_481"/>
              <p:cNvSpPr/>
              <p:nvPr/>
            </p:nvSpPr>
            <p:spPr>
              <a:xfrm>
                <a:off x="0" y="0"/>
                <a:ext cx="9809754" cy="716230"/>
              </a:xfrm>
              <a:custGeom>
                <a:rect b="b" l="l" r="r" t="t"/>
                <a:pathLst>
                  <a:path extrusionOk="0" h="716230" w="9809754">
                    <a:moveTo>
                      <a:pt x="0" y="0"/>
                    </a:moveTo>
                    <a:lnTo>
                      <a:pt x="9809754" y="0"/>
                    </a:lnTo>
                    <a:lnTo>
                      <a:pt x="9809754" y="716230"/>
                    </a:lnTo>
                    <a:lnTo>
                      <a:pt x="0" y="716230"/>
                    </a:lnTo>
                    <a:close/>
                  </a:path>
                </a:pathLst>
              </a:custGeom>
              <a:solidFill>
                <a:srgbClr val="20538B"/>
              </a:solidFill>
              <a:ln cap="sq" cmpd="sng" w="38100">
                <a:solidFill>
                  <a:srgbClr val="20538B"/>
                </a:solidFill>
                <a:prstDash val="solid"/>
                <a:miter lim="8000"/>
                <a:headEnd len="sm" w="sm" type="none"/>
                <a:tailEnd len="sm" w="sm" type="none"/>
              </a:ln>
            </p:spPr>
          </p:sp>
          <p:sp>
            <p:nvSpPr>
              <p:cNvPr id="1349" name="Google Shape;1349;h32a9095667746e33_6_481"/>
              <p:cNvSpPr txBox="1"/>
              <p:nvPr/>
            </p:nvSpPr>
            <p:spPr>
              <a:xfrm>
                <a:off x="0" y="-47625"/>
                <a:ext cx="9809700" cy="763800"/>
              </a:xfrm>
              <a:prstGeom prst="rect">
                <a:avLst/>
              </a:prstGeom>
              <a:noFill/>
              <a:ln>
                <a:noFill/>
              </a:ln>
            </p:spPr>
            <p:txBody>
              <a:bodyPr anchorCtr="0" anchor="ctr" bIns="50800" lIns="50800" spcFirstLastPara="1" rIns="50800" wrap="square" tIns="50800">
                <a:noAutofit/>
              </a:bodyPr>
              <a:lstStyle/>
              <a:p>
                <a:pPr indent="0" lvl="0" marL="0" marR="0" rtl="0" algn="ctr">
                  <a:lnSpc>
                    <a:spcPct val="175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350" name="Google Shape;1350;h32a9095667746e33_6_481"/>
            <p:cNvGrpSpPr/>
            <p:nvPr/>
          </p:nvGrpSpPr>
          <p:grpSpPr>
            <a:xfrm>
              <a:off x="0" y="-108814"/>
              <a:ext cx="22434451" cy="11946166"/>
              <a:chOff x="0" y="-47625"/>
              <a:chExt cx="9819000" cy="5228539"/>
            </a:xfrm>
          </p:grpSpPr>
          <p:sp>
            <p:nvSpPr>
              <p:cNvPr id="1351" name="Google Shape;1351;h32a9095667746e33_6_481"/>
              <p:cNvSpPr/>
              <p:nvPr/>
            </p:nvSpPr>
            <p:spPr>
              <a:xfrm>
                <a:off x="0" y="0"/>
                <a:ext cx="9818922" cy="5180914"/>
              </a:xfrm>
              <a:custGeom>
                <a:rect b="b" l="l" r="r" t="t"/>
                <a:pathLst>
                  <a:path extrusionOk="0" h="5180914" w="9818922">
                    <a:moveTo>
                      <a:pt x="0" y="0"/>
                    </a:moveTo>
                    <a:lnTo>
                      <a:pt x="9818922" y="0"/>
                    </a:lnTo>
                    <a:lnTo>
                      <a:pt x="9818922" y="5180914"/>
                    </a:lnTo>
                    <a:lnTo>
                      <a:pt x="0" y="5180914"/>
                    </a:lnTo>
                    <a:close/>
                  </a:path>
                </a:pathLst>
              </a:custGeom>
              <a:solidFill>
                <a:srgbClr val="FFFFFF"/>
              </a:solidFill>
              <a:ln cap="sq" cmpd="sng" w="38100">
                <a:solidFill>
                  <a:srgbClr val="20538B"/>
                </a:solidFill>
                <a:prstDash val="solid"/>
                <a:miter lim="8000"/>
                <a:headEnd len="sm" w="sm" type="none"/>
                <a:tailEnd len="sm" w="sm" type="none"/>
              </a:ln>
            </p:spPr>
          </p:sp>
          <p:sp>
            <p:nvSpPr>
              <p:cNvPr id="1352" name="Google Shape;1352;h32a9095667746e33_6_481"/>
              <p:cNvSpPr txBox="1"/>
              <p:nvPr/>
            </p:nvSpPr>
            <p:spPr>
              <a:xfrm>
                <a:off x="0" y="-47625"/>
                <a:ext cx="9819000" cy="5228400"/>
              </a:xfrm>
              <a:prstGeom prst="rect">
                <a:avLst/>
              </a:prstGeom>
              <a:noFill/>
              <a:ln>
                <a:noFill/>
              </a:ln>
            </p:spPr>
            <p:txBody>
              <a:bodyPr anchorCtr="0" anchor="ctr" bIns="50800" lIns="50800" spcFirstLastPara="1" rIns="50800" wrap="square" tIns="50800">
                <a:noAutofit/>
              </a:bodyPr>
              <a:lstStyle/>
              <a:p>
                <a:pPr indent="0" lvl="0" marL="0" marR="0" rtl="0" algn="ctr">
                  <a:lnSpc>
                    <a:spcPct val="175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grpSp>
        <p:nvGrpSpPr>
          <p:cNvPr id="1353" name="Google Shape;1353;h32a9095667746e33_6_481"/>
          <p:cNvGrpSpPr/>
          <p:nvPr/>
        </p:nvGrpSpPr>
        <p:grpSpPr>
          <a:xfrm>
            <a:off x="763743" y="662704"/>
            <a:ext cx="16759942" cy="1561150"/>
            <a:chOff x="0" y="-38100"/>
            <a:chExt cx="8581200" cy="799319"/>
          </a:xfrm>
        </p:grpSpPr>
        <p:sp>
          <p:nvSpPr>
            <p:cNvPr id="1354" name="Google Shape;1354;h32a9095667746e33_6_481"/>
            <p:cNvSpPr/>
            <p:nvPr/>
          </p:nvSpPr>
          <p:spPr>
            <a:xfrm>
              <a:off x="0" y="0"/>
              <a:ext cx="8581180" cy="761219"/>
            </a:xfrm>
            <a:custGeom>
              <a:rect b="b" l="l" r="r" t="t"/>
              <a:pathLst>
                <a:path extrusionOk="0" h="761219" w="8581180">
                  <a:moveTo>
                    <a:pt x="0" y="0"/>
                  </a:moveTo>
                  <a:lnTo>
                    <a:pt x="8581180" y="0"/>
                  </a:lnTo>
                  <a:lnTo>
                    <a:pt x="8581180" y="761219"/>
                  </a:lnTo>
                  <a:lnTo>
                    <a:pt x="0" y="761219"/>
                  </a:lnTo>
                  <a:close/>
                </a:path>
              </a:pathLst>
            </a:custGeom>
            <a:solidFill>
              <a:srgbClr val="EEF6FF"/>
            </a:solidFill>
            <a:ln cap="sq" cmpd="sng" w="9525">
              <a:solidFill>
                <a:srgbClr val="20538B"/>
              </a:solidFill>
              <a:prstDash val="solid"/>
              <a:miter lim="8000"/>
              <a:headEnd len="sm" w="sm" type="none"/>
              <a:tailEnd len="sm" w="sm" type="none"/>
            </a:ln>
          </p:spPr>
        </p:sp>
        <p:sp>
          <p:nvSpPr>
            <p:cNvPr id="1355" name="Google Shape;1355;h32a9095667746e33_6_481"/>
            <p:cNvSpPr txBox="1"/>
            <p:nvPr/>
          </p:nvSpPr>
          <p:spPr>
            <a:xfrm>
              <a:off x="0" y="-38100"/>
              <a:ext cx="8581200" cy="799200"/>
            </a:xfrm>
            <a:prstGeom prst="rect">
              <a:avLst/>
            </a:prstGeom>
            <a:noFill/>
            <a:ln>
              <a:noFill/>
            </a:ln>
          </p:spPr>
          <p:txBody>
            <a:bodyPr anchorCtr="0" anchor="ctr" bIns="39175" lIns="39175" spcFirstLastPara="1" rIns="39175" wrap="square" tIns="39175">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356" name="Google Shape;1356;h32a9095667746e33_6_481"/>
          <p:cNvSpPr/>
          <p:nvPr/>
        </p:nvSpPr>
        <p:spPr>
          <a:xfrm>
            <a:off x="15531691" y="160918"/>
            <a:ext cx="996214" cy="1021758"/>
          </a:xfrm>
          <a:custGeom>
            <a:rect b="b" l="l" r="r" t="t"/>
            <a:pathLst>
              <a:path extrusionOk="0" h="1021758" w="996214">
                <a:moveTo>
                  <a:pt x="0" y="0"/>
                </a:moveTo>
                <a:lnTo>
                  <a:pt x="996214" y="0"/>
                </a:lnTo>
                <a:lnTo>
                  <a:pt x="996214" y="1021758"/>
                </a:lnTo>
                <a:lnTo>
                  <a:pt x="0" y="1021758"/>
                </a:lnTo>
                <a:lnTo>
                  <a:pt x="0" y="0"/>
                </a:lnTo>
                <a:close/>
              </a:path>
            </a:pathLst>
          </a:custGeom>
          <a:blipFill rotWithShape="1">
            <a:blip r:embed="rId3">
              <a:alphaModFix/>
            </a:blip>
            <a:stretch>
              <a:fillRect b="0" l="0" r="0" t="0"/>
            </a:stretch>
          </a:blipFill>
          <a:ln>
            <a:noFill/>
          </a:ln>
        </p:spPr>
      </p:sp>
      <p:sp>
        <p:nvSpPr>
          <p:cNvPr id="1357" name="Google Shape;1357;h32a9095667746e33_6_481"/>
          <p:cNvSpPr/>
          <p:nvPr/>
        </p:nvSpPr>
        <p:spPr>
          <a:xfrm>
            <a:off x="9555748" y="3625341"/>
            <a:ext cx="272321" cy="272321"/>
          </a:xfrm>
          <a:custGeom>
            <a:rect b="b" l="l" r="r" t="t"/>
            <a:pathLst>
              <a:path extrusionOk="0" h="272321" w="272321">
                <a:moveTo>
                  <a:pt x="0" y="0"/>
                </a:moveTo>
                <a:lnTo>
                  <a:pt x="272321" y="0"/>
                </a:lnTo>
                <a:lnTo>
                  <a:pt x="272321" y="272321"/>
                </a:lnTo>
                <a:lnTo>
                  <a:pt x="0" y="272321"/>
                </a:lnTo>
                <a:lnTo>
                  <a:pt x="0" y="0"/>
                </a:lnTo>
                <a:close/>
              </a:path>
            </a:pathLst>
          </a:custGeom>
          <a:blipFill rotWithShape="1">
            <a:blip r:embed="rId4">
              <a:alphaModFix/>
            </a:blip>
            <a:stretch>
              <a:fillRect b="0" l="0" r="0" t="0"/>
            </a:stretch>
          </a:blipFill>
          <a:ln>
            <a:noFill/>
          </a:ln>
        </p:spPr>
      </p:sp>
      <p:sp>
        <p:nvSpPr>
          <p:cNvPr id="1358" name="Google Shape;1358;h32a9095667746e33_6_481"/>
          <p:cNvSpPr txBox="1"/>
          <p:nvPr/>
        </p:nvSpPr>
        <p:spPr>
          <a:xfrm>
            <a:off x="2395000" y="893150"/>
            <a:ext cx="14258700" cy="769500"/>
          </a:xfrm>
          <a:prstGeom prst="rect">
            <a:avLst/>
          </a:prstGeom>
          <a:noFill/>
          <a:ln>
            <a:noFill/>
          </a:ln>
        </p:spPr>
        <p:txBody>
          <a:bodyPr anchorCtr="0" anchor="t" bIns="0" lIns="0" spcFirstLastPara="1" rIns="0" wrap="square" tIns="0">
            <a:spAutoFit/>
          </a:bodyPr>
          <a:lstStyle/>
          <a:p>
            <a:pPr indent="0" lvl="0" marL="0" marR="0" rtl="0" algn="l">
              <a:lnSpc>
                <a:spcPct val="192000"/>
              </a:lnSpc>
              <a:spcBef>
                <a:spcPts val="0"/>
              </a:spcBef>
              <a:spcAft>
                <a:spcPts val="0"/>
              </a:spcAft>
              <a:buNone/>
            </a:pPr>
            <a:r>
              <a:rPr b="1" i="0" lang="en-US" sz="5000" u="none" cap="none" strike="noStrike">
                <a:solidFill>
                  <a:srgbClr val="20538B"/>
                </a:solidFill>
                <a:latin typeface="Arial"/>
                <a:ea typeface="Arial"/>
                <a:cs typeface="Arial"/>
                <a:sym typeface="Arial"/>
              </a:rPr>
              <a:t>취약점 분석 및 시나리오</a:t>
            </a:r>
            <a:r>
              <a:rPr b="1" lang="en-US" sz="5000">
                <a:solidFill>
                  <a:srgbClr val="20538B"/>
                </a:solidFill>
              </a:rPr>
              <a:t> </a:t>
            </a:r>
            <a:r>
              <a:rPr b="1" lang="en-US" sz="3500">
                <a:solidFill>
                  <a:srgbClr val="20538B"/>
                </a:solidFill>
              </a:rPr>
              <a:t>- </a:t>
            </a:r>
            <a:r>
              <a:rPr b="1" lang="en-US" sz="3500">
                <a:solidFill>
                  <a:srgbClr val="20538B"/>
                </a:solidFill>
              </a:rPr>
              <a:t>불충분한 권한 검증</a:t>
            </a:r>
            <a:endParaRPr b="1" i="0" sz="3500" u="none" cap="none" strike="noStrike">
              <a:solidFill>
                <a:srgbClr val="20538B"/>
              </a:solidFill>
              <a:latin typeface="Arial"/>
              <a:ea typeface="Arial"/>
              <a:cs typeface="Arial"/>
              <a:sym typeface="Arial"/>
            </a:endParaRPr>
          </a:p>
        </p:txBody>
      </p:sp>
      <p:sp>
        <p:nvSpPr>
          <p:cNvPr id="1359" name="Google Shape;1359;h32a9095667746e33_6_481"/>
          <p:cNvSpPr txBox="1"/>
          <p:nvPr/>
        </p:nvSpPr>
        <p:spPr>
          <a:xfrm>
            <a:off x="1437501" y="920715"/>
            <a:ext cx="834600" cy="751200"/>
          </a:xfrm>
          <a:prstGeom prst="rect">
            <a:avLst/>
          </a:prstGeom>
          <a:noFill/>
          <a:ln>
            <a:noFill/>
          </a:ln>
        </p:spPr>
        <p:txBody>
          <a:bodyPr anchorCtr="0" anchor="t" bIns="0" lIns="0" spcFirstLastPara="1" rIns="0" wrap="square" tIns="0">
            <a:spAutoFit/>
          </a:bodyPr>
          <a:lstStyle/>
          <a:p>
            <a:pPr indent="0" lvl="0" marL="0" marR="0" rtl="0" algn="l">
              <a:lnSpc>
                <a:spcPct val="192009"/>
              </a:lnSpc>
              <a:spcBef>
                <a:spcPts val="0"/>
              </a:spcBef>
              <a:spcAft>
                <a:spcPts val="0"/>
              </a:spcAft>
              <a:buNone/>
            </a:pPr>
            <a:r>
              <a:rPr b="1" i="0" lang="en-US" sz="4881" u="none" cap="none" strike="noStrike">
                <a:solidFill>
                  <a:srgbClr val="CBDDEF"/>
                </a:solidFill>
                <a:latin typeface="Arial"/>
                <a:ea typeface="Arial"/>
                <a:cs typeface="Arial"/>
                <a:sym typeface="Arial"/>
              </a:rPr>
              <a:t>0</a:t>
            </a:r>
            <a:r>
              <a:rPr b="1" lang="en-US" sz="4881">
                <a:solidFill>
                  <a:srgbClr val="CBDDEF"/>
                </a:solidFill>
              </a:rPr>
              <a:t>4</a:t>
            </a:r>
            <a:endParaRPr/>
          </a:p>
        </p:txBody>
      </p:sp>
      <p:sp>
        <p:nvSpPr>
          <p:cNvPr id="1360" name="Google Shape;1360;h32a9095667746e33_6_481"/>
          <p:cNvSpPr txBox="1"/>
          <p:nvPr/>
        </p:nvSpPr>
        <p:spPr>
          <a:xfrm>
            <a:off x="9988074" y="3545938"/>
            <a:ext cx="6140400" cy="4311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US" sz="2800">
                <a:solidFill>
                  <a:srgbClr val="20538B"/>
                </a:solidFill>
              </a:rPr>
              <a:t>점검 1,2</a:t>
            </a:r>
            <a:r>
              <a:rPr b="1" lang="en-US" sz="2800">
                <a:solidFill>
                  <a:srgbClr val="20538B"/>
                </a:solidFill>
              </a:rPr>
              <a:t> : 주요 함수</a:t>
            </a:r>
            <a:endParaRPr/>
          </a:p>
        </p:txBody>
      </p:sp>
      <p:sp>
        <p:nvSpPr>
          <p:cNvPr id="1361" name="Google Shape;1361;h32a9095667746e33_6_481"/>
          <p:cNvSpPr txBox="1"/>
          <p:nvPr/>
        </p:nvSpPr>
        <p:spPr>
          <a:xfrm>
            <a:off x="9988075" y="4128750"/>
            <a:ext cx="7298100" cy="2543700"/>
          </a:xfrm>
          <a:prstGeom prst="rect">
            <a:avLst/>
          </a:prstGeom>
          <a:noFill/>
          <a:ln>
            <a:noFill/>
          </a:ln>
        </p:spPr>
        <p:txBody>
          <a:bodyPr anchorCtr="0" anchor="t" bIns="0" lIns="0" spcFirstLastPara="1" rIns="0" wrap="square" tIns="0">
            <a:spAutoFit/>
          </a:bodyPr>
          <a:lstStyle/>
          <a:p>
            <a:pPr indent="-349250" lvl="0" marL="457200" marR="0" rtl="0" algn="l">
              <a:lnSpc>
                <a:spcPct val="155000"/>
              </a:lnSpc>
              <a:spcBef>
                <a:spcPts val="0"/>
              </a:spcBef>
              <a:spcAft>
                <a:spcPts val="0"/>
              </a:spcAft>
              <a:buClr>
                <a:srgbClr val="20538B"/>
              </a:buClr>
              <a:buSzPts val="1900"/>
              <a:buChar char="-"/>
            </a:pPr>
            <a:r>
              <a:rPr b="1" lang="en-US" sz="1900">
                <a:solidFill>
                  <a:srgbClr val="20538B"/>
                </a:solidFill>
              </a:rPr>
              <a:t>check_unauthenticated_access()</a:t>
            </a:r>
            <a:endParaRPr b="1" sz="1900">
              <a:solidFill>
                <a:srgbClr val="20538B"/>
              </a:solidFill>
            </a:endParaRPr>
          </a:p>
          <a:p>
            <a:pPr indent="-349250" lvl="1" marL="914400" marR="0" rtl="0" algn="l">
              <a:lnSpc>
                <a:spcPct val="155000"/>
              </a:lnSpc>
              <a:spcBef>
                <a:spcPts val="0"/>
              </a:spcBef>
              <a:spcAft>
                <a:spcPts val="0"/>
              </a:spcAft>
              <a:buClr>
                <a:srgbClr val="20538B"/>
              </a:buClr>
              <a:buSzPts val="1900"/>
              <a:buChar char="-"/>
            </a:pPr>
            <a:r>
              <a:rPr lang="en-US" sz="1900">
                <a:solidFill>
                  <a:srgbClr val="20538B"/>
                </a:solidFill>
              </a:rPr>
              <a:t>쿠키 없이 전용 페이지를 10개 요청하고 노출된 경로를 기록</a:t>
            </a:r>
            <a:endParaRPr sz="1900">
              <a:solidFill>
                <a:srgbClr val="20538B"/>
              </a:solidFill>
            </a:endParaRPr>
          </a:p>
          <a:p>
            <a:pPr indent="-349250" lvl="0" marL="457200" marR="0" rtl="0" algn="l">
              <a:lnSpc>
                <a:spcPct val="155000"/>
              </a:lnSpc>
              <a:spcBef>
                <a:spcPts val="0"/>
              </a:spcBef>
              <a:spcAft>
                <a:spcPts val="0"/>
              </a:spcAft>
              <a:buClr>
                <a:srgbClr val="20538B"/>
              </a:buClr>
              <a:buSzPts val="1900"/>
              <a:buChar char="-"/>
            </a:pPr>
            <a:r>
              <a:rPr b="1" lang="en-US" sz="1900">
                <a:solidFill>
                  <a:srgbClr val="20538B"/>
                </a:solidFill>
              </a:rPr>
              <a:t>is_exposed()</a:t>
            </a:r>
            <a:endParaRPr b="1" sz="1900">
              <a:solidFill>
                <a:srgbClr val="20538B"/>
              </a:solidFill>
            </a:endParaRPr>
          </a:p>
          <a:p>
            <a:pPr indent="-349250" lvl="1" marL="914400" marR="0" rtl="0" algn="l">
              <a:lnSpc>
                <a:spcPct val="155000"/>
              </a:lnSpc>
              <a:spcBef>
                <a:spcPts val="0"/>
              </a:spcBef>
              <a:spcAft>
                <a:spcPts val="0"/>
              </a:spcAft>
              <a:buClr>
                <a:srgbClr val="20538B"/>
              </a:buClr>
              <a:buSzPts val="1900"/>
              <a:buChar char="-"/>
            </a:pPr>
            <a:r>
              <a:rPr lang="en-US" sz="1900">
                <a:solidFill>
                  <a:srgbClr val="20538B"/>
                </a:solidFill>
              </a:rPr>
              <a:t>HTTP 200이고 로그인 폼이 없으면 노출</a:t>
            </a:r>
            <a:endParaRPr sz="1900">
              <a:solidFill>
                <a:srgbClr val="20538B"/>
              </a:solidFill>
            </a:endParaRPr>
          </a:p>
          <a:p>
            <a:pPr indent="-349250" lvl="1" marL="914400" marR="0" rtl="0" algn="l">
              <a:lnSpc>
                <a:spcPct val="155000"/>
              </a:lnSpc>
              <a:spcBef>
                <a:spcPts val="0"/>
              </a:spcBef>
              <a:spcAft>
                <a:spcPts val="0"/>
              </a:spcAft>
              <a:buClr>
                <a:srgbClr val="20538B"/>
              </a:buClr>
              <a:buSzPts val="1900"/>
              <a:buChar char="-"/>
            </a:pPr>
            <a:r>
              <a:rPr lang="en-US" sz="1900">
                <a:solidFill>
                  <a:srgbClr val="20538B"/>
                </a:solidFill>
              </a:rPr>
              <a:t>리다이렉트는 따라가지 않고 HTTP 302 -&gt; /login 형태로 기록</a:t>
            </a:r>
            <a:endParaRPr sz="1900">
              <a:solidFill>
                <a:srgbClr val="20538B"/>
              </a:solidFill>
            </a:endParaRPr>
          </a:p>
          <a:p>
            <a:pPr indent="0" lvl="0" marL="0" marR="0" rtl="0" algn="l">
              <a:lnSpc>
                <a:spcPct val="155000"/>
              </a:lnSpc>
              <a:spcBef>
                <a:spcPts val="0"/>
              </a:spcBef>
              <a:spcAft>
                <a:spcPts val="0"/>
              </a:spcAft>
              <a:buNone/>
            </a:pPr>
            <a:r>
              <a:t/>
            </a:r>
            <a:endParaRPr b="0" i="0" sz="1800" u="none" cap="none" strike="noStrike">
              <a:solidFill>
                <a:srgbClr val="94B6DA"/>
              </a:solidFill>
              <a:latin typeface="Arial"/>
              <a:ea typeface="Arial"/>
              <a:cs typeface="Arial"/>
              <a:sym typeface="Arial"/>
            </a:endParaRPr>
          </a:p>
        </p:txBody>
      </p:sp>
      <p:pic>
        <p:nvPicPr>
          <p:cNvPr id="1362" name="Google Shape;1362;h32a9095667746e33_6_481"/>
          <p:cNvPicPr preferRelativeResize="0"/>
          <p:nvPr/>
        </p:nvPicPr>
        <p:blipFill>
          <a:blip r:embed="rId5">
            <a:alphaModFix/>
          </a:blip>
          <a:stretch>
            <a:fillRect/>
          </a:stretch>
        </p:blipFill>
        <p:spPr>
          <a:xfrm>
            <a:off x="957325" y="3097700"/>
            <a:ext cx="8438425" cy="3574745"/>
          </a:xfrm>
          <a:prstGeom prst="rect">
            <a:avLst/>
          </a:prstGeom>
          <a:noFill/>
          <a:ln>
            <a:noFill/>
          </a:ln>
        </p:spPr>
      </p:pic>
      <p:pic>
        <p:nvPicPr>
          <p:cNvPr id="1363" name="Google Shape;1363;h32a9095667746e33_6_481"/>
          <p:cNvPicPr preferRelativeResize="0"/>
          <p:nvPr/>
        </p:nvPicPr>
        <p:blipFill>
          <a:blip r:embed="rId6">
            <a:alphaModFix/>
          </a:blip>
          <a:stretch>
            <a:fillRect/>
          </a:stretch>
        </p:blipFill>
        <p:spPr>
          <a:xfrm>
            <a:off x="957325" y="6953325"/>
            <a:ext cx="7725500" cy="1750685"/>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7" name="Shape 1367"/>
        <p:cNvGrpSpPr/>
        <p:nvPr/>
      </p:nvGrpSpPr>
      <p:grpSpPr>
        <a:xfrm>
          <a:off x="0" y="0"/>
          <a:ext cx="0" cy="0"/>
          <a:chOff x="0" y="0"/>
          <a:chExt cx="0" cy="0"/>
        </a:xfrm>
      </p:grpSpPr>
      <p:grpSp>
        <p:nvGrpSpPr>
          <p:cNvPr id="1368" name="Google Shape;1368;h32a9095667746e33_6_513"/>
          <p:cNvGrpSpPr/>
          <p:nvPr/>
        </p:nvGrpSpPr>
        <p:grpSpPr>
          <a:xfrm>
            <a:off x="-1081199" y="3274283"/>
            <a:ext cx="20615733" cy="7012716"/>
            <a:chOff x="-99239" y="-86"/>
            <a:chExt cx="27487644" cy="9350288"/>
          </a:xfrm>
        </p:grpSpPr>
        <p:grpSp>
          <p:nvGrpSpPr>
            <p:cNvPr id="1369" name="Google Shape;1369;h32a9095667746e33_6_513"/>
            <p:cNvGrpSpPr/>
            <p:nvPr/>
          </p:nvGrpSpPr>
          <p:grpSpPr>
            <a:xfrm rot="-5400000">
              <a:off x="11107617" y="-11206942"/>
              <a:ext cx="4770761" cy="27184472"/>
              <a:chOff x="0" y="-38100"/>
              <a:chExt cx="1831597" cy="10436700"/>
            </a:xfrm>
          </p:grpSpPr>
          <p:sp>
            <p:nvSpPr>
              <p:cNvPr id="1370" name="Google Shape;1370;h32a9095667746e33_6_513"/>
              <p:cNvSpPr/>
              <p:nvPr/>
            </p:nvSpPr>
            <p:spPr>
              <a:xfrm>
                <a:off x="0" y="0"/>
                <a:ext cx="1831597" cy="10398600"/>
              </a:xfrm>
              <a:custGeom>
                <a:rect b="b" l="l" r="r" t="t"/>
                <a:pathLst>
                  <a:path extrusionOk="0" h="10398600" w="1831597">
                    <a:moveTo>
                      <a:pt x="0" y="0"/>
                    </a:moveTo>
                    <a:lnTo>
                      <a:pt x="1831597" y="0"/>
                    </a:lnTo>
                    <a:lnTo>
                      <a:pt x="1831597" y="10398600"/>
                    </a:lnTo>
                    <a:lnTo>
                      <a:pt x="0" y="10398600"/>
                    </a:lnTo>
                    <a:close/>
                  </a:path>
                </a:pathLst>
              </a:custGeom>
              <a:solidFill>
                <a:srgbClr val="CBDDEF"/>
              </a:solidFill>
              <a:ln>
                <a:noFill/>
              </a:ln>
            </p:spPr>
          </p:sp>
          <p:sp>
            <p:nvSpPr>
              <p:cNvPr id="1371" name="Google Shape;1371;h32a9095667746e33_6_513"/>
              <p:cNvSpPr txBox="1"/>
              <p:nvPr/>
            </p:nvSpPr>
            <p:spPr>
              <a:xfrm>
                <a:off x="0" y="-38100"/>
                <a:ext cx="1831500" cy="10436700"/>
              </a:xfrm>
              <a:prstGeom prst="rect">
                <a:avLst/>
              </a:prstGeom>
              <a:noFill/>
              <a:ln>
                <a:noFill/>
              </a:ln>
            </p:spPr>
            <p:txBody>
              <a:bodyPr anchorCtr="0" anchor="ctr" bIns="27000" lIns="27000" spcFirstLastPara="1" rIns="27000" wrap="square" tIns="27000">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372" name="Google Shape;1372;h32a9095667746e33_6_513"/>
            <p:cNvGrpSpPr/>
            <p:nvPr/>
          </p:nvGrpSpPr>
          <p:grpSpPr>
            <a:xfrm rot="-5400000">
              <a:off x="11637133" y="-6401070"/>
              <a:ext cx="4579844" cy="26922700"/>
              <a:chOff x="0" y="-38100"/>
              <a:chExt cx="1758300" cy="10336200"/>
            </a:xfrm>
          </p:grpSpPr>
          <p:sp>
            <p:nvSpPr>
              <p:cNvPr id="1373" name="Google Shape;1373;h32a9095667746e33_6_513"/>
              <p:cNvSpPr/>
              <p:nvPr/>
            </p:nvSpPr>
            <p:spPr>
              <a:xfrm>
                <a:off x="0" y="0"/>
                <a:ext cx="1758210" cy="10298040"/>
              </a:xfrm>
              <a:custGeom>
                <a:rect b="b" l="l" r="r" t="t"/>
                <a:pathLst>
                  <a:path extrusionOk="0" h="10298040" w="1758210">
                    <a:moveTo>
                      <a:pt x="0" y="0"/>
                    </a:moveTo>
                    <a:lnTo>
                      <a:pt x="1758210" y="0"/>
                    </a:lnTo>
                    <a:lnTo>
                      <a:pt x="1758210" y="10298040"/>
                    </a:lnTo>
                    <a:lnTo>
                      <a:pt x="0" y="10298040"/>
                    </a:lnTo>
                    <a:close/>
                  </a:path>
                </a:pathLst>
              </a:custGeom>
              <a:solidFill>
                <a:srgbClr val="94B6DA"/>
              </a:solidFill>
              <a:ln>
                <a:noFill/>
              </a:ln>
            </p:spPr>
          </p:sp>
          <p:sp>
            <p:nvSpPr>
              <p:cNvPr id="1374" name="Google Shape;1374;h32a9095667746e33_6_513"/>
              <p:cNvSpPr txBox="1"/>
              <p:nvPr/>
            </p:nvSpPr>
            <p:spPr>
              <a:xfrm>
                <a:off x="0" y="-38100"/>
                <a:ext cx="1758300" cy="10336200"/>
              </a:xfrm>
              <a:prstGeom prst="rect">
                <a:avLst/>
              </a:prstGeom>
              <a:noFill/>
              <a:ln>
                <a:noFill/>
              </a:ln>
            </p:spPr>
            <p:txBody>
              <a:bodyPr anchorCtr="0" anchor="ctr" bIns="27000" lIns="27000" spcFirstLastPara="1" rIns="27000" wrap="square" tIns="27000">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grpSp>
        <p:nvGrpSpPr>
          <p:cNvPr id="1375" name="Google Shape;1375;h32a9095667746e33_6_513"/>
          <p:cNvGrpSpPr/>
          <p:nvPr/>
        </p:nvGrpSpPr>
        <p:grpSpPr>
          <a:xfrm>
            <a:off x="731085" y="622850"/>
            <a:ext cx="16825838" cy="9050174"/>
            <a:chOff x="0" y="-108814"/>
            <a:chExt cx="22434451" cy="12066898"/>
          </a:xfrm>
        </p:grpSpPr>
        <p:grpSp>
          <p:nvGrpSpPr>
            <p:cNvPr id="1376" name="Google Shape;1376;h32a9095667746e33_6_513"/>
            <p:cNvGrpSpPr/>
            <p:nvPr/>
          </p:nvGrpSpPr>
          <p:grpSpPr>
            <a:xfrm>
              <a:off x="26537" y="10214891"/>
              <a:ext cx="22386840" cy="1743193"/>
              <a:chOff x="0" y="-47625"/>
              <a:chExt cx="9809754" cy="763855"/>
            </a:xfrm>
          </p:grpSpPr>
          <p:sp>
            <p:nvSpPr>
              <p:cNvPr id="1377" name="Google Shape;1377;h32a9095667746e33_6_513"/>
              <p:cNvSpPr/>
              <p:nvPr/>
            </p:nvSpPr>
            <p:spPr>
              <a:xfrm>
                <a:off x="0" y="0"/>
                <a:ext cx="9809754" cy="716230"/>
              </a:xfrm>
              <a:custGeom>
                <a:rect b="b" l="l" r="r" t="t"/>
                <a:pathLst>
                  <a:path extrusionOk="0" h="716230" w="9809754">
                    <a:moveTo>
                      <a:pt x="0" y="0"/>
                    </a:moveTo>
                    <a:lnTo>
                      <a:pt x="9809754" y="0"/>
                    </a:lnTo>
                    <a:lnTo>
                      <a:pt x="9809754" y="716230"/>
                    </a:lnTo>
                    <a:lnTo>
                      <a:pt x="0" y="716230"/>
                    </a:lnTo>
                    <a:close/>
                  </a:path>
                </a:pathLst>
              </a:custGeom>
              <a:solidFill>
                <a:srgbClr val="20538B"/>
              </a:solidFill>
              <a:ln cap="sq" cmpd="sng" w="38100">
                <a:solidFill>
                  <a:srgbClr val="20538B"/>
                </a:solidFill>
                <a:prstDash val="solid"/>
                <a:miter lim="8000"/>
                <a:headEnd len="sm" w="sm" type="none"/>
                <a:tailEnd len="sm" w="sm" type="none"/>
              </a:ln>
            </p:spPr>
          </p:sp>
          <p:sp>
            <p:nvSpPr>
              <p:cNvPr id="1378" name="Google Shape;1378;h32a9095667746e33_6_513"/>
              <p:cNvSpPr txBox="1"/>
              <p:nvPr/>
            </p:nvSpPr>
            <p:spPr>
              <a:xfrm>
                <a:off x="0" y="-47625"/>
                <a:ext cx="9809700" cy="763800"/>
              </a:xfrm>
              <a:prstGeom prst="rect">
                <a:avLst/>
              </a:prstGeom>
              <a:noFill/>
              <a:ln>
                <a:noFill/>
              </a:ln>
            </p:spPr>
            <p:txBody>
              <a:bodyPr anchorCtr="0" anchor="ctr" bIns="50800" lIns="50800" spcFirstLastPara="1" rIns="50800" wrap="square" tIns="50800">
                <a:noAutofit/>
              </a:bodyPr>
              <a:lstStyle/>
              <a:p>
                <a:pPr indent="0" lvl="0" marL="0" marR="0" rtl="0" algn="ctr">
                  <a:lnSpc>
                    <a:spcPct val="175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379" name="Google Shape;1379;h32a9095667746e33_6_513"/>
            <p:cNvGrpSpPr/>
            <p:nvPr/>
          </p:nvGrpSpPr>
          <p:grpSpPr>
            <a:xfrm>
              <a:off x="0" y="-108814"/>
              <a:ext cx="22434451" cy="11946166"/>
              <a:chOff x="0" y="-47625"/>
              <a:chExt cx="9819000" cy="5228539"/>
            </a:xfrm>
          </p:grpSpPr>
          <p:sp>
            <p:nvSpPr>
              <p:cNvPr id="1380" name="Google Shape;1380;h32a9095667746e33_6_513"/>
              <p:cNvSpPr/>
              <p:nvPr/>
            </p:nvSpPr>
            <p:spPr>
              <a:xfrm>
                <a:off x="0" y="0"/>
                <a:ext cx="9818922" cy="5180914"/>
              </a:xfrm>
              <a:custGeom>
                <a:rect b="b" l="l" r="r" t="t"/>
                <a:pathLst>
                  <a:path extrusionOk="0" h="5180914" w="9818922">
                    <a:moveTo>
                      <a:pt x="0" y="0"/>
                    </a:moveTo>
                    <a:lnTo>
                      <a:pt x="9818922" y="0"/>
                    </a:lnTo>
                    <a:lnTo>
                      <a:pt x="9818922" y="5180914"/>
                    </a:lnTo>
                    <a:lnTo>
                      <a:pt x="0" y="5180914"/>
                    </a:lnTo>
                    <a:close/>
                  </a:path>
                </a:pathLst>
              </a:custGeom>
              <a:solidFill>
                <a:srgbClr val="FFFFFF"/>
              </a:solidFill>
              <a:ln cap="sq" cmpd="sng" w="38100">
                <a:solidFill>
                  <a:srgbClr val="20538B"/>
                </a:solidFill>
                <a:prstDash val="solid"/>
                <a:miter lim="8000"/>
                <a:headEnd len="sm" w="sm" type="none"/>
                <a:tailEnd len="sm" w="sm" type="none"/>
              </a:ln>
            </p:spPr>
          </p:sp>
          <p:sp>
            <p:nvSpPr>
              <p:cNvPr id="1381" name="Google Shape;1381;h32a9095667746e33_6_513"/>
              <p:cNvSpPr txBox="1"/>
              <p:nvPr/>
            </p:nvSpPr>
            <p:spPr>
              <a:xfrm>
                <a:off x="0" y="-47625"/>
                <a:ext cx="9819000" cy="5228400"/>
              </a:xfrm>
              <a:prstGeom prst="rect">
                <a:avLst/>
              </a:prstGeom>
              <a:noFill/>
              <a:ln>
                <a:noFill/>
              </a:ln>
            </p:spPr>
            <p:txBody>
              <a:bodyPr anchorCtr="0" anchor="ctr" bIns="50800" lIns="50800" spcFirstLastPara="1" rIns="50800" wrap="square" tIns="50800">
                <a:noAutofit/>
              </a:bodyPr>
              <a:lstStyle/>
              <a:p>
                <a:pPr indent="0" lvl="0" marL="0" marR="0" rtl="0" algn="ctr">
                  <a:lnSpc>
                    <a:spcPct val="175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grpSp>
        <p:nvGrpSpPr>
          <p:cNvPr id="1382" name="Google Shape;1382;h32a9095667746e33_6_513"/>
          <p:cNvGrpSpPr/>
          <p:nvPr/>
        </p:nvGrpSpPr>
        <p:grpSpPr>
          <a:xfrm>
            <a:off x="763743" y="662704"/>
            <a:ext cx="16759942" cy="1561150"/>
            <a:chOff x="0" y="-38100"/>
            <a:chExt cx="8581200" cy="799319"/>
          </a:xfrm>
        </p:grpSpPr>
        <p:sp>
          <p:nvSpPr>
            <p:cNvPr id="1383" name="Google Shape;1383;h32a9095667746e33_6_513"/>
            <p:cNvSpPr/>
            <p:nvPr/>
          </p:nvSpPr>
          <p:spPr>
            <a:xfrm>
              <a:off x="0" y="0"/>
              <a:ext cx="8581180" cy="761219"/>
            </a:xfrm>
            <a:custGeom>
              <a:rect b="b" l="l" r="r" t="t"/>
              <a:pathLst>
                <a:path extrusionOk="0" h="761219" w="8581180">
                  <a:moveTo>
                    <a:pt x="0" y="0"/>
                  </a:moveTo>
                  <a:lnTo>
                    <a:pt x="8581180" y="0"/>
                  </a:lnTo>
                  <a:lnTo>
                    <a:pt x="8581180" y="761219"/>
                  </a:lnTo>
                  <a:lnTo>
                    <a:pt x="0" y="761219"/>
                  </a:lnTo>
                  <a:close/>
                </a:path>
              </a:pathLst>
            </a:custGeom>
            <a:solidFill>
              <a:srgbClr val="EEF6FF"/>
            </a:solidFill>
            <a:ln cap="sq" cmpd="sng" w="9525">
              <a:solidFill>
                <a:srgbClr val="20538B"/>
              </a:solidFill>
              <a:prstDash val="solid"/>
              <a:miter lim="8000"/>
              <a:headEnd len="sm" w="sm" type="none"/>
              <a:tailEnd len="sm" w="sm" type="none"/>
            </a:ln>
          </p:spPr>
        </p:sp>
        <p:sp>
          <p:nvSpPr>
            <p:cNvPr id="1384" name="Google Shape;1384;h32a9095667746e33_6_513"/>
            <p:cNvSpPr txBox="1"/>
            <p:nvPr/>
          </p:nvSpPr>
          <p:spPr>
            <a:xfrm>
              <a:off x="0" y="-38100"/>
              <a:ext cx="8581200" cy="799200"/>
            </a:xfrm>
            <a:prstGeom prst="rect">
              <a:avLst/>
            </a:prstGeom>
            <a:noFill/>
            <a:ln>
              <a:noFill/>
            </a:ln>
          </p:spPr>
          <p:txBody>
            <a:bodyPr anchorCtr="0" anchor="ctr" bIns="39175" lIns="39175" spcFirstLastPara="1" rIns="39175" wrap="square" tIns="39175">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385" name="Google Shape;1385;h32a9095667746e33_6_513"/>
          <p:cNvSpPr/>
          <p:nvPr/>
        </p:nvSpPr>
        <p:spPr>
          <a:xfrm>
            <a:off x="15531691" y="160918"/>
            <a:ext cx="996214" cy="1021758"/>
          </a:xfrm>
          <a:custGeom>
            <a:rect b="b" l="l" r="r" t="t"/>
            <a:pathLst>
              <a:path extrusionOk="0" h="1021758" w="996214">
                <a:moveTo>
                  <a:pt x="0" y="0"/>
                </a:moveTo>
                <a:lnTo>
                  <a:pt x="996214" y="0"/>
                </a:lnTo>
                <a:lnTo>
                  <a:pt x="996214" y="1021758"/>
                </a:lnTo>
                <a:lnTo>
                  <a:pt x="0" y="1021758"/>
                </a:lnTo>
                <a:lnTo>
                  <a:pt x="0" y="0"/>
                </a:lnTo>
                <a:close/>
              </a:path>
            </a:pathLst>
          </a:custGeom>
          <a:blipFill rotWithShape="1">
            <a:blip r:embed="rId3">
              <a:alphaModFix/>
            </a:blip>
            <a:stretch>
              <a:fillRect b="0" l="0" r="0" t="0"/>
            </a:stretch>
          </a:blipFill>
          <a:ln>
            <a:noFill/>
          </a:ln>
        </p:spPr>
      </p:sp>
      <p:sp>
        <p:nvSpPr>
          <p:cNvPr id="1386" name="Google Shape;1386;h32a9095667746e33_6_513"/>
          <p:cNvSpPr txBox="1"/>
          <p:nvPr/>
        </p:nvSpPr>
        <p:spPr>
          <a:xfrm>
            <a:off x="2395000" y="893150"/>
            <a:ext cx="14258700" cy="769500"/>
          </a:xfrm>
          <a:prstGeom prst="rect">
            <a:avLst/>
          </a:prstGeom>
          <a:noFill/>
          <a:ln>
            <a:noFill/>
          </a:ln>
        </p:spPr>
        <p:txBody>
          <a:bodyPr anchorCtr="0" anchor="t" bIns="0" lIns="0" spcFirstLastPara="1" rIns="0" wrap="square" tIns="0">
            <a:spAutoFit/>
          </a:bodyPr>
          <a:lstStyle/>
          <a:p>
            <a:pPr indent="0" lvl="0" marL="0" marR="0" rtl="0" algn="l">
              <a:lnSpc>
                <a:spcPct val="192000"/>
              </a:lnSpc>
              <a:spcBef>
                <a:spcPts val="0"/>
              </a:spcBef>
              <a:spcAft>
                <a:spcPts val="0"/>
              </a:spcAft>
              <a:buNone/>
            </a:pPr>
            <a:r>
              <a:rPr b="1" i="0" lang="en-US" sz="5000" u="none" cap="none" strike="noStrike">
                <a:solidFill>
                  <a:srgbClr val="20538B"/>
                </a:solidFill>
                <a:latin typeface="Arial"/>
                <a:ea typeface="Arial"/>
                <a:cs typeface="Arial"/>
                <a:sym typeface="Arial"/>
              </a:rPr>
              <a:t>취약점 분석 및 시나리오</a:t>
            </a:r>
            <a:r>
              <a:rPr b="1" lang="en-US" sz="5000">
                <a:solidFill>
                  <a:srgbClr val="20538B"/>
                </a:solidFill>
              </a:rPr>
              <a:t> </a:t>
            </a:r>
            <a:r>
              <a:rPr b="1" lang="en-US" sz="3500">
                <a:solidFill>
                  <a:srgbClr val="20538B"/>
                </a:solidFill>
              </a:rPr>
              <a:t>- 불충분한 권한 검증</a:t>
            </a:r>
            <a:endParaRPr b="1" i="0" sz="3500" u="none" cap="none" strike="noStrike">
              <a:solidFill>
                <a:srgbClr val="20538B"/>
              </a:solidFill>
              <a:latin typeface="Arial"/>
              <a:ea typeface="Arial"/>
              <a:cs typeface="Arial"/>
              <a:sym typeface="Arial"/>
            </a:endParaRPr>
          </a:p>
        </p:txBody>
      </p:sp>
      <p:sp>
        <p:nvSpPr>
          <p:cNvPr id="1387" name="Google Shape;1387;h32a9095667746e33_6_513"/>
          <p:cNvSpPr txBox="1"/>
          <p:nvPr/>
        </p:nvSpPr>
        <p:spPr>
          <a:xfrm>
            <a:off x="1437501" y="920715"/>
            <a:ext cx="834600" cy="751200"/>
          </a:xfrm>
          <a:prstGeom prst="rect">
            <a:avLst/>
          </a:prstGeom>
          <a:noFill/>
          <a:ln>
            <a:noFill/>
          </a:ln>
        </p:spPr>
        <p:txBody>
          <a:bodyPr anchorCtr="0" anchor="t" bIns="0" lIns="0" spcFirstLastPara="1" rIns="0" wrap="square" tIns="0">
            <a:spAutoFit/>
          </a:bodyPr>
          <a:lstStyle/>
          <a:p>
            <a:pPr indent="0" lvl="0" marL="0" marR="0" rtl="0" algn="l">
              <a:lnSpc>
                <a:spcPct val="192009"/>
              </a:lnSpc>
              <a:spcBef>
                <a:spcPts val="0"/>
              </a:spcBef>
              <a:spcAft>
                <a:spcPts val="0"/>
              </a:spcAft>
              <a:buNone/>
            </a:pPr>
            <a:r>
              <a:rPr b="1" i="0" lang="en-US" sz="4881" u="none" cap="none" strike="noStrike">
                <a:solidFill>
                  <a:srgbClr val="CBDDEF"/>
                </a:solidFill>
                <a:latin typeface="Arial"/>
                <a:ea typeface="Arial"/>
                <a:cs typeface="Arial"/>
                <a:sym typeface="Arial"/>
              </a:rPr>
              <a:t>0</a:t>
            </a:r>
            <a:r>
              <a:rPr b="1" lang="en-US" sz="4881">
                <a:solidFill>
                  <a:srgbClr val="CBDDEF"/>
                </a:solidFill>
              </a:rPr>
              <a:t>4</a:t>
            </a:r>
            <a:endParaRPr/>
          </a:p>
        </p:txBody>
      </p:sp>
      <p:sp>
        <p:nvSpPr>
          <p:cNvPr id="1388" name="Google Shape;1388;h32a9095667746e33_6_513"/>
          <p:cNvSpPr txBox="1"/>
          <p:nvPr/>
        </p:nvSpPr>
        <p:spPr>
          <a:xfrm>
            <a:off x="9988075" y="4128750"/>
            <a:ext cx="7298100" cy="1183800"/>
          </a:xfrm>
          <a:prstGeom prst="rect">
            <a:avLst/>
          </a:prstGeom>
          <a:noFill/>
          <a:ln>
            <a:noFill/>
          </a:ln>
        </p:spPr>
        <p:txBody>
          <a:bodyPr anchorCtr="0" anchor="t" bIns="0" lIns="0" spcFirstLastPara="1" rIns="0" wrap="square" tIns="0">
            <a:spAutoFit/>
          </a:bodyPr>
          <a:lstStyle/>
          <a:p>
            <a:pPr indent="-349250" lvl="0" marL="457200" marR="0" rtl="0" algn="l">
              <a:lnSpc>
                <a:spcPct val="155000"/>
              </a:lnSpc>
              <a:spcBef>
                <a:spcPts val="0"/>
              </a:spcBef>
              <a:spcAft>
                <a:spcPts val="0"/>
              </a:spcAft>
              <a:buClr>
                <a:srgbClr val="20538B"/>
              </a:buClr>
              <a:buSzPts val="1900"/>
              <a:buChar char="-"/>
            </a:pPr>
            <a:r>
              <a:rPr b="1" lang="en-US" sz="1900">
                <a:solidFill>
                  <a:srgbClr val="20538B"/>
                </a:solidFill>
              </a:rPr>
              <a:t>check_vertical_escalation(): </a:t>
            </a:r>
            <a:endParaRPr b="1" sz="1900">
              <a:solidFill>
                <a:srgbClr val="20538B"/>
              </a:solidFill>
            </a:endParaRPr>
          </a:p>
          <a:p>
            <a:pPr indent="-349250" lvl="1" marL="914400" marR="0" rtl="0" algn="l">
              <a:lnSpc>
                <a:spcPct val="155000"/>
              </a:lnSpc>
              <a:spcBef>
                <a:spcPts val="0"/>
              </a:spcBef>
              <a:spcAft>
                <a:spcPts val="0"/>
              </a:spcAft>
              <a:buClr>
                <a:srgbClr val="20538B"/>
              </a:buClr>
              <a:buSzPts val="1900"/>
              <a:buChar char="-"/>
            </a:pPr>
            <a:r>
              <a:rPr lang="en-US" sz="1900">
                <a:solidFill>
                  <a:srgbClr val="20538B"/>
                </a:solidFill>
              </a:rPr>
              <a:t>학생 -&gt; 강사, 강사 -&gt; 학생 방향으로 접근 시도</a:t>
            </a:r>
            <a:endParaRPr sz="1900">
              <a:solidFill>
                <a:srgbClr val="20538B"/>
              </a:solidFill>
            </a:endParaRPr>
          </a:p>
          <a:p>
            <a:pPr indent="0" lvl="0" marL="0" marR="0" rtl="0" algn="l">
              <a:lnSpc>
                <a:spcPct val="155000"/>
              </a:lnSpc>
              <a:spcBef>
                <a:spcPts val="0"/>
              </a:spcBef>
              <a:spcAft>
                <a:spcPts val="0"/>
              </a:spcAft>
              <a:buNone/>
            </a:pPr>
            <a:r>
              <a:t/>
            </a:r>
            <a:endParaRPr b="0" i="0" sz="1800" u="none" cap="none" strike="noStrike">
              <a:solidFill>
                <a:srgbClr val="94B6DA"/>
              </a:solidFill>
              <a:latin typeface="Arial"/>
              <a:ea typeface="Arial"/>
              <a:cs typeface="Arial"/>
              <a:sym typeface="Arial"/>
            </a:endParaRPr>
          </a:p>
        </p:txBody>
      </p:sp>
      <p:pic>
        <p:nvPicPr>
          <p:cNvPr id="1389" name="Google Shape;1389;h32a9095667746e33_6_513"/>
          <p:cNvPicPr preferRelativeResize="0"/>
          <p:nvPr/>
        </p:nvPicPr>
        <p:blipFill>
          <a:blip r:embed="rId4">
            <a:alphaModFix/>
          </a:blip>
          <a:stretch>
            <a:fillRect/>
          </a:stretch>
        </p:blipFill>
        <p:spPr>
          <a:xfrm>
            <a:off x="909400" y="2931450"/>
            <a:ext cx="9078674" cy="5302025"/>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3" name="Shape 1393"/>
        <p:cNvGrpSpPr/>
        <p:nvPr/>
      </p:nvGrpSpPr>
      <p:grpSpPr>
        <a:xfrm>
          <a:off x="0" y="0"/>
          <a:ext cx="0" cy="0"/>
          <a:chOff x="0" y="0"/>
          <a:chExt cx="0" cy="0"/>
        </a:xfrm>
      </p:grpSpPr>
      <p:grpSp>
        <p:nvGrpSpPr>
          <p:cNvPr id="1394" name="Google Shape;1394;h32a9095667746e33_6_542"/>
          <p:cNvGrpSpPr/>
          <p:nvPr/>
        </p:nvGrpSpPr>
        <p:grpSpPr>
          <a:xfrm>
            <a:off x="-1081199" y="3274283"/>
            <a:ext cx="20615733" cy="7012716"/>
            <a:chOff x="-99239" y="-86"/>
            <a:chExt cx="27487644" cy="9350288"/>
          </a:xfrm>
        </p:grpSpPr>
        <p:grpSp>
          <p:nvGrpSpPr>
            <p:cNvPr id="1395" name="Google Shape;1395;h32a9095667746e33_6_542"/>
            <p:cNvGrpSpPr/>
            <p:nvPr/>
          </p:nvGrpSpPr>
          <p:grpSpPr>
            <a:xfrm rot="-5400000">
              <a:off x="11107617" y="-11206942"/>
              <a:ext cx="4770761" cy="27184472"/>
              <a:chOff x="0" y="-38100"/>
              <a:chExt cx="1831597" cy="10436700"/>
            </a:xfrm>
          </p:grpSpPr>
          <p:sp>
            <p:nvSpPr>
              <p:cNvPr id="1396" name="Google Shape;1396;h32a9095667746e33_6_542"/>
              <p:cNvSpPr/>
              <p:nvPr/>
            </p:nvSpPr>
            <p:spPr>
              <a:xfrm>
                <a:off x="0" y="0"/>
                <a:ext cx="1831597" cy="10398600"/>
              </a:xfrm>
              <a:custGeom>
                <a:rect b="b" l="l" r="r" t="t"/>
                <a:pathLst>
                  <a:path extrusionOk="0" h="10398600" w="1831597">
                    <a:moveTo>
                      <a:pt x="0" y="0"/>
                    </a:moveTo>
                    <a:lnTo>
                      <a:pt x="1831597" y="0"/>
                    </a:lnTo>
                    <a:lnTo>
                      <a:pt x="1831597" y="10398600"/>
                    </a:lnTo>
                    <a:lnTo>
                      <a:pt x="0" y="10398600"/>
                    </a:lnTo>
                    <a:close/>
                  </a:path>
                </a:pathLst>
              </a:custGeom>
              <a:solidFill>
                <a:srgbClr val="CBDDEF"/>
              </a:solidFill>
              <a:ln>
                <a:noFill/>
              </a:ln>
            </p:spPr>
          </p:sp>
          <p:sp>
            <p:nvSpPr>
              <p:cNvPr id="1397" name="Google Shape;1397;h32a9095667746e33_6_542"/>
              <p:cNvSpPr txBox="1"/>
              <p:nvPr/>
            </p:nvSpPr>
            <p:spPr>
              <a:xfrm>
                <a:off x="0" y="-38100"/>
                <a:ext cx="1831500" cy="10436700"/>
              </a:xfrm>
              <a:prstGeom prst="rect">
                <a:avLst/>
              </a:prstGeom>
              <a:noFill/>
              <a:ln>
                <a:noFill/>
              </a:ln>
            </p:spPr>
            <p:txBody>
              <a:bodyPr anchorCtr="0" anchor="ctr" bIns="27000" lIns="27000" spcFirstLastPara="1" rIns="27000" wrap="square" tIns="27000">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398" name="Google Shape;1398;h32a9095667746e33_6_542"/>
            <p:cNvGrpSpPr/>
            <p:nvPr/>
          </p:nvGrpSpPr>
          <p:grpSpPr>
            <a:xfrm rot="-5400000">
              <a:off x="11637133" y="-6401070"/>
              <a:ext cx="4579844" cy="26922700"/>
              <a:chOff x="0" y="-38100"/>
              <a:chExt cx="1758300" cy="10336200"/>
            </a:xfrm>
          </p:grpSpPr>
          <p:sp>
            <p:nvSpPr>
              <p:cNvPr id="1399" name="Google Shape;1399;h32a9095667746e33_6_542"/>
              <p:cNvSpPr/>
              <p:nvPr/>
            </p:nvSpPr>
            <p:spPr>
              <a:xfrm>
                <a:off x="0" y="0"/>
                <a:ext cx="1758210" cy="10298040"/>
              </a:xfrm>
              <a:custGeom>
                <a:rect b="b" l="l" r="r" t="t"/>
                <a:pathLst>
                  <a:path extrusionOk="0" h="10298040" w="1758210">
                    <a:moveTo>
                      <a:pt x="0" y="0"/>
                    </a:moveTo>
                    <a:lnTo>
                      <a:pt x="1758210" y="0"/>
                    </a:lnTo>
                    <a:lnTo>
                      <a:pt x="1758210" y="10298040"/>
                    </a:lnTo>
                    <a:lnTo>
                      <a:pt x="0" y="10298040"/>
                    </a:lnTo>
                    <a:close/>
                  </a:path>
                </a:pathLst>
              </a:custGeom>
              <a:solidFill>
                <a:srgbClr val="94B6DA"/>
              </a:solidFill>
              <a:ln>
                <a:noFill/>
              </a:ln>
            </p:spPr>
          </p:sp>
          <p:sp>
            <p:nvSpPr>
              <p:cNvPr id="1400" name="Google Shape;1400;h32a9095667746e33_6_542"/>
              <p:cNvSpPr txBox="1"/>
              <p:nvPr/>
            </p:nvSpPr>
            <p:spPr>
              <a:xfrm>
                <a:off x="0" y="-38100"/>
                <a:ext cx="1758300" cy="10336200"/>
              </a:xfrm>
              <a:prstGeom prst="rect">
                <a:avLst/>
              </a:prstGeom>
              <a:noFill/>
              <a:ln>
                <a:noFill/>
              </a:ln>
            </p:spPr>
            <p:txBody>
              <a:bodyPr anchorCtr="0" anchor="ctr" bIns="27000" lIns="27000" spcFirstLastPara="1" rIns="27000" wrap="square" tIns="27000">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grpSp>
        <p:nvGrpSpPr>
          <p:cNvPr id="1401" name="Google Shape;1401;h32a9095667746e33_6_542"/>
          <p:cNvGrpSpPr/>
          <p:nvPr/>
        </p:nvGrpSpPr>
        <p:grpSpPr>
          <a:xfrm>
            <a:off x="731085" y="622850"/>
            <a:ext cx="16825838" cy="9050174"/>
            <a:chOff x="0" y="-108814"/>
            <a:chExt cx="22434451" cy="12066898"/>
          </a:xfrm>
        </p:grpSpPr>
        <p:grpSp>
          <p:nvGrpSpPr>
            <p:cNvPr id="1402" name="Google Shape;1402;h32a9095667746e33_6_542"/>
            <p:cNvGrpSpPr/>
            <p:nvPr/>
          </p:nvGrpSpPr>
          <p:grpSpPr>
            <a:xfrm>
              <a:off x="26537" y="10214891"/>
              <a:ext cx="22386840" cy="1743193"/>
              <a:chOff x="0" y="-47625"/>
              <a:chExt cx="9809754" cy="763855"/>
            </a:xfrm>
          </p:grpSpPr>
          <p:sp>
            <p:nvSpPr>
              <p:cNvPr id="1403" name="Google Shape;1403;h32a9095667746e33_6_542"/>
              <p:cNvSpPr/>
              <p:nvPr/>
            </p:nvSpPr>
            <p:spPr>
              <a:xfrm>
                <a:off x="0" y="0"/>
                <a:ext cx="9809754" cy="716230"/>
              </a:xfrm>
              <a:custGeom>
                <a:rect b="b" l="l" r="r" t="t"/>
                <a:pathLst>
                  <a:path extrusionOk="0" h="716230" w="9809754">
                    <a:moveTo>
                      <a:pt x="0" y="0"/>
                    </a:moveTo>
                    <a:lnTo>
                      <a:pt x="9809754" y="0"/>
                    </a:lnTo>
                    <a:lnTo>
                      <a:pt x="9809754" y="716230"/>
                    </a:lnTo>
                    <a:lnTo>
                      <a:pt x="0" y="716230"/>
                    </a:lnTo>
                    <a:close/>
                  </a:path>
                </a:pathLst>
              </a:custGeom>
              <a:solidFill>
                <a:srgbClr val="20538B"/>
              </a:solidFill>
              <a:ln cap="sq" cmpd="sng" w="38100">
                <a:solidFill>
                  <a:srgbClr val="20538B"/>
                </a:solidFill>
                <a:prstDash val="solid"/>
                <a:miter lim="8000"/>
                <a:headEnd len="sm" w="sm" type="none"/>
                <a:tailEnd len="sm" w="sm" type="none"/>
              </a:ln>
            </p:spPr>
          </p:sp>
          <p:sp>
            <p:nvSpPr>
              <p:cNvPr id="1404" name="Google Shape;1404;h32a9095667746e33_6_542"/>
              <p:cNvSpPr txBox="1"/>
              <p:nvPr/>
            </p:nvSpPr>
            <p:spPr>
              <a:xfrm>
                <a:off x="0" y="-47625"/>
                <a:ext cx="9809700" cy="763800"/>
              </a:xfrm>
              <a:prstGeom prst="rect">
                <a:avLst/>
              </a:prstGeom>
              <a:noFill/>
              <a:ln>
                <a:noFill/>
              </a:ln>
            </p:spPr>
            <p:txBody>
              <a:bodyPr anchorCtr="0" anchor="ctr" bIns="50800" lIns="50800" spcFirstLastPara="1" rIns="50800" wrap="square" tIns="50800">
                <a:noAutofit/>
              </a:bodyPr>
              <a:lstStyle/>
              <a:p>
                <a:pPr indent="0" lvl="0" marL="0" marR="0" rtl="0" algn="ctr">
                  <a:lnSpc>
                    <a:spcPct val="175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405" name="Google Shape;1405;h32a9095667746e33_6_542"/>
            <p:cNvGrpSpPr/>
            <p:nvPr/>
          </p:nvGrpSpPr>
          <p:grpSpPr>
            <a:xfrm>
              <a:off x="0" y="-108814"/>
              <a:ext cx="22434451" cy="11946166"/>
              <a:chOff x="0" y="-47625"/>
              <a:chExt cx="9819000" cy="5228539"/>
            </a:xfrm>
          </p:grpSpPr>
          <p:sp>
            <p:nvSpPr>
              <p:cNvPr id="1406" name="Google Shape;1406;h32a9095667746e33_6_542"/>
              <p:cNvSpPr/>
              <p:nvPr/>
            </p:nvSpPr>
            <p:spPr>
              <a:xfrm>
                <a:off x="0" y="0"/>
                <a:ext cx="9818922" cy="5180914"/>
              </a:xfrm>
              <a:custGeom>
                <a:rect b="b" l="l" r="r" t="t"/>
                <a:pathLst>
                  <a:path extrusionOk="0" h="5180914" w="9818922">
                    <a:moveTo>
                      <a:pt x="0" y="0"/>
                    </a:moveTo>
                    <a:lnTo>
                      <a:pt x="9818922" y="0"/>
                    </a:lnTo>
                    <a:lnTo>
                      <a:pt x="9818922" y="5180914"/>
                    </a:lnTo>
                    <a:lnTo>
                      <a:pt x="0" y="5180914"/>
                    </a:lnTo>
                    <a:close/>
                  </a:path>
                </a:pathLst>
              </a:custGeom>
              <a:solidFill>
                <a:srgbClr val="FFFFFF"/>
              </a:solidFill>
              <a:ln cap="sq" cmpd="sng" w="38100">
                <a:solidFill>
                  <a:srgbClr val="20538B"/>
                </a:solidFill>
                <a:prstDash val="solid"/>
                <a:miter lim="8000"/>
                <a:headEnd len="sm" w="sm" type="none"/>
                <a:tailEnd len="sm" w="sm" type="none"/>
              </a:ln>
            </p:spPr>
          </p:sp>
          <p:sp>
            <p:nvSpPr>
              <p:cNvPr id="1407" name="Google Shape;1407;h32a9095667746e33_6_542"/>
              <p:cNvSpPr txBox="1"/>
              <p:nvPr/>
            </p:nvSpPr>
            <p:spPr>
              <a:xfrm>
                <a:off x="0" y="-47625"/>
                <a:ext cx="9819000" cy="5228400"/>
              </a:xfrm>
              <a:prstGeom prst="rect">
                <a:avLst/>
              </a:prstGeom>
              <a:noFill/>
              <a:ln>
                <a:noFill/>
              </a:ln>
            </p:spPr>
            <p:txBody>
              <a:bodyPr anchorCtr="0" anchor="ctr" bIns="50800" lIns="50800" spcFirstLastPara="1" rIns="50800" wrap="square" tIns="50800">
                <a:noAutofit/>
              </a:bodyPr>
              <a:lstStyle/>
              <a:p>
                <a:pPr indent="0" lvl="0" marL="0" marR="0" rtl="0" algn="ctr">
                  <a:lnSpc>
                    <a:spcPct val="175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grpSp>
        <p:nvGrpSpPr>
          <p:cNvPr id="1408" name="Google Shape;1408;h32a9095667746e33_6_542"/>
          <p:cNvGrpSpPr/>
          <p:nvPr/>
        </p:nvGrpSpPr>
        <p:grpSpPr>
          <a:xfrm>
            <a:off x="763743" y="662704"/>
            <a:ext cx="16759942" cy="1561150"/>
            <a:chOff x="0" y="-38100"/>
            <a:chExt cx="8581200" cy="799319"/>
          </a:xfrm>
        </p:grpSpPr>
        <p:sp>
          <p:nvSpPr>
            <p:cNvPr id="1409" name="Google Shape;1409;h32a9095667746e33_6_542"/>
            <p:cNvSpPr/>
            <p:nvPr/>
          </p:nvSpPr>
          <p:spPr>
            <a:xfrm>
              <a:off x="0" y="0"/>
              <a:ext cx="8581180" cy="761219"/>
            </a:xfrm>
            <a:custGeom>
              <a:rect b="b" l="l" r="r" t="t"/>
              <a:pathLst>
                <a:path extrusionOk="0" h="761219" w="8581180">
                  <a:moveTo>
                    <a:pt x="0" y="0"/>
                  </a:moveTo>
                  <a:lnTo>
                    <a:pt x="8581180" y="0"/>
                  </a:lnTo>
                  <a:lnTo>
                    <a:pt x="8581180" y="761219"/>
                  </a:lnTo>
                  <a:lnTo>
                    <a:pt x="0" y="761219"/>
                  </a:lnTo>
                  <a:close/>
                </a:path>
              </a:pathLst>
            </a:custGeom>
            <a:solidFill>
              <a:srgbClr val="EEF6FF"/>
            </a:solidFill>
            <a:ln cap="sq" cmpd="sng" w="9525">
              <a:solidFill>
                <a:srgbClr val="20538B"/>
              </a:solidFill>
              <a:prstDash val="solid"/>
              <a:miter lim="8000"/>
              <a:headEnd len="sm" w="sm" type="none"/>
              <a:tailEnd len="sm" w="sm" type="none"/>
            </a:ln>
          </p:spPr>
        </p:sp>
        <p:sp>
          <p:nvSpPr>
            <p:cNvPr id="1410" name="Google Shape;1410;h32a9095667746e33_6_542"/>
            <p:cNvSpPr txBox="1"/>
            <p:nvPr/>
          </p:nvSpPr>
          <p:spPr>
            <a:xfrm>
              <a:off x="0" y="-38100"/>
              <a:ext cx="8581200" cy="799200"/>
            </a:xfrm>
            <a:prstGeom prst="rect">
              <a:avLst/>
            </a:prstGeom>
            <a:noFill/>
            <a:ln>
              <a:noFill/>
            </a:ln>
          </p:spPr>
          <p:txBody>
            <a:bodyPr anchorCtr="0" anchor="ctr" bIns="39175" lIns="39175" spcFirstLastPara="1" rIns="39175" wrap="square" tIns="39175">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411" name="Google Shape;1411;h32a9095667746e33_6_542"/>
          <p:cNvSpPr/>
          <p:nvPr/>
        </p:nvSpPr>
        <p:spPr>
          <a:xfrm>
            <a:off x="15531691" y="160918"/>
            <a:ext cx="996214" cy="1021758"/>
          </a:xfrm>
          <a:custGeom>
            <a:rect b="b" l="l" r="r" t="t"/>
            <a:pathLst>
              <a:path extrusionOk="0" h="1021758" w="996214">
                <a:moveTo>
                  <a:pt x="0" y="0"/>
                </a:moveTo>
                <a:lnTo>
                  <a:pt x="996214" y="0"/>
                </a:lnTo>
                <a:lnTo>
                  <a:pt x="996214" y="1021758"/>
                </a:lnTo>
                <a:lnTo>
                  <a:pt x="0" y="1021758"/>
                </a:lnTo>
                <a:lnTo>
                  <a:pt x="0" y="0"/>
                </a:lnTo>
                <a:close/>
              </a:path>
            </a:pathLst>
          </a:custGeom>
          <a:blipFill rotWithShape="1">
            <a:blip r:embed="rId3">
              <a:alphaModFix/>
            </a:blip>
            <a:stretch>
              <a:fillRect b="0" l="0" r="0" t="0"/>
            </a:stretch>
          </a:blipFill>
          <a:ln>
            <a:noFill/>
          </a:ln>
        </p:spPr>
      </p:sp>
      <p:sp>
        <p:nvSpPr>
          <p:cNvPr id="1412" name="Google Shape;1412;h32a9095667746e33_6_542"/>
          <p:cNvSpPr/>
          <p:nvPr/>
        </p:nvSpPr>
        <p:spPr>
          <a:xfrm>
            <a:off x="9388198" y="3348271"/>
            <a:ext cx="272321" cy="272321"/>
          </a:xfrm>
          <a:custGeom>
            <a:rect b="b" l="l" r="r" t="t"/>
            <a:pathLst>
              <a:path extrusionOk="0" h="272321" w="272321">
                <a:moveTo>
                  <a:pt x="0" y="0"/>
                </a:moveTo>
                <a:lnTo>
                  <a:pt x="272321" y="0"/>
                </a:lnTo>
                <a:lnTo>
                  <a:pt x="272321" y="272321"/>
                </a:lnTo>
                <a:lnTo>
                  <a:pt x="0" y="272321"/>
                </a:lnTo>
                <a:lnTo>
                  <a:pt x="0" y="0"/>
                </a:lnTo>
                <a:close/>
              </a:path>
            </a:pathLst>
          </a:custGeom>
          <a:blipFill rotWithShape="1">
            <a:blip r:embed="rId4">
              <a:alphaModFix/>
            </a:blip>
            <a:stretch>
              <a:fillRect b="0" l="0" r="0" t="0"/>
            </a:stretch>
          </a:blipFill>
          <a:ln>
            <a:noFill/>
          </a:ln>
        </p:spPr>
      </p:sp>
      <p:sp>
        <p:nvSpPr>
          <p:cNvPr id="1413" name="Google Shape;1413;h32a9095667746e33_6_542"/>
          <p:cNvSpPr txBox="1"/>
          <p:nvPr/>
        </p:nvSpPr>
        <p:spPr>
          <a:xfrm>
            <a:off x="2395000" y="893150"/>
            <a:ext cx="14258700" cy="769500"/>
          </a:xfrm>
          <a:prstGeom prst="rect">
            <a:avLst/>
          </a:prstGeom>
          <a:noFill/>
          <a:ln>
            <a:noFill/>
          </a:ln>
        </p:spPr>
        <p:txBody>
          <a:bodyPr anchorCtr="0" anchor="t" bIns="0" lIns="0" spcFirstLastPara="1" rIns="0" wrap="square" tIns="0">
            <a:spAutoFit/>
          </a:bodyPr>
          <a:lstStyle/>
          <a:p>
            <a:pPr indent="0" lvl="0" marL="0" marR="0" rtl="0" algn="l">
              <a:lnSpc>
                <a:spcPct val="192000"/>
              </a:lnSpc>
              <a:spcBef>
                <a:spcPts val="0"/>
              </a:spcBef>
              <a:spcAft>
                <a:spcPts val="0"/>
              </a:spcAft>
              <a:buNone/>
            </a:pPr>
            <a:r>
              <a:rPr b="1" i="0" lang="en-US" sz="5000" u="none" cap="none" strike="noStrike">
                <a:solidFill>
                  <a:srgbClr val="20538B"/>
                </a:solidFill>
                <a:latin typeface="Arial"/>
                <a:ea typeface="Arial"/>
                <a:cs typeface="Arial"/>
                <a:sym typeface="Arial"/>
              </a:rPr>
              <a:t>취약점 분석 및 시나리오</a:t>
            </a:r>
            <a:r>
              <a:rPr b="1" lang="en-US" sz="5000">
                <a:solidFill>
                  <a:srgbClr val="20538B"/>
                </a:solidFill>
              </a:rPr>
              <a:t> </a:t>
            </a:r>
            <a:r>
              <a:rPr b="1" lang="en-US" sz="3500">
                <a:solidFill>
                  <a:srgbClr val="20538B"/>
                </a:solidFill>
              </a:rPr>
              <a:t>- 불충분한 권한 검증</a:t>
            </a:r>
            <a:endParaRPr b="1" i="0" sz="3500" u="none" cap="none" strike="noStrike">
              <a:solidFill>
                <a:srgbClr val="20538B"/>
              </a:solidFill>
              <a:latin typeface="Arial"/>
              <a:ea typeface="Arial"/>
              <a:cs typeface="Arial"/>
              <a:sym typeface="Arial"/>
            </a:endParaRPr>
          </a:p>
        </p:txBody>
      </p:sp>
      <p:sp>
        <p:nvSpPr>
          <p:cNvPr id="1414" name="Google Shape;1414;h32a9095667746e33_6_542"/>
          <p:cNvSpPr txBox="1"/>
          <p:nvPr/>
        </p:nvSpPr>
        <p:spPr>
          <a:xfrm>
            <a:off x="1437501" y="920715"/>
            <a:ext cx="834600" cy="751200"/>
          </a:xfrm>
          <a:prstGeom prst="rect">
            <a:avLst/>
          </a:prstGeom>
          <a:noFill/>
          <a:ln>
            <a:noFill/>
          </a:ln>
        </p:spPr>
        <p:txBody>
          <a:bodyPr anchorCtr="0" anchor="t" bIns="0" lIns="0" spcFirstLastPara="1" rIns="0" wrap="square" tIns="0">
            <a:spAutoFit/>
          </a:bodyPr>
          <a:lstStyle/>
          <a:p>
            <a:pPr indent="0" lvl="0" marL="0" marR="0" rtl="0" algn="l">
              <a:lnSpc>
                <a:spcPct val="192009"/>
              </a:lnSpc>
              <a:spcBef>
                <a:spcPts val="0"/>
              </a:spcBef>
              <a:spcAft>
                <a:spcPts val="0"/>
              </a:spcAft>
              <a:buNone/>
            </a:pPr>
            <a:r>
              <a:rPr b="1" i="0" lang="en-US" sz="4881" u="none" cap="none" strike="noStrike">
                <a:solidFill>
                  <a:srgbClr val="CBDDEF"/>
                </a:solidFill>
                <a:latin typeface="Arial"/>
                <a:ea typeface="Arial"/>
                <a:cs typeface="Arial"/>
                <a:sym typeface="Arial"/>
              </a:rPr>
              <a:t>0</a:t>
            </a:r>
            <a:r>
              <a:rPr b="1" lang="en-US" sz="4881">
                <a:solidFill>
                  <a:srgbClr val="CBDDEF"/>
                </a:solidFill>
              </a:rPr>
              <a:t>4</a:t>
            </a:r>
            <a:endParaRPr/>
          </a:p>
        </p:txBody>
      </p:sp>
      <p:sp>
        <p:nvSpPr>
          <p:cNvPr id="1415" name="Google Shape;1415;h32a9095667746e33_6_542"/>
          <p:cNvSpPr txBox="1"/>
          <p:nvPr/>
        </p:nvSpPr>
        <p:spPr>
          <a:xfrm>
            <a:off x="9757650" y="3274350"/>
            <a:ext cx="6770100" cy="10344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US" sz="2800">
                <a:solidFill>
                  <a:srgbClr val="20538B"/>
                </a:solidFill>
              </a:rPr>
              <a:t>점검 항목 3,4 : </a:t>
            </a:r>
            <a:r>
              <a:rPr b="1" lang="en-US" sz="2800">
                <a:solidFill>
                  <a:srgbClr val="20538B"/>
                </a:solidFill>
              </a:rPr>
              <a:t>타인 문의글 접근</a:t>
            </a:r>
            <a:endParaRPr b="1" sz="2800">
              <a:solidFill>
                <a:srgbClr val="20538B"/>
              </a:solidFill>
            </a:endParaRPr>
          </a:p>
          <a:p>
            <a:pPr indent="0" lvl="0" marL="0" marR="0" rtl="0" algn="l">
              <a:lnSpc>
                <a:spcPct val="140000"/>
              </a:lnSpc>
              <a:spcBef>
                <a:spcPts val="0"/>
              </a:spcBef>
              <a:spcAft>
                <a:spcPts val="0"/>
              </a:spcAft>
              <a:buNone/>
            </a:pPr>
            <a:r>
              <a:rPr b="1" lang="en-US" sz="2800">
                <a:solidFill>
                  <a:srgbClr val="20538B"/>
                </a:solidFill>
              </a:rPr>
              <a:t>                      (</a:t>
            </a:r>
            <a:r>
              <a:rPr b="1" lang="en-US" sz="2800">
                <a:solidFill>
                  <a:srgbClr val="20538B"/>
                </a:solidFill>
              </a:rPr>
              <a:t>열람, 댓글 작성</a:t>
            </a:r>
            <a:r>
              <a:rPr b="1" lang="en-US" sz="2800">
                <a:solidFill>
                  <a:srgbClr val="20538B"/>
                </a:solidFill>
              </a:rPr>
              <a:t>)</a:t>
            </a:r>
            <a:endParaRPr/>
          </a:p>
        </p:txBody>
      </p:sp>
      <p:sp>
        <p:nvSpPr>
          <p:cNvPr id="1416" name="Google Shape;1416;h32a9095667746e33_6_542"/>
          <p:cNvSpPr txBox="1"/>
          <p:nvPr/>
        </p:nvSpPr>
        <p:spPr>
          <a:xfrm>
            <a:off x="9757650" y="4514490"/>
            <a:ext cx="6567300" cy="4810200"/>
          </a:xfrm>
          <a:prstGeom prst="rect">
            <a:avLst/>
          </a:prstGeom>
          <a:noFill/>
          <a:ln>
            <a:noFill/>
          </a:ln>
        </p:spPr>
        <p:txBody>
          <a:bodyPr anchorCtr="0" anchor="t" bIns="0" lIns="0" spcFirstLastPara="1" rIns="0" wrap="square" tIns="0">
            <a:spAutoFit/>
          </a:bodyPr>
          <a:lstStyle/>
          <a:p>
            <a:pPr indent="-349250" lvl="0" marL="457200" marR="0" rtl="0" algn="l">
              <a:lnSpc>
                <a:spcPct val="155000"/>
              </a:lnSpc>
              <a:spcBef>
                <a:spcPts val="0"/>
              </a:spcBef>
              <a:spcAft>
                <a:spcPts val="0"/>
              </a:spcAft>
              <a:buClr>
                <a:srgbClr val="20538B"/>
              </a:buClr>
              <a:buSzPts val="1900"/>
              <a:buChar char="-"/>
            </a:pPr>
            <a:r>
              <a:rPr lang="en-US" sz="1900">
                <a:solidFill>
                  <a:srgbClr val="20538B"/>
                </a:solidFill>
              </a:rPr>
              <a:t>점검 준비 : 학생 A,B 강사 계정으로 로그인, A가 표식(SCANMARK-...)이 든 문의글을 작성</a:t>
            </a:r>
            <a:endParaRPr sz="1900">
              <a:solidFill>
                <a:srgbClr val="20538B"/>
              </a:solidFill>
            </a:endParaRPr>
          </a:p>
          <a:p>
            <a:pPr indent="-349250" lvl="0" marL="457200" marR="0" rtl="0" algn="l">
              <a:lnSpc>
                <a:spcPct val="155000"/>
              </a:lnSpc>
              <a:spcBef>
                <a:spcPts val="0"/>
              </a:spcBef>
              <a:spcAft>
                <a:spcPts val="0"/>
              </a:spcAft>
              <a:buClr>
                <a:srgbClr val="20538B"/>
              </a:buClr>
              <a:buSzPts val="1900"/>
              <a:buChar char="-"/>
            </a:pPr>
            <a:r>
              <a:rPr lang="en-US" sz="1900">
                <a:solidFill>
                  <a:srgbClr val="20538B"/>
                </a:solidFill>
              </a:rPr>
              <a:t>점검 3(열람) : A 본인이 열람 가능한지 대조군으로 먼저 확인한 뒤, B가 A의 문의글을 요청</a:t>
            </a:r>
            <a:endParaRPr sz="1900">
              <a:solidFill>
                <a:srgbClr val="20538B"/>
              </a:solidFill>
            </a:endParaRPr>
          </a:p>
          <a:p>
            <a:pPr indent="-349250" lvl="1" marL="914400" marR="0" rtl="0" algn="l">
              <a:lnSpc>
                <a:spcPct val="155000"/>
              </a:lnSpc>
              <a:spcBef>
                <a:spcPts val="0"/>
              </a:spcBef>
              <a:spcAft>
                <a:spcPts val="0"/>
              </a:spcAft>
              <a:buClr>
                <a:srgbClr val="20538B"/>
              </a:buClr>
              <a:buSzPts val="1900"/>
              <a:buChar char="-"/>
            </a:pPr>
            <a:r>
              <a:rPr lang="en-US" sz="1900">
                <a:solidFill>
                  <a:srgbClr val="20538B"/>
                </a:solidFill>
              </a:rPr>
              <a:t>vuln : B의 응답에 A의 표식이 보임</a:t>
            </a:r>
            <a:endParaRPr sz="1900">
              <a:solidFill>
                <a:srgbClr val="20538B"/>
              </a:solidFill>
            </a:endParaRPr>
          </a:p>
          <a:p>
            <a:pPr indent="-349250" lvl="1" marL="914400" marR="0" rtl="0" algn="l">
              <a:lnSpc>
                <a:spcPct val="155000"/>
              </a:lnSpc>
              <a:spcBef>
                <a:spcPts val="0"/>
              </a:spcBef>
              <a:spcAft>
                <a:spcPts val="0"/>
              </a:spcAft>
              <a:buClr>
                <a:srgbClr val="20538B"/>
              </a:buClr>
              <a:buSzPts val="1900"/>
              <a:buChar char="-"/>
            </a:pPr>
            <a:r>
              <a:rPr lang="en-US" sz="1900">
                <a:solidFill>
                  <a:srgbClr val="20538B"/>
                </a:solidFill>
              </a:rPr>
              <a:t>pass : 표식이 없음 </a:t>
            </a:r>
            <a:endParaRPr sz="1900">
              <a:solidFill>
                <a:srgbClr val="20538B"/>
              </a:solidFill>
            </a:endParaRPr>
          </a:p>
          <a:p>
            <a:pPr indent="-349250" lvl="0" marL="457200" marR="0" rtl="0" algn="l">
              <a:lnSpc>
                <a:spcPct val="155000"/>
              </a:lnSpc>
              <a:spcBef>
                <a:spcPts val="0"/>
              </a:spcBef>
              <a:spcAft>
                <a:spcPts val="0"/>
              </a:spcAft>
              <a:buClr>
                <a:srgbClr val="20538B"/>
              </a:buClr>
              <a:buSzPts val="1900"/>
              <a:buChar char="-"/>
            </a:pPr>
            <a:r>
              <a:rPr lang="en-US" sz="1900">
                <a:solidFill>
                  <a:srgbClr val="20538B"/>
                </a:solidFill>
              </a:rPr>
              <a:t>점검 4(댓글 작성) : B가 A의 문의글에 댓글(SCANCOMMENT-...)을 작성</a:t>
            </a:r>
            <a:endParaRPr sz="1900">
              <a:solidFill>
                <a:srgbClr val="20538B"/>
              </a:solidFill>
            </a:endParaRPr>
          </a:p>
          <a:p>
            <a:pPr indent="-349250" lvl="1" marL="914400" marR="0" rtl="0" algn="l">
              <a:lnSpc>
                <a:spcPct val="155000"/>
              </a:lnSpc>
              <a:spcBef>
                <a:spcPts val="0"/>
              </a:spcBef>
              <a:spcAft>
                <a:spcPts val="0"/>
              </a:spcAft>
              <a:buClr>
                <a:srgbClr val="20538B"/>
              </a:buClr>
              <a:buSzPts val="1900"/>
              <a:buChar char="-"/>
            </a:pPr>
            <a:r>
              <a:rPr lang="en-US" sz="1900">
                <a:solidFill>
                  <a:srgbClr val="20538B"/>
                </a:solidFill>
              </a:rPr>
              <a:t>vuln : A화면에 B의 댓글 표식이 보임  </a:t>
            </a:r>
            <a:endParaRPr sz="1900">
              <a:solidFill>
                <a:srgbClr val="20538B"/>
              </a:solidFill>
            </a:endParaRPr>
          </a:p>
          <a:p>
            <a:pPr indent="-349250" lvl="1" marL="914400" marR="0" rtl="0" algn="l">
              <a:lnSpc>
                <a:spcPct val="155000"/>
              </a:lnSpc>
              <a:spcBef>
                <a:spcPts val="0"/>
              </a:spcBef>
              <a:spcAft>
                <a:spcPts val="0"/>
              </a:spcAft>
              <a:buClr>
                <a:srgbClr val="20538B"/>
              </a:buClr>
              <a:buSzPts val="1900"/>
              <a:buChar char="-"/>
            </a:pPr>
            <a:r>
              <a:rPr lang="en-US" sz="1900">
                <a:solidFill>
                  <a:srgbClr val="20538B"/>
                </a:solidFill>
              </a:rPr>
              <a:t>pass : 표식이 없음</a:t>
            </a:r>
            <a:endParaRPr sz="1900">
              <a:solidFill>
                <a:srgbClr val="20538B"/>
              </a:solidFill>
            </a:endParaRPr>
          </a:p>
          <a:p>
            <a:pPr indent="0" lvl="0" marL="0" marR="0" rtl="0" algn="l">
              <a:lnSpc>
                <a:spcPct val="155000"/>
              </a:lnSpc>
              <a:spcBef>
                <a:spcPts val="0"/>
              </a:spcBef>
              <a:spcAft>
                <a:spcPts val="0"/>
              </a:spcAft>
              <a:buNone/>
            </a:pPr>
            <a:r>
              <a:t/>
            </a:r>
            <a:endParaRPr b="0" i="0" sz="1800" u="none" cap="none" strike="noStrike">
              <a:solidFill>
                <a:srgbClr val="94B6DA"/>
              </a:solidFill>
              <a:latin typeface="Arial"/>
              <a:ea typeface="Arial"/>
              <a:cs typeface="Arial"/>
              <a:sym typeface="Arial"/>
            </a:endParaRPr>
          </a:p>
        </p:txBody>
      </p:sp>
      <p:pic>
        <p:nvPicPr>
          <p:cNvPr id="1417" name="Google Shape;1417;h32a9095667746e33_6_542"/>
          <p:cNvPicPr preferRelativeResize="0"/>
          <p:nvPr/>
        </p:nvPicPr>
        <p:blipFill>
          <a:blip r:embed="rId5">
            <a:alphaModFix/>
          </a:blip>
          <a:stretch>
            <a:fillRect/>
          </a:stretch>
        </p:blipFill>
        <p:spPr>
          <a:xfrm>
            <a:off x="2073425" y="2820375"/>
            <a:ext cx="5690024" cy="6091151"/>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1" name="Shape 1421"/>
        <p:cNvGrpSpPr/>
        <p:nvPr/>
      </p:nvGrpSpPr>
      <p:grpSpPr>
        <a:xfrm>
          <a:off x="0" y="0"/>
          <a:ext cx="0" cy="0"/>
          <a:chOff x="0" y="0"/>
          <a:chExt cx="0" cy="0"/>
        </a:xfrm>
      </p:grpSpPr>
      <p:grpSp>
        <p:nvGrpSpPr>
          <p:cNvPr id="1422" name="Google Shape;1422;h32a9095667746e33_6_571"/>
          <p:cNvGrpSpPr/>
          <p:nvPr/>
        </p:nvGrpSpPr>
        <p:grpSpPr>
          <a:xfrm>
            <a:off x="-1081199" y="3274283"/>
            <a:ext cx="20615733" cy="7012716"/>
            <a:chOff x="-99239" y="-86"/>
            <a:chExt cx="27487644" cy="9350288"/>
          </a:xfrm>
        </p:grpSpPr>
        <p:grpSp>
          <p:nvGrpSpPr>
            <p:cNvPr id="1423" name="Google Shape;1423;h32a9095667746e33_6_571"/>
            <p:cNvGrpSpPr/>
            <p:nvPr/>
          </p:nvGrpSpPr>
          <p:grpSpPr>
            <a:xfrm rot="-5400000">
              <a:off x="11107617" y="-11206942"/>
              <a:ext cx="4770761" cy="27184472"/>
              <a:chOff x="0" y="-38100"/>
              <a:chExt cx="1831597" cy="10436700"/>
            </a:xfrm>
          </p:grpSpPr>
          <p:sp>
            <p:nvSpPr>
              <p:cNvPr id="1424" name="Google Shape;1424;h32a9095667746e33_6_571"/>
              <p:cNvSpPr/>
              <p:nvPr/>
            </p:nvSpPr>
            <p:spPr>
              <a:xfrm>
                <a:off x="0" y="0"/>
                <a:ext cx="1831597" cy="10398600"/>
              </a:xfrm>
              <a:custGeom>
                <a:rect b="b" l="l" r="r" t="t"/>
                <a:pathLst>
                  <a:path extrusionOk="0" h="10398600" w="1831597">
                    <a:moveTo>
                      <a:pt x="0" y="0"/>
                    </a:moveTo>
                    <a:lnTo>
                      <a:pt x="1831597" y="0"/>
                    </a:lnTo>
                    <a:lnTo>
                      <a:pt x="1831597" y="10398600"/>
                    </a:lnTo>
                    <a:lnTo>
                      <a:pt x="0" y="10398600"/>
                    </a:lnTo>
                    <a:close/>
                  </a:path>
                </a:pathLst>
              </a:custGeom>
              <a:solidFill>
                <a:srgbClr val="CBDDEF"/>
              </a:solidFill>
              <a:ln>
                <a:noFill/>
              </a:ln>
            </p:spPr>
          </p:sp>
          <p:sp>
            <p:nvSpPr>
              <p:cNvPr id="1425" name="Google Shape;1425;h32a9095667746e33_6_571"/>
              <p:cNvSpPr txBox="1"/>
              <p:nvPr/>
            </p:nvSpPr>
            <p:spPr>
              <a:xfrm>
                <a:off x="0" y="-38100"/>
                <a:ext cx="1831500" cy="10436700"/>
              </a:xfrm>
              <a:prstGeom prst="rect">
                <a:avLst/>
              </a:prstGeom>
              <a:noFill/>
              <a:ln>
                <a:noFill/>
              </a:ln>
            </p:spPr>
            <p:txBody>
              <a:bodyPr anchorCtr="0" anchor="ctr" bIns="27000" lIns="27000" spcFirstLastPara="1" rIns="27000" wrap="square" tIns="27000">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426" name="Google Shape;1426;h32a9095667746e33_6_571"/>
            <p:cNvGrpSpPr/>
            <p:nvPr/>
          </p:nvGrpSpPr>
          <p:grpSpPr>
            <a:xfrm rot="-5400000">
              <a:off x="11637133" y="-6401070"/>
              <a:ext cx="4579844" cy="26922700"/>
              <a:chOff x="0" y="-38100"/>
              <a:chExt cx="1758300" cy="10336200"/>
            </a:xfrm>
          </p:grpSpPr>
          <p:sp>
            <p:nvSpPr>
              <p:cNvPr id="1427" name="Google Shape;1427;h32a9095667746e33_6_571"/>
              <p:cNvSpPr/>
              <p:nvPr/>
            </p:nvSpPr>
            <p:spPr>
              <a:xfrm>
                <a:off x="0" y="0"/>
                <a:ext cx="1758210" cy="10298040"/>
              </a:xfrm>
              <a:custGeom>
                <a:rect b="b" l="l" r="r" t="t"/>
                <a:pathLst>
                  <a:path extrusionOk="0" h="10298040" w="1758210">
                    <a:moveTo>
                      <a:pt x="0" y="0"/>
                    </a:moveTo>
                    <a:lnTo>
                      <a:pt x="1758210" y="0"/>
                    </a:lnTo>
                    <a:lnTo>
                      <a:pt x="1758210" y="10298040"/>
                    </a:lnTo>
                    <a:lnTo>
                      <a:pt x="0" y="10298040"/>
                    </a:lnTo>
                    <a:close/>
                  </a:path>
                </a:pathLst>
              </a:custGeom>
              <a:solidFill>
                <a:srgbClr val="94B6DA"/>
              </a:solidFill>
              <a:ln>
                <a:noFill/>
              </a:ln>
            </p:spPr>
          </p:sp>
          <p:sp>
            <p:nvSpPr>
              <p:cNvPr id="1428" name="Google Shape;1428;h32a9095667746e33_6_571"/>
              <p:cNvSpPr txBox="1"/>
              <p:nvPr/>
            </p:nvSpPr>
            <p:spPr>
              <a:xfrm>
                <a:off x="0" y="-38100"/>
                <a:ext cx="1758300" cy="10336200"/>
              </a:xfrm>
              <a:prstGeom prst="rect">
                <a:avLst/>
              </a:prstGeom>
              <a:noFill/>
              <a:ln>
                <a:noFill/>
              </a:ln>
            </p:spPr>
            <p:txBody>
              <a:bodyPr anchorCtr="0" anchor="ctr" bIns="27000" lIns="27000" spcFirstLastPara="1" rIns="27000" wrap="square" tIns="27000">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grpSp>
        <p:nvGrpSpPr>
          <p:cNvPr id="1429" name="Google Shape;1429;h32a9095667746e33_6_571"/>
          <p:cNvGrpSpPr/>
          <p:nvPr/>
        </p:nvGrpSpPr>
        <p:grpSpPr>
          <a:xfrm>
            <a:off x="731085" y="622850"/>
            <a:ext cx="16825838" cy="9050174"/>
            <a:chOff x="0" y="-108814"/>
            <a:chExt cx="22434451" cy="12066898"/>
          </a:xfrm>
        </p:grpSpPr>
        <p:grpSp>
          <p:nvGrpSpPr>
            <p:cNvPr id="1430" name="Google Shape;1430;h32a9095667746e33_6_571"/>
            <p:cNvGrpSpPr/>
            <p:nvPr/>
          </p:nvGrpSpPr>
          <p:grpSpPr>
            <a:xfrm>
              <a:off x="26537" y="10214891"/>
              <a:ext cx="22386840" cy="1743193"/>
              <a:chOff x="0" y="-47625"/>
              <a:chExt cx="9809754" cy="763855"/>
            </a:xfrm>
          </p:grpSpPr>
          <p:sp>
            <p:nvSpPr>
              <p:cNvPr id="1431" name="Google Shape;1431;h32a9095667746e33_6_571"/>
              <p:cNvSpPr/>
              <p:nvPr/>
            </p:nvSpPr>
            <p:spPr>
              <a:xfrm>
                <a:off x="0" y="0"/>
                <a:ext cx="9809754" cy="716230"/>
              </a:xfrm>
              <a:custGeom>
                <a:rect b="b" l="l" r="r" t="t"/>
                <a:pathLst>
                  <a:path extrusionOk="0" h="716230" w="9809754">
                    <a:moveTo>
                      <a:pt x="0" y="0"/>
                    </a:moveTo>
                    <a:lnTo>
                      <a:pt x="9809754" y="0"/>
                    </a:lnTo>
                    <a:lnTo>
                      <a:pt x="9809754" y="716230"/>
                    </a:lnTo>
                    <a:lnTo>
                      <a:pt x="0" y="716230"/>
                    </a:lnTo>
                    <a:close/>
                  </a:path>
                </a:pathLst>
              </a:custGeom>
              <a:solidFill>
                <a:srgbClr val="20538B"/>
              </a:solidFill>
              <a:ln cap="sq" cmpd="sng" w="38100">
                <a:solidFill>
                  <a:srgbClr val="20538B"/>
                </a:solidFill>
                <a:prstDash val="solid"/>
                <a:miter lim="8000"/>
                <a:headEnd len="sm" w="sm" type="none"/>
                <a:tailEnd len="sm" w="sm" type="none"/>
              </a:ln>
            </p:spPr>
          </p:sp>
          <p:sp>
            <p:nvSpPr>
              <p:cNvPr id="1432" name="Google Shape;1432;h32a9095667746e33_6_571"/>
              <p:cNvSpPr txBox="1"/>
              <p:nvPr/>
            </p:nvSpPr>
            <p:spPr>
              <a:xfrm>
                <a:off x="0" y="-47625"/>
                <a:ext cx="9809700" cy="763800"/>
              </a:xfrm>
              <a:prstGeom prst="rect">
                <a:avLst/>
              </a:prstGeom>
              <a:noFill/>
              <a:ln>
                <a:noFill/>
              </a:ln>
            </p:spPr>
            <p:txBody>
              <a:bodyPr anchorCtr="0" anchor="ctr" bIns="50800" lIns="50800" spcFirstLastPara="1" rIns="50800" wrap="square" tIns="50800">
                <a:noAutofit/>
              </a:bodyPr>
              <a:lstStyle/>
              <a:p>
                <a:pPr indent="0" lvl="0" marL="0" marR="0" rtl="0" algn="ctr">
                  <a:lnSpc>
                    <a:spcPct val="175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433" name="Google Shape;1433;h32a9095667746e33_6_571"/>
            <p:cNvGrpSpPr/>
            <p:nvPr/>
          </p:nvGrpSpPr>
          <p:grpSpPr>
            <a:xfrm>
              <a:off x="0" y="-108814"/>
              <a:ext cx="22434451" cy="11946166"/>
              <a:chOff x="0" y="-47625"/>
              <a:chExt cx="9819000" cy="5228539"/>
            </a:xfrm>
          </p:grpSpPr>
          <p:sp>
            <p:nvSpPr>
              <p:cNvPr id="1434" name="Google Shape;1434;h32a9095667746e33_6_571"/>
              <p:cNvSpPr/>
              <p:nvPr/>
            </p:nvSpPr>
            <p:spPr>
              <a:xfrm>
                <a:off x="0" y="0"/>
                <a:ext cx="9818922" cy="5180914"/>
              </a:xfrm>
              <a:custGeom>
                <a:rect b="b" l="l" r="r" t="t"/>
                <a:pathLst>
                  <a:path extrusionOk="0" h="5180914" w="9818922">
                    <a:moveTo>
                      <a:pt x="0" y="0"/>
                    </a:moveTo>
                    <a:lnTo>
                      <a:pt x="9818922" y="0"/>
                    </a:lnTo>
                    <a:lnTo>
                      <a:pt x="9818922" y="5180914"/>
                    </a:lnTo>
                    <a:lnTo>
                      <a:pt x="0" y="5180914"/>
                    </a:lnTo>
                    <a:close/>
                  </a:path>
                </a:pathLst>
              </a:custGeom>
              <a:solidFill>
                <a:srgbClr val="FFFFFF"/>
              </a:solidFill>
              <a:ln cap="sq" cmpd="sng" w="38100">
                <a:solidFill>
                  <a:srgbClr val="20538B"/>
                </a:solidFill>
                <a:prstDash val="solid"/>
                <a:miter lim="8000"/>
                <a:headEnd len="sm" w="sm" type="none"/>
                <a:tailEnd len="sm" w="sm" type="none"/>
              </a:ln>
            </p:spPr>
          </p:sp>
          <p:sp>
            <p:nvSpPr>
              <p:cNvPr id="1435" name="Google Shape;1435;h32a9095667746e33_6_571"/>
              <p:cNvSpPr txBox="1"/>
              <p:nvPr/>
            </p:nvSpPr>
            <p:spPr>
              <a:xfrm>
                <a:off x="0" y="-47625"/>
                <a:ext cx="9819000" cy="5228400"/>
              </a:xfrm>
              <a:prstGeom prst="rect">
                <a:avLst/>
              </a:prstGeom>
              <a:noFill/>
              <a:ln>
                <a:noFill/>
              </a:ln>
            </p:spPr>
            <p:txBody>
              <a:bodyPr anchorCtr="0" anchor="ctr" bIns="50800" lIns="50800" spcFirstLastPara="1" rIns="50800" wrap="square" tIns="50800">
                <a:noAutofit/>
              </a:bodyPr>
              <a:lstStyle/>
              <a:p>
                <a:pPr indent="0" lvl="0" marL="0" marR="0" rtl="0" algn="ctr">
                  <a:lnSpc>
                    <a:spcPct val="175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grpSp>
        <p:nvGrpSpPr>
          <p:cNvPr id="1436" name="Google Shape;1436;h32a9095667746e33_6_571"/>
          <p:cNvGrpSpPr/>
          <p:nvPr/>
        </p:nvGrpSpPr>
        <p:grpSpPr>
          <a:xfrm>
            <a:off x="763743" y="662704"/>
            <a:ext cx="16759942" cy="1561150"/>
            <a:chOff x="0" y="-38100"/>
            <a:chExt cx="8581200" cy="799319"/>
          </a:xfrm>
        </p:grpSpPr>
        <p:sp>
          <p:nvSpPr>
            <p:cNvPr id="1437" name="Google Shape;1437;h32a9095667746e33_6_571"/>
            <p:cNvSpPr/>
            <p:nvPr/>
          </p:nvSpPr>
          <p:spPr>
            <a:xfrm>
              <a:off x="0" y="0"/>
              <a:ext cx="8581180" cy="761219"/>
            </a:xfrm>
            <a:custGeom>
              <a:rect b="b" l="l" r="r" t="t"/>
              <a:pathLst>
                <a:path extrusionOk="0" h="761219" w="8581180">
                  <a:moveTo>
                    <a:pt x="0" y="0"/>
                  </a:moveTo>
                  <a:lnTo>
                    <a:pt x="8581180" y="0"/>
                  </a:lnTo>
                  <a:lnTo>
                    <a:pt x="8581180" y="761219"/>
                  </a:lnTo>
                  <a:lnTo>
                    <a:pt x="0" y="761219"/>
                  </a:lnTo>
                  <a:close/>
                </a:path>
              </a:pathLst>
            </a:custGeom>
            <a:solidFill>
              <a:srgbClr val="EEF6FF"/>
            </a:solidFill>
            <a:ln cap="sq" cmpd="sng" w="9525">
              <a:solidFill>
                <a:srgbClr val="20538B"/>
              </a:solidFill>
              <a:prstDash val="solid"/>
              <a:miter lim="8000"/>
              <a:headEnd len="sm" w="sm" type="none"/>
              <a:tailEnd len="sm" w="sm" type="none"/>
            </a:ln>
          </p:spPr>
        </p:sp>
        <p:sp>
          <p:nvSpPr>
            <p:cNvPr id="1438" name="Google Shape;1438;h32a9095667746e33_6_571"/>
            <p:cNvSpPr txBox="1"/>
            <p:nvPr/>
          </p:nvSpPr>
          <p:spPr>
            <a:xfrm>
              <a:off x="0" y="-38100"/>
              <a:ext cx="8581200" cy="799200"/>
            </a:xfrm>
            <a:prstGeom prst="rect">
              <a:avLst/>
            </a:prstGeom>
            <a:noFill/>
            <a:ln>
              <a:noFill/>
            </a:ln>
          </p:spPr>
          <p:txBody>
            <a:bodyPr anchorCtr="0" anchor="ctr" bIns="39175" lIns="39175" spcFirstLastPara="1" rIns="39175" wrap="square" tIns="39175">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439" name="Google Shape;1439;h32a9095667746e33_6_571"/>
          <p:cNvSpPr/>
          <p:nvPr/>
        </p:nvSpPr>
        <p:spPr>
          <a:xfrm>
            <a:off x="15531691" y="160918"/>
            <a:ext cx="996214" cy="1021758"/>
          </a:xfrm>
          <a:custGeom>
            <a:rect b="b" l="l" r="r" t="t"/>
            <a:pathLst>
              <a:path extrusionOk="0" h="1021758" w="996214">
                <a:moveTo>
                  <a:pt x="0" y="0"/>
                </a:moveTo>
                <a:lnTo>
                  <a:pt x="996214" y="0"/>
                </a:lnTo>
                <a:lnTo>
                  <a:pt x="996214" y="1021758"/>
                </a:lnTo>
                <a:lnTo>
                  <a:pt x="0" y="1021758"/>
                </a:lnTo>
                <a:lnTo>
                  <a:pt x="0" y="0"/>
                </a:lnTo>
                <a:close/>
              </a:path>
            </a:pathLst>
          </a:custGeom>
          <a:blipFill rotWithShape="1">
            <a:blip r:embed="rId3">
              <a:alphaModFix/>
            </a:blip>
            <a:stretch>
              <a:fillRect b="0" l="0" r="0" t="0"/>
            </a:stretch>
          </a:blipFill>
          <a:ln>
            <a:noFill/>
          </a:ln>
        </p:spPr>
      </p:sp>
      <p:sp>
        <p:nvSpPr>
          <p:cNvPr id="1440" name="Google Shape;1440;h32a9095667746e33_6_571"/>
          <p:cNvSpPr/>
          <p:nvPr/>
        </p:nvSpPr>
        <p:spPr>
          <a:xfrm>
            <a:off x="9555748" y="3625341"/>
            <a:ext cx="272321" cy="272321"/>
          </a:xfrm>
          <a:custGeom>
            <a:rect b="b" l="l" r="r" t="t"/>
            <a:pathLst>
              <a:path extrusionOk="0" h="272321" w="272321">
                <a:moveTo>
                  <a:pt x="0" y="0"/>
                </a:moveTo>
                <a:lnTo>
                  <a:pt x="272321" y="0"/>
                </a:lnTo>
                <a:lnTo>
                  <a:pt x="272321" y="272321"/>
                </a:lnTo>
                <a:lnTo>
                  <a:pt x="0" y="272321"/>
                </a:lnTo>
                <a:lnTo>
                  <a:pt x="0" y="0"/>
                </a:lnTo>
                <a:close/>
              </a:path>
            </a:pathLst>
          </a:custGeom>
          <a:blipFill rotWithShape="1">
            <a:blip r:embed="rId4">
              <a:alphaModFix/>
            </a:blip>
            <a:stretch>
              <a:fillRect b="0" l="0" r="0" t="0"/>
            </a:stretch>
          </a:blipFill>
          <a:ln>
            <a:noFill/>
          </a:ln>
        </p:spPr>
      </p:sp>
      <p:sp>
        <p:nvSpPr>
          <p:cNvPr id="1441" name="Google Shape;1441;h32a9095667746e33_6_571"/>
          <p:cNvSpPr txBox="1"/>
          <p:nvPr/>
        </p:nvSpPr>
        <p:spPr>
          <a:xfrm>
            <a:off x="2395000" y="893150"/>
            <a:ext cx="14258700" cy="769500"/>
          </a:xfrm>
          <a:prstGeom prst="rect">
            <a:avLst/>
          </a:prstGeom>
          <a:noFill/>
          <a:ln>
            <a:noFill/>
          </a:ln>
        </p:spPr>
        <p:txBody>
          <a:bodyPr anchorCtr="0" anchor="t" bIns="0" lIns="0" spcFirstLastPara="1" rIns="0" wrap="square" tIns="0">
            <a:spAutoFit/>
          </a:bodyPr>
          <a:lstStyle/>
          <a:p>
            <a:pPr indent="0" lvl="0" marL="0" marR="0" rtl="0" algn="l">
              <a:lnSpc>
                <a:spcPct val="192000"/>
              </a:lnSpc>
              <a:spcBef>
                <a:spcPts val="0"/>
              </a:spcBef>
              <a:spcAft>
                <a:spcPts val="0"/>
              </a:spcAft>
              <a:buNone/>
            </a:pPr>
            <a:r>
              <a:rPr b="1" i="0" lang="en-US" sz="5000" u="none" cap="none" strike="noStrike">
                <a:solidFill>
                  <a:srgbClr val="20538B"/>
                </a:solidFill>
                <a:latin typeface="Arial"/>
                <a:ea typeface="Arial"/>
                <a:cs typeface="Arial"/>
                <a:sym typeface="Arial"/>
              </a:rPr>
              <a:t>취약점 분석 및 시나리오</a:t>
            </a:r>
            <a:r>
              <a:rPr b="1" lang="en-US" sz="5000">
                <a:solidFill>
                  <a:srgbClr val="20538B"/>
                </a:solidFill>
              </a:rPr>
              <a:t> </a:t>
            </a:r>
            <a:r>
              <a:rPr b="1" lang="en-US" sz="3500">
                <a:solidFill>
                  <a:srgbClr val="20538B"/>
                </a:solidFill>
              </a:rPr>
              <a:t>- 불충분한 권한 검증</a:t>
            </a:r>
            <a:endParaRPr b="1" i="0" sz="3500" u="none" cap="none" strike="noStrike">
              <a:solidFill>
                <a:srgbClr val="20538B"/>
              </a:solidFill>
              <a:latin typeface="Arial"/>
              <a:ea typeface="Arial"/>
              <a:cs typeface="Arial"/>
              <a:sym typeface="Arial"/>
            </a:endParaRPr>
          </a:p>
        </p:txBody>
      </p:sp>
      <p:sp>
        <p:nvSpPr>
          <p:cNvPr id="1442" name="Google Shape;1442;h32a9095667746e33_6_571"/>
          <p:cNvSpPr txBox="1"/>
          <p:nvPr/>
        </p:nvSpPr>
        <p:spPr>
          <a:xfrm>
            <a:off x="1437501" y="920715"/>
            <a:ext cx="834600" cy="751200"/>
          </a:xfrm>
          <a:prstGeom prst="rect">
            <a:avLst/>
          </a:prstGeom>
          <a:noFill/>
          <a:ln>
            <a:noFill/>
          </a:ln>
        </p:spPr>
        <p:txBody>
          <a:bodyPr anchorCtr="0" anchor="t" bIns="0" lIns="0" spcFirstLastPara="1" rIns="0" wrap="square" tIns="0">
            <a:spAutoFit/>
          </a:bodyPr>
          <a:lstStyle/>
          <a:p>
            <a:pPr indent="0" lvl="0" marL="0" marR="0" rtl="0" algn="l">
              <a:lnSpc>
                <a:spcPct val="192009"/>
              </a:lnSpc>
              <a:spcBef>
                <a:spcPts val="0"/>
              </a:spcBef>
              <a:spcAft>
                <a:spcPts val="0"/>
              </a:spcAft>
              <a:buNone/>
            </a:pPr>
            <a:r>
              <a:rPr b="1" i="0" lang="en-US" sz="4881" u="none" cap="none" strike="noStrike">
                <a:solidFill>
                  <a:srgbClr val="CBDDEF"/>
                </a:solidFill>
                <a:latin typeface="Arial"/>
                <a:ea typeface="Arial"/>
                <a:cs typeface="Arial"/>
                <a:sym typeface="Arial"/>
              </a:rPr>
              <a:t>0</a:t>
            </a:r>
            <a:r>
              <a:rPr b="1" lang="en-US" sz="4881">
                <a:solidFill>
                  <a:srgbClr val="CBDDEF"/>
                </a:solidFill>
              </a:rPr>
              <a:t>4</a:t>
            </a:r>
            <a:endParaRPr/>
          </a:p>
        </p:txBody>
      </p:sp>
      <p:sp>
        <p:nvSpPr>
          <p:cNvPr id="1443" name="Google Shape;1443;h32a9095667746e33_6_571"/>
          <p:cNvSpPr txBox="1"/>
          <p:nvPr/>
        </p:nvSpPr>
        <p:spPr>
          <a:xfrm>
            <a:off x="9988074" y="3545938"/>
            <a:ext cx="6140400" cy="4311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US" sz="2800">
                <a:solidFill>
                  <a:srgbClr val="20538B"/>
                </a:solidFill>
              </a:rPr>
              <a:t>점검 3,4 : 주요 함수</a:t>
            </a:r>
            <a:endParaRPr/>
          </a:p>
        </p:txBody>
      </p:sp>
      <p:sp>
        <p:nvSpPr>
          <p:cNvPr id="1444" name="Google Shape;1444;h32a9095667746e33_6_571"/>
          <p:cNvSpPr txBox="1"/>
          <p:nvPr/>
        </p:nvSpPr>
        <p:spPr>
          <a:xfrm>
            <a:off x="9988075" y="4128750"/>
            <a:ext cx="7298100" cy="3903600"/>
          </a:xfrm>
          <a:prstGeom prst="rect">
            <a:avLst/>
          </a:prstGeom>
          <a:noFill/>
          <a:ln>
            <a:noFill/>
          </a:ln>
        </p:spPr>
        <p:txBody>
          <a:bodyPr anchorCtr="0" anchor="t" bIns="0" lIns="0" spcFirstLastPara="1" rIns="0" wrap="square" tIns="0">
            <a:spAutoFit/>
          </a:bodyPr>
          <a:lstStyle/>
          <a:p>
            <a:pPr indent="-349250" lvl="0" marL="457200" marR="0" rtl="0" algn="l">
              <a:lnSpc>
                <a:spcPct val="155000"/>
              </a:lnSpc>
              <a:spcBef>
                <a:spcPts val="0"/>
              </a:spcBef>
              <a:spcAft>
                <a:spcPts val="0"/>
              </a:spcAft>
              <a:buClr>
                <a:srgbClr val="20538B"/>
              </a:buClr>
              <a:buSzPts val="1900"/>
              <a:buChar char="-"/>
            </a:pPr>
            <a:r>
              <a:rPr b="1" lang="en-US" sz="1900">
                <a:solidFill>
                  <a:srgbClr val="20538B"/>
                </a:solidFill>
              </a:rPr>
              <a:t>prepare_test_data()</a:t>
            </a:r>
            <a:endParaRPr b="1" sz="1900">
              <a:solidFill>
                <a:srgbClr val="20538B"/>
              </a:solidFill>
            </a:endParaRPr>
          </a:p>
          <a:p>
            <a:pPr indent="-349250" lvl="1" marL="914400" marR="0" rtl="0" algn="l">
              <a:lnSpc>
                <a:spcPct val="155000"/>
              </a:lnSpc>
              <a:spcBef>
                <a:spcPts val="0"/>
              </a:spcBef>
              <a:spcAft>
                <a:spcPts val="0"/>
              </a:spcAft>
              <a:buClr>
                <a:srgbClr val="20538B"/>
              </a:buClr>
              <a:buSzPts val="1900"/>
              <a:buChar char="-"/>
            </a:pPr>
            <a:r>
              <a:rPr lang="en-US" sz="1900">
                <a:solidFill>
                  <a:srgbClr val="20538B"/>
                </a:solidFill>
              </a:rPr>
              <a:t>기존계정 로그인, 표식이 든 점검용 문의글 작성</a:t>
            </a:r>
            <a:endParaRPr sz="1900">
              <a:solidFill>
                <a:srgbClr val="20538B"/>
              </a:solidFill>
            </a:endParaRPr>
          </a:p>
          <a:p>
            <a:pPr indent="-349250" lvl="0" marL="457200" marR="0" rtl="0" algn="l">
              <a:lnSpc>
                <a:spcPct val="155000"/>
              </a:lnSpc>
              <a:spcBef>
                <a:spcPts val="0"/>
              </a:spcBef>
              <a:spcAft>
                <a:spcPts val="0"/>
              </a:spcAft>
              <a:buClr>
                <a:srgbClr val="20538B"/>
              </a:buClr>
              <a:buSzPts val="1900"/>
              <a:buChar char="-"/>
            </a:pPr>
            <a:r>
              <a:rPr b="1" lang="en-US" sz="1900">
                <a:solidFill>
                  <a:srgbClr val="20538B"/>
                </a:solidFill>
              </a:rPr>
              <a:t>check_horizontal_read()</a:t>
            </a:r>
            <a:endParaRPr b="1" sz="1900">
              <a:solidFill>
                <a:srgbClr val="20538B"/>
              </a:solidFill>
            </a:endParaRPr>
          </a:p>
          <a:p>
            <a:pPr indent="-349250" lvl="1" marL="914400" marR="0" rtl="0" algn="l">
              <a:lnSpc>
                <a:spcPct val="155000"/>
              </a:lnSpc>
              <a:spcBef>
                <a:spcPts val="0"/>
              </a:spcBef>
              <a:spcAft>
                <a:spcPts val="0"/>
              </a:spcAft>
              <a:buClr>
                <a:srgbClr val="20538B"/>
              </a:buClr>
              <a:buSzPts val="1900"/>
              <a:buChar char="-"/>
            </a:pPr>
            <a:r>
              <a:rPr lang="en-US" sz="1900">
                <a:solidFill>
                  <a:srgbClr val="20538B"/>
                </a:solidFill>
              </a:rPr>
              <a:t>A 대조군 열람 -&gt; B 열람 시도 -&gt; 표식 확인</a:t>
            </a:r>
            <a:endParaRPr sz="1900">
              <a:solidFill>
                <a:srgbClr val="20538B"/>
              </a:solidFill>
            </a:endParaRPr>
          </a:p>
          <a:p>
            <a:pPr indent="-349250" lvl="0" marL="457200" rtl="0" algn="l">
              <a:lnSpc>
                <a:spcPct val="155000"/>
              </a:lnSpc>
              <a:spcBef>
                <a:spcPts val="0"/>
              </a:spcBef>
              <a:spcAft>
                <a:spcPts val="0"/>
              </a:spcAft>
              <a:buClr>
                <a:srgbClr val="20538B"/>
              </a:buClr>
              <a:buSzPts val="1900"/>
              <a:buChar char="-"/>
            </a:pPr>
            <a:r>
              <a:rPr b="1" lang="en-US" sz="1900">
                <a:solidFill>
                  <a:srgbClr val="20538B"/>
                </a:solidFill>
              </a:rPr>
              <a:t>check_horizontal_write()</a:t>
            </a:r>
            <a:endParaRPr b="1" sz="1900">
              <a:solidFill>
                <a:srgbClr val="20538B"/>
              </a:solidFill>
            </a:endParaRPr>
          </a:p>
          <a:p>
            <a:pPr indent="-349250" lvl="1" marL="914400" rtl="0" algn="l">
              <a:lnSpc>
                <a:spcPct val="155000"/>
              </a:lnSpc>
              <a:spcBef>
                <a:spcPts val="0"/>
              </a:spcBef>
              <a:spcAft>
                <a:spcPts val="0"/>
              </a:spcAft>
              <a:buClr>
                <a:srgbClr val="20538B"/>
              </a:buClr>
              <a:buSzPts val="1900"/>
              <a:buChar char="-"/>
            </a:pPr>
            <a:r>
              <a:rPr lang="en-US" sz="1900">
                <a:solidFill>
                  <a:srgbClr val="20538B"/>
                </a:solidFill>
              </a:rPr>
              <a:t>A 대조군 열람 -&gt; B 댓글 작성 -&gt; A 화면 재조회</a:t>
            </a:r>
            <a:endParaRPr sz="1900">
              <a:solidFill>
                <a:srgbClr val="20538B"/>
              </a:solidFill>
            </a:endParaRPr>
          </a:p>
          <a:p>
            <a:pPr indent="-349250" lvl="0" marL="457200" rtl="0" algn="l">
              <a:lnSpc>
                <a:spcPct val="155000"/>
              </a:lnSpc>
              <a:spcBef>
                <a:spcPts val="0"/>
              </a:spcBef>
              <a:spcAft>
                <a:spcPts val="0"/>
              </a:spcAft>
              <a:buClr>
                <a:srgbClr val="20538B"/>
              </a:buClr>
              <a:buSzPts val="1900"/>
              <a:buChar char="-"/>
            </a:pPr>
            <a:r>
              <a:rPr b="1" lang="en-US" sz="1900">
                <a:solidFill>
                  <a:srgbClr val="20538B"/>
                </a:solidFill>
              </a:rPr>
              <a:t>cleanup_test_data()</a:t>
            </a:r>
            <a:endParaRPr b="1" sz="1900">
              <a:solidFill>
                <a:srgbClr val="20538B"/>
              </a:solidFill>
            </a:endParaRPr>
          </a:p>
          <a:p>
            <a:pPr indent="-349250" lvl="1" marL="914400" rtl="0" algn="l">
              <a:lnSpc>
                <a:spcPct val="155000"/>
              </a:lnSpc>
              <a:spcBef>
                <a:spcPts val="0"/>
              </a:spcBef>
              <a:spcAft>
                <a:spcPts val="0"/>
              </a:spcAft>
              <a:buClr>
                <a:srgbClr val="20538B"/>
              </a:buClr>
              <a:buSzPts val="1900"/>
              <a:buChar char="-"/>
            </a:pPr>
            <a:r>
              <a:rPr lang="en-US" sz="1900">
                <a:solidFill>
                  <a:srgbClr val="20538B"/>
                </a:solidFill>
              </a:rPr>
              <a:t>점검 후 표식이 일치하는 점검용 글과 댓글만 삭제</a:t>
            </a:r>
            <a:endParaRPr sz="1900">
              <a:solidFill>
                <a:srgbClr val="20538B"/>
              </a:solidFill>
            </a:endParaRPr>
          </a:p>
          <a:p>
            <a:pPr indent="0" lvl="0" marL="0" marR="0" rtl="0" algn="l">
              <a:lnSpc>
                <a:spcPct val="155000"/>
              </a:lnSpc>
              <a:spcBef>
                <a:spcPts val="0"/>
              </a:spcBef>
              <a:spcAft>
                <a:spcPts val="0"/>
              </a:spcAft>
              <a:buNone/>
            </a:pPr>
            <a:r>
              <a:t/>
            </a:r>
            <a:endParaRPr b="0" i="0" sz="1800" u="none" cap="none" strike="noStrike">
              <a:solidFill>
                <a:srgbClr val="94B6DA"/>
              </a:solidFill>
              <a:latin typeface="Arial"/>
              <a:ea typeface="Arial"/>
              <a:cs typeface="Arial"/>
              <a:sym typeface="Arial"/>
            </a:endParaRPr>
          </a:p>
        </p:txBody>
      </p:sp>
      <p:pic>
        <p:nvPicPr>
          <p:cNvPr id="1445" name="Google Shape;1445;h32a9095667746e33_6_571"/>
          <p:cNvPicPr preferRelativeResize="0"/>
          <p:nvPr/>
        </p:nvPicPr>
        <p:blipFill>
          <a:blip r:embed="rId5">
            <a:alphaModFix/>
          </a:blip>
          <a:stretch>
            <a:fillRect/>
          </a:stretch>
        </p:blipFill>
        <p:spPr>
          <a:xfrm>
            <a:off x="1619725" y="2387725"/>
            <a:ext cx="6933008" cy="3414888"/>
          </a:xfrm>
          <a:prstGeom prst="rect">
            <a:avLst/>
          </a:prstGeom>
          <a:noFill/>
          <a:ln>
            <a:noFill/>
          </a:ln>
        </p:spPr>
      </p:pic>
      <p:pic>
        <p:nvPicPr>
          <p:cNvPr id="1446" name="Google Shape;1446;h32a9095667746e33_6_571"/>
          <p:cNvPicPr preferRelativeResize="0"/>
          <p:nvPr/>
        </p:nvPicPr>
        <p:blipFill>
          <a:blip r:embed="rId6">
            <a:alphaModFix/>
          </a:blip>
          <a:stretch>
            <a:fillRect/>
          </a:stretch>
        </p:blipFill>
        <p:spPr>
          <a:xfrm>
            <a:off x="1619725" y="5966500"/>
            <a:ext cx="6933002" cy="3290093"/>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0" name="Shape 1450"/>
        <p:cNvGrpSpPr/>
        <p:nvPr/>
      </p:nvGrpSpPr>
      <p:grpSpPr>
        <a:xfrm>
          <a:off x="0" y="0"/>
          <a:ext cx="0" cy="0"/>
          <a:chOff x="0" y="0"/>
          <a:chExt cx="0" cy="0"/>
        </a:xfrm>
      </p:grpSpPr>
      <p:grpSp>
        <p:nvGrpSpPr>
          <p:cNvPr id="1451" name="Google Shape;1451;h32a9095667746e33_6_601"/>
          <p:cNvGrpSpPr/>
          <p:nvPr/>
        </p:nvGrpSpPr>
        <p:grpSpPr>
          <a:xfrm>
            <a:off x="-1081199" y="3274283"/>
            <a:ext cx="20615733" cy="7012716"/>
            <a:chOff x="-99239" y="-86"/>
            <a:chExt cx="27487644" cy="9350288"/>
          </a:xfrm>
        </p:grpSpPr>
        <p:grpSp>
          <p:nvGrpSpPr>
            <p:cNvPr id="1452" name="Google Shape;1452;h32a9095667746e33_6_601"/>
            <p:cNvGrpSpPr/>
            <p:nvPr/>
          </p:nvGrpSpPr>
          <p:grpSpPr>
            <a:xfrm rot="-5400000">
              <a:off x="11107617" y="-11206942"/>
              <a:ext cx="4770761" cy="27184472"/>
              <a:chOff x="0" y="-38100"/>
              <a:chExt cx="1831597" cy="10436700"/>
            </a:xfrm>
          </p:grpSpPr>
          <p:sp>
            <p:nvSpPr>
              <p:cNvPr id="1453" name="Google Shape;1453;h32a9095667746e33_6_601"/>
              <p:cNvSpPr/>
              <p:nvPr/>
            </p:nvSpPr>
            <p:spPr>
              <a:xfrm>
                <a:off x="0" y="0"/>
                <a:ext cx="1831597" cy="10398600"/>
              </a:xfrm>
              <a:custGeom>
                <a:rect b="b" l="l" r="r" t="t"/>
                <a:pathLst>
                  <a:path extrusionOk="0" h="10398600" w="1831597">
                    <a:moveTo>
                      <a:pt x="0" y="0"/>
                    </a:moveTo>
                    <a:lnTo>
                      <a:pt x="1831597" y="0"/>
                    </a:lnTo>
                    <a:lnTo>
                      <a:pt x="1831597" y="10398600"/>
                    </a:lnTo>
                    <a:lnTo>
                      <a:pt x="0" y="10398600"/>
                    </a:lnTo>
                    <a:close/>
                  </a:path>
                </a:pathLst>
              </a:custGeom>
              <a:solidFill>
                <a:srgbClr val="CBDDEF"/>
              </a:solidFill>
              <a:ln>
                <a:noFill/>
              </a:ln>
            </p:spPr>
          </p:sp>
          <p:sp>
            <p:nvSpPr>
              <p:cNvPr id="1454" name="Google Shape;1454;h32a9095667746e33_6_601"/>
              <p:cNvSpPr txBox="1"/>
              <p:nvPr/>
            </p:nvSpPr>
            <p:spPr>
              <a:xfrm>
                <a:off x="0" y="-38100"/>
                <a:ext cx="1831500" cy="10436700"/>
              </a:xfrm>
              <a:prstGeom prst="rect">
                <a:avLst/>
              </a:prstGeom>
              <a:noFill/>
              <a:ln>
                <a:noFill/>
              </a:ln>
            </p:spPr>
            <p:txBody>
              <a:bodyPr anchorCtr="0" anchor="ctr" bIns="27000" lIns="27000" spcFirstLastPara="1" rIns="27000" wrap="square" tIns="27000">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455" name="Google Shape;1455;h32a9095667746e33_6_601"/>
            <p:cNvGrpSpPr/>
            <p:nvPr/>
          </p:nvGrpSpPr>
          <p:grpSpPr>
            <a:xfrm rot="-5400000">
              <a:off x="11637133" y="-6401070"/>
              <a:ext cx="4579844" cy="26922700"/>
              <a:chOff x="0" y="-38100"/>
              <a:chExt cx="1758300" cy="10336200"/>
            </a:xfrm>
          </p:grpSpPr>
          <p:sp>
            <p:nvSpPr>
              <p:cNvPr id="1456" name="Google Shape;1456;h32a9095667746e33_6_601"/>
              <p:cNvSpPr/>
              <p:nvPr/>
            </p:nvSpPr>
            <p:spPr>
              <a:xfrm>
                <a:off x="0" y="0"/>
                <a:ext cx="1758210" cy="10298040"/>
              </a:xfrm>
              <a:custGeom>
                <a:rect b="b" l="l" r="r" t="t"/>
                <a:pathLst>
                  <a:path extrusionOk="0" h="10298040" w="1758210">
                    <a:moveTo>
                      <a:pt x="0" y="0"/>
                    </a:moveTo>
                    <a:lnTo>
                      <a:pt x="1758210" y="0"/>
                    </a:lnTo>
                    <a:lnTo>
                      <a:pt x="1758210" y="10298040"/>
                    </a:lnTo>
                    <a:lnTo>
                      <a:pt x="0" y="10298040"/>
                    </a:lnTo>
                    <a:close/>
                  </a:path>
                </a:pathLst>
              </a:custGeom>
              <a:solidFill>
                <a:srgbClr val="94B6DA"/>
              </a:solidFill>
              <a:ln>
                <a:noFill/>
              </a:ln>
            </p:spPr>
          </p:sp>
          <p:sp>
            <p:nvSpPr>
              <p:cNvPr id="1457" name="Google Shape;1457;h32a9095667746e33_6_601"/>
              <p:cNvSpPr txBox="1"/>
              <p:nvPr/>
            </p:nvSpPr>
            <p:spPr>
              <a:xfrm>
                <a:off x="0" y="-38100"/>
                <a:ext cx="1758300" cy="10336200"/>
              </a:xfrm>
              <a:prstGeom prst="rect">
                <a:avLst/>
              </a:prstGeom>
              <a:noFill/>
              <a:ln>
                <a:noFill/>
              </a:ln>
            </p:spPr>
            <p:txBody>
              <a:bodyPr anchorCtr="0" anchor="ctr" bIns="27000" lIns="27000" spcFirstLastPara="1" rIns="27000" wrap="square" tIns="27000">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grpSp>
        <p:nvGrpSpPr>
          <p:cNvPr id="1458" name="Google Shape;1458;h32a9095667746e33_6_601"/>
          <p:cNvGrpSpPr/>
          <p:nvPr/>
        </p:nvGrpSpPr>
        <p:grpSpPr>
          <a:xfrm>
            <a:off x="731085" y="622850"/>
            <a:ext cx="16825838" cy="9050174"/>
            <a:chOff x="0" y="-108814"/>
            <a:chExt cx="22434451" cy="12066898"/>
          </a:xfrm>
        </p:grpSpPr>
        <p:grpSp>
          <p:nvGrpSpPr>
            <p:cNvPr id="1459" name="Google Shape;1459;h32a9095667746e33_6_601"/>
            <p:cNvGrpSpPr/>
            <p:nvPr/>
          </p:nvGrpSpPr>
          <p:grpSpPr>
            <a:xfrm>
              <a:off x="26537" y="10214891"/>
              <a:ext cx="22386840" cy="1743193"/>
              <a:chOff x="0" y="-47625"/>
              <a:chExt cx="9809754" cy="763855"/>
            </a:xfrm>
          </p:grpSpPr>
          <p:sp>
            <p:nvSpPr>
              <p:cNvPr id="1460" name="Google Shape;1460;h32a9095667746e33_6_601"/>
              <p:cNvSpPr/>
              <p:nvPr/>
            </p:nvSpPr>
            <p:spPr>
              <a:xfrm>
                <a:off x="0" y="0"/>
                <a:ext cx="9809754" cy="716230"/>
              </a:xfrm>
              <a:custGeom>
                <a:rect b="b" l="l" r="r" t="t"/>
                <a:pathLst>
                  <a:path extrusionOk="0" h="716230" w="9809754">
                    <a:moveTo>
                      <a:pt x="0" y="0"/>
                    </a:moveTo>
                    <a:lnTo>
                      <a:pt x="9809754" y="0"/>
                    </a:lnTo>
                    <a:lnTo>
                      <a:pt x="9809754" y="716230"/>
                    </a:lnTo>
                    <a:lnTo>
                      <a:pt x="0" y="716230"/>
                    </a:lnTo>
                    <a:close/>
                  </a:path>
                </a:pathLst>
              </a:custGeom>
              <a:solidFill>
                <a:srgbClr val="20538B"/>
              </a:solidFill>
              <a:ln cap="sq" cmpd="sng" w="38100">
                <a:solidFill>
                  <a:srgbClr val="20538B"/>
                </a:solidFill>
                <a:prstDash val="solid"/>
                <a:miter lim="8000"/>
                <a:headEnd len="sm" w="sm" type="none"/>
                <a:tailEnd len="sm" w="sm" type="none"/>
              </a:ln>
            </p:spPr>
          </p:sp>
          <p:sp>
            <p:nvSpPr>
              <p:cNvPr id="1461" name="Google Shape;1461;h32a9095667746e33_6_601"/>
              <p:cNvSpPr txBox="1"/>
              <p:nvPr/>
            </p:nvSpPr>
            <p:spPr>
              <a:xfrm>
                <a:off x="0" y="-47625"/>
                <a:ext cx="9809700" cy="763800"/>
              </a:xfrm>
              <a:prstGeom prst="rect">
                <a:avLst/>
              </a:prstGeom>
              <a:noFill/>
              <a:ln>
                <a:noFill/>
              </a:ln>
            </p:spPr>
            <p:txBody>
              <a:bodyPr anchorCtr="0" anchor="ctr" bIns="50800" lIns="50800" spcFirstLastPara="1" rIns="50800" wrap="square" tIns="50800">
                <a:noAutofit/>
              </a:bodyPr>
              <a:lstStyle/>
              <a:p>
                <a:pPr indent="0" lvl="0" marL="0" marR="0" rtl="0" algn="ctr">
                  <a:lnSpc>
                    <a:spcPct val="175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462" name="Google Shape;1462;h32a9095667746e33_6_601"/>
            <p:cNvGrpSpPr/>
            <p:nvPr/>
          </p:nvGrpSpPr>
          <p:grpSpPr>
            <a:xfrm>
              <a:off x="0" y="-108814"/>
              <a:ext cx="22434451" cy="11946166"/>
              <a:chOff x="0" y="-47625"/>
              <a:chExt cx="9819000" cy="5228539"/>
            </a:xfrm>
          </p:grpSpPr>
          <p:sp>
            <p:nvSpPr>
              <p:cNvPr id="1463" name="Google Shape;1463;h32a9095667746e33_6_601"/>
              <p:cNvSpPr/>
              <p:nvPr/>
            </p:nvSpPr>
            <p:spPr>
              <a:xfrm>
                <a:off x="0" y="0"/>
                <a:ext cx="9818922" cy="5180914"/>
              </a:xfrm>
              <a:custGeom>
                <a:rect b="b" l="l" r="r" t="t"/>
                <a:pathLst>
                  <a:path extrusionOk="0" h="5180914" w="9818922">
                    <a:moveTo>
                      <a:pt x="0" y="0"/>
                    </a:moveTo>
                    <a:lnTo>
                      <a:pt x="9818922" y="0"/>
                    </a:lnTo>
                    <a:lnTo>
                      <a:pt x="9818922" y="5180914"/>
                    </a:lnTo>
                    <a:lnTo>
                      <a:pt x="0" y="5180914"/>
                    </a:lnTo>
                    <a:close/>
                  </a:path>
                </a:pathLst>
              </a:custGeom>
              <a:solidFill>
                <a:srgbClr val="FFFFFF"/>
              </a:solidFill>
              <a:ln cap="sq" cmpd="sng" w="38100">
                <a:solidFill>
                  <a:srgbClr val="20538B"/>
                </a:solidFill>
                <a:prstDash val="solid"/>
                <a:miter lim="8000"/>
                <a:headEnd len="sm" w="sm" type="none"/>
                <a:tailEnd len="sm" w="sm" type="none"/>
              </a:ln>
            </p:spPr>
          </p:sp>
          <p:sp>
            <p:nvSpPr>
              <p:cNvPr id="1464" name="Google Shape;1464;h32a9095667746e33_6_601"/>
              <p:cNvSpPr txBox="1"/>
              <p:nvPr/>
            </p:nvSpPr>
            <p:spPr>
              <a:xfrm>
                <a:off x="0" y="-47625"/>
                <a:ext cx="9819000" cy="5228400"/>
              </a:xfrm>
              <a:prstGeom prst="rect">
                <a:avLst/>
              </a:prstGeom>
              <a:noFill/>
              <a:ln>
                <a:noFill/>
              </a:ln>
            </p:spPr>
            <p:txBody>
              <a:bodyPr anchorCtr="0" anchor="ctr" bIns="50800" lIns="50800" spcFirstLastPara="1" rIns="50800" wrap="square" tIns="50800">
                <a:noAutofit/>
              </a:bodyPr>
              <a:lstStyle/>
              <a:p>
                <a:pPr indent="0" lvl="0" marL="0" marR="0" rtl="0" algn="ctr">
                  <a:lnSpc>
                    <a:spcPct val="175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grpSp>
        <p:nvGrpSpPr>
          <p:cNvPr id="1465" name="Google Shape;1465;h32a9095667746e33_6_601"/>
          <p:cNvGrpSpPr/>
          <p:nvPr/>
        </p:nvGrpSpPr>
        <p:grpSpPr>
          <a:xfrm>
            <a:off x="763743" y="662704"/>
            <a:ext cx="16759942" cy="1561150"/>
            <a:chOff x="0" y="-38100"/>
            <a:chExt cx="8581200" cy="799319"/>
          </a:xfrm>
        </p:grpSpPr>
        <p:sp>
          <p:nvSpPr>
            <p:cNvPr id="1466" name="Google Shape;1466;h32a9095667746e33_6_601"/>
            <p:cNvSpPr/>
            <p:nvPr/>
          </p:nvSpPr>
          <p:spPr>
            <a:xfrm>
              <a:off x="0" y="0"/>
              <a:ext cx="8581180" cy="761219"/>
            </a:xfrm>
            <a:custGeom>
              <a:rect b="b" l="l" r="r" t="t"/>
              <a:pathLst>
                <a:path extrusionOk="0" h="761219" w="8581180">
                  <a:moveTo>
                    <a:pt x="0" y="0"/>
                  </a:moveTo>
                  <a:lnTo>
                    <a:pt x="8581180" y="0"/>
                  </a:lnTo>
                  <a:lnTo>
                    <a:pt x="8581180" y="761219"/>
                  </a:lnTo>
                  <a:lnTo>
                    <a:pt x="0" y="761219"/>
                  </a:lnTo>
                  <a:close/>
                </a:path>
              </a:pathLst>
            </a:custGeom>
            <a:solidFill>
              <a:srgbClr val="EEF6FF"/>
            </a:solidFill>
            <a:ln cap="sq" cmpd="sng" w="9525">
              <a:solidFill>
                <a:srgbClr val="20538B"/>
              </a:solidFill>
              <a:prstDash val="solid"/>
              <a:miter lim="8000"/>
              <a:headEnd len="sm" w="sm" type="none"/>
              <a:tailEnd len="sm" w="sm" type="none"/>
            </a:ln>
          </p:spPr>
        </p:sp>
        <p:sp>
          <p:nvSpPr>
            <p:cNvPr id="1467" name="Google Shape;1467;h32a9095667746e33_6_601"/>
            <p:cNvSpPr txBox="1"/>
            <p:nvPr/>
          </p:nvSpPr>
          <p:spPr>
            <a:xfrm>
              <a:off x="0" y="-38100"/>
              <a:ext cx="8581200" cy="799200"/>
            </a:xfrm>
            <a:prstGeom prst="rect">
              <a:avLst/>
            </a:prstGeom>
            <a:noFill/>
            <a:ln>
              <a:noFill/>
            </a:ln>
          </p:spPr>
          <p:txBody>
            <a:bodyPr anchorCtr="0" anchor="ctr" bIns="39175" lIns="39175" spcFirstLastPara="1" rIns="39175" wrap="square" tIns="39175">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468" name="Google Shape;1468;h32a9095667746e33_6_601"/>
          <p:cNvSpPr/>
          <p:nvPr/>
        </p:nvSpPr>
        <p:spPr>
          <a:xfrm>
            <a:off x="15531691" y="160918"/>
            <a:ext cx="996214" cy="1021758"/>
          </a:xfrm>
          <a:custGeom>
            <a:rect b="b" l="l" r="r" t="t"/>
            <a:pathLst>
              <a:path extrusionOk="0" h="1021758" w="996214">
                <a:moveTo>
                  <a:pt x="0" y="0"/>
                </a:moveTo>
                <a:lnTo>
                  <a:pt x="996214" y="0"/>
                </a:lnTo>
                <a:lnTo>
                  <a:pt x="996214" y="1021758"/>
                </a:lnTo>
                <a:lnTo>
                  <a:pt x="0" y="1021758"/>
                </a:lnTo>
                <a:lnTo>
                  <a:pt x="0" y="0"/>
                </a:lnTo>
                <a:close/>
              </a:path>
            </a:pathLst>
          </a:custGeom>
          <a:blipFill rotWithShape="1">
            <a:blip r:embed="rId3">
              <a:alphaModFix/>
            </a:blip>
            <a:stretch>
              <a:fillRect b="0" l="0" r="0" t="0"/>
            </a:stretch>
          </a:blipFill>
          <a:ln>
            <a:noFill/>
          </a:ln>
        </p:spPr>
      </p:sp>
      <p:sp>
        <p:nvSpPr>
          <p:cNvPr id="1469" name="Google Shape;1469;h32a9095667746e33_6_601"/>
          <p:cNvSpPr/>
          <p:nvPr/>
        </p:nvSpPr>
        <p:spPr>
          <a:xfrm>
            <a:off x="9813099" y="3508403"/>
            <a:ext cx="293426" cy="272321"/>
          </a:xfrm>
          <a:custGeom>
            <a:rect b="b" l="l" r="r" t="t"/>
            <a:pathLst>
              <a:path extrusionOk="0" h="272321" w="272321">
                <a:moveTo>
                  <a:pt x="0" y="0"/>
                </a:moveTo>
                <a:lnTo>
                  <a:pt x="272321" y="0"/>
                </a:lnTo>
                <a:lnTo>
                  <a:pt x="272321" y="272321"/>
                </a:lnTo>
                <a:lnTo>
                  <a:pt x="0" y="272321"/>
                </a:lnTo>
                <a:lnTo>
                  <a:pt x="0" y="0"/>
                </a:lnTo>
                <a:close/>
              </a:path>
            </a:pathLst>
          </a:custGeom>
          <a:blipFill rotWithShape="1">
            <a:blip r:embed="rId4">
              <a:alphaModFix/>
            </a:blip>
            <a:stretch>
              <a:fillRect b="0" l="0" r="0" t="0"/>
            </a:stretch>
          </a:blipFill>
          <a:ln>
            <a:noFill/>
          </a:ln>
        </p:spPr>
      </p:sp>
      <p:sp>
        <p:nvSpPr>
          <p:cNvPr id="1470" name="Google Shape;1470;h32a9095667746e33_6_601"/>
          <p:cNvSpPr txBox="1"/>
          <p:nvPr/>
        </p:nvSpPr>
        <p:spPr>
          <a:xfrm>
            <a:off x="2395000" y="893150"/>
            <a:ext cx="14258700" cy="769500"/>
          </a:xfrm>
          <a:prstGeom prst="rect">
            <a:avLst/>
          </a:prstGeom>
          <a:noFill/>
          <a:ln>
            <a:noFill/>
          </a:ln>
        </p:spPr>
        <p:txBody>
          <a:bodyPr anchorCtr="0" anchor="t" bIns="0" lIns="0" spcFirstLastPara="1" rIns="0" wrap="square" tIns="0">
            <a:spAutoFit/>
          </a:bodyPr>
          <a:lstStyle/>
          <a:p>
            <a:pPr indent="0" lvl="0" marL="0" marR="0" rtl="0" algn="l">
              <a:lnSpc>
                <a:spcPct val="192000"/>
              </a:lnSpc>
              <a:spcBef>
                <a:spcPts val="0"/>
              </a:spcBef>
              <a:spcAft>
                <a:spcPts val="0"/>
              </a:spcAft>
              <a:buNone/>
            </a:pPr>
            <a:r>
              <a:rPr b="1" i="0" lang="en-US" sz="5000" u="none" cap="none" strike="noStrike">
                <a:solidFill>
                  <a:srgbClr val="20538B"/>
                </a:solidFill>
                <a:latin typeface="Arial"/>
                <a:ea typeface="Arial"/>
                <a:cs typeface="Arial"/>
                <a:sym typeface="Arial"/>
              </a:rPr>
              <a:t>취약점 분석 및 시나리오</a:t>
            </a:r>
            <a:r>
              <a:rPr b="1" lang="en-US" sz="5000">
                <a:solidFill>
                  <a:srgbClr val="20538B"/>
                </a:solidFill>
              </a:rPr>
              <a:t> </a:t>
            </a:r>
            <a:r>
              <a:rPr b="1" lang="en-US" sz="3500">
                <a:solidFill>
                  <a:srgbClr val="20538B"/>
                </a:solidFill>
              </a:rPr>
              <a:t>- </a:t>
            </a:r>
            <a:r>
              <a:rPr b="1" lang="en-US" sz="3500">
                <a:solidFill>
                  <a:srgbClr val="20538B"/>
                </a:solidFill>
              </a:rPr>
              <a:t>불충분한 권한 검증</a:t>
            </a:r>
            <a:endParaRPr b="1" i="0" sz="3500" u="none" cap="none" strike="noStrike">
              <a:solidFill>
                <a:srgbClr val="20538B"/>
              </a:solidFill>
              <a:latin typeface="Arial"/>
              <a:ea typeface="Arial"/>
              <a:cs typeface="Arial"/>
              <a:sym typeface="Arial"/>
            </a:endParaRPr>
          </a:p>
        </p:txBody>
      </p:sp>
      <p:sp>
        <p:nvSpPr>
          <p:cNvPr id="1471" name="Google Shape;1471;h32a9095667746e33_6_601"/>
          <p:cNvSpPr txBox="1"/>
          <p:nvPr/>
        </p:nvSpPr>
        <p:spPr>
          <a:xfrm>
            <a:off x="1437501" y="920715"/>
            <a:ext cx="834600" cy="751200"/>
          </a:xfrm>
          <a:prstGeom prst="rect">
            <a:avLst/>
          </a:prstGeom>
          <a:noFill/>
          <a:ln>
            <a:noFill/>
          </a:ln>
        </p:spPr>
        <p:txBody>
          <a:bodyPr anchorCtr="0" anchor="t" bIns="0" lIns="0" spcFirstLastPara="1" rIns="0" wrap="square" tIns="0">
            <a:spAutoFit/>
          </a:bodyPr>
          <a:lstStyle/>
          <a:p>
            <a:pPr indent="0" lvl="0" marL="0" marR="0" rtl="0" algn="l">
              <a:lnSpc>
                <a:spcPct val="192009"/>
              </a:lnSpc>
              <a:spcBef>
                <a:spcPts val="0"/>
              </a:spcBef>
              <a:spcAft>
                <a:spcPts val="0"/>
              </a:spcAft>
              <a:buNone/>
            </a:pPr>
            <a:r>
              <a:rPr b="1" i="0" lang="en-US" sz="4881" u="none" cap="none" strike="noStrike">
                <a:solidFill>
                  <a:srgbClr val="CBDDEF"/>
                </a:solidFill>
                <a:latin typeface="Arial"/>
                <a:ea typeface="Arial"/>
                <a:cs typeface="Arial"/>
                <a:sym typeface="Arial"/>
              </a:rPr>
              <a:t>0</a:t>
            </a:r>
            <a:r>
              <a:rPr b="1" lang="en-US" sz="4881">
                <a:solidFill>
                  <a:srgbClr val="CBDDEF"/>
                </a:solidFill>
              </a:rPr>
              <a:t>4</a:t>
            </a:r>
            <a:endParaRPr/>
          </a:p>
        </p:txBody>
      </p:sp>
      <p:sp>
        <p:nvSpPr>
          <p:cNvPr id="1472" name="Google Shape;1472;h32a9095667746e33_6_601"/>
          <p:cNvSpPr txBox="1"/>
          <p:nvPr/>
        </p:nvSpPr>
        <p:spPr>
          <a:xfrm>
            <a:off x="10337095" y="3429000"/>
            <a:ext cx="6610500" cy="4311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US" sz="2800">
                <a:solidFill>
                  <a:srgbClr val="20538B"/>
                </a:solidFill>
              </a:rPr>
              <a:t>점검 결과</a:t>
            </a:r>
            <a:endParaRPr/>
          </a:p>
        </p:txBody>
      </p:sp>
      <p:sp>
        <p:nvSpPr>
          <p:cNvPr id="1473" name="Google Shape;1473;h32a9095667746e33_6_601"/>
          <p:cNvSpPr txBox="1"/>
          <p:nvPr/>
        </p:nvSpPr>
        <p:spPr>
          <a:xfrm>
            <a:off x="10107308" y="4078376"/>
            <a:ext cx="7070100" cy="2105700"/>
          </a:xfrm>
          <a:prstGeom prst="rect">
            <a:avLst/>
          </a:prstGeom>
          <a:noFill/>
          <a:ln>
            <a:noFill/>
          </a:ln>
        </p:spPr>
        <p:txBody>
          <a:bodyPr anchorCtr="0" anchor="t" bIns="0" lIns="0" spcFirstLastPara="1" rIns="0" wrap="square" tIns="0">
            <a:spAutoFit/>
          </a:bodyPr>
          <a:lstStyle/>
          <a:p>
            <a:pPr indent="-349250" lvl="0" marL="457200" marR="0" rtl="0" algn="l">
              <a:lnSpc>
                <a:spcPct val="155000"/>
              </a:lnSpc>
              <a:spcBef>
                <a:spcPts val="0"/>
              </a:spcBef>
              <a:spcAft>
                <a:spcPts val="0"/>
              </a:spcAft>
              <a:buClr>
                <a:srgbClr val="20538B"/>
              </a:buClr>
              <a:buSzPts val="1900"/>
              <a:buChar char="-"/>
            </a:pPr>
            <a:r>
              <a:rPr lang="en-US" sz="1900">
                <a:solidFill>
                  <a:srgbClr val="20538B"/>
                </a:solidFill>
              </a:rPr>
              <a:t>점검 1. 비인증 접근 : pass (모든 전용 페이지가 /login으로 이동</a:t>
            </a:r>
            <a:endParaRPr sz="1900">
              <a:solidFill>
                <a:srgbClr val="20538B"/>
              </a:solidFill>
            </a:endParaRPr>
          </a:p>
          <a:p>
            <a:pPr indent="-349250" lvl="0" marL="457200" marR="0" rtl="0" algn="l">
              <a:lnSpc>
                <a:spcPct val="155000"/>
              </a:lnSpc>
              <a:spcBef>
                <a:spcPts val="0"/>
              </a:spcBef>
              <a:spcAft>
                <a:spcPts val="0"/>
              </a:spcAft>
              <a:buClr>
                <a:srgbClr val="20538B"/>
              </a:buClr>
              <a:buSzPts val="1900"/>
              <a:buChar char="-"/>
            </a:pPr>
            <a:r>
              <a:rPr lang="en-US" sz="1900">
                <a:solidFill>
                  <a:srgbClr val="20538B"/>
                </a:solidFill>
              </a:rPr>
              <a:t>점검 2. 수직권한 상승 : pass(학생 - 강사 모두 /로 이동</a:t>
            </a:r>
            <a:endParaRPr sz="1900">
              <a:solidFill>
                <a:srgbClr val="20538B"/>
              </a:solidFill>
            </a:endParaRPr>
          </a:p>
          <a:p>
            <a:pPr indent="-349250" lvl="0" marL="457200" marR="0" rtl="0" algn="l">
              <a:lnSpc>
                <a:spcPct val="155000"/>
              </a:lnSpc>
              <a:spcBef>
                <a:spcPts val="0"/>
              </a:spcBef>
              <a:spcAft>
                <a:spcPts val="0"/>
              </a:spcAft>
              <a:buClr>
                <a:srgbClr val="20538B"/>
              </a:buClr>
              <a:buSzPts val="1900"/>
              <a:buChar char="-"/>
            </a:pPr>
            <a:r>
              <a:rPr lang="en-US" sz="1900">
                <a:solidFill>
                  <a:srgbClr val="20538B"/>
                </a:solidFill>
              </a:rPr>
              <a:t>점검 3. 타인 문의글 열람 : vulnerable( B가 A의 문의글 열람 가능)</a:t>
            </a:r>
            <a:endParaRPr sz="1900">
              <a:solidFill>
                <a:srgbClr val="20538B"/>
              </a:solidFill>
            </a:endParaRPr>
          </a:p>
          <a:p>
            <a:pPr indent="-349250" lvl="0" marL="457200" marR="0" rtl="0" algn="l">
              <a:lnSpc>
                <a:spcPct val="155000"/>
              </a:lnSpc>
              <a:spcBef>
                <a:spcPts val="0"/>
              </a:spcBef>
              <a:spcAft>
                <a:spcPts val="0"/>
              </a:spcAft>
              <a:buClr>
                <a:srgbClr val="20538B"/>
              </a:buClr>
              <a:buSzPts val="1900"/>
              <a:buChar char="-"/>
            </a:pPr>
            <a:r>
              <a:rPr lang="en-US" sz="1900">
                <a:solidFill>
                  <a:srgbClr val="20538B"/>
                </a:solidFill>
              </a:rPr>
              <a:t>점검 4. 타인 문의글 댓글 작성 :</a:t>
            </a:r>
            <a:r>
              <a:rPr lang="en-US" sz="1900">
                <a:solidFill>
                  <a:srgbClr val="20538B"/>
                </a:solidFill>
              </a:rPr>
              <a:t> vulnerable( B의 댓글이 A의 글에 표시)</a:t>
            </a:r>
            <a:endParaRPr sz="1900">
              <a:solidFill>
                <a:srgbClr val="20538B"/>
              </a:solidFill>
            </a:endParaRPr>
          </a:p>
        </p:txBody>
      </p:sp>
      <p:pic>
        <p:nvPicPr>
          <p:cNvPr id="1474" name="Google Shape;1474;h32a9095667746e33_6_601"/>
          <p:cNvPicPr preferRelativeResize="0"/>
          <p:nvPr/>
        </p:nvPicPr>
        <p:blipFill>
          <a:blip r:embed="rId5">
            <a:alphaModFix/>
          </a:blip>
          <a:stretch>
            <a:fillRect/>
          </a:stretch>
        </p:blipFill>
        <p:spPr>
          <a:xfrm>
            <a:off x="1447175" y="2327838"/>
            <a:ext cx="8085051" cy="1685728"/>
          </a:xfrm>
          <a:prstGeom prst="rect">
            <a:avLst/>
          </a:prstGeom>
          <a:noFill/>
          <a:ln>
            <a:noFill/>
          </a:ln>
        </p:spPr>
      </p:pic>
      <p:pic>
        <p:nvPicPr>
          <p:cNvPr id="1475" name="Google Shape;1475;h32a9095667746e33_6_601"/>
          <p:cNvPicPr preferRelativeResize="0"/>
          <p:nvPr/>
        </p:nvPicPr>
        <p:blipFill>
          <a:blip r:embed="rId6">
            <a:alphaModFix/>
          </a:blip>
          <a:stretch>
            <a:fillRect/>
          </a:stretch>
        </p:blipFill>
        <p:spPr>
          <a:xfrm>
            <a:off x="1437500" y="4117575"/>
            <a:ext cx="8104406" cy="1685725"/>
          </a:xfrm>
          <a:prstGeom prst="rect">
            <a:avLst/>
          </a:prstGeom>
          <a:noFill/>
          <a:ln>
            <a:noFill/>
          </a:ln>
        </p:spPr>
      </p:pic>
      <p:pic>
        <p:nvPicPr>
          <p:cNvPr id="1476" name="Google Shape;1476;h32a9095667746e33_6_601"/>
          <p:cNvPicPr preferRelativeResize="0"/>
          <p:nvPr/>
        </p:nvPicPr>
        <p:blipFill>
          <a:blip r:embed="rId7">
            <a:alphaModFix/>
          </a:blip>
          <a:stretch>
            <a:fillRect/>
          </a:stretch>
        </p:blipFill>
        <p:spPr>
          <a:xfrm>
            <a:off x="1437500" y="5907300"/>
            <a:ext cx="8085049" cy="1530771"/>
          </a:xfrm>
          <a:prstGeom prst="rect">
            <a:avLst/>
          </a:prstGeom>
          <a:noFill/>
          <a:ln>
            <a:noFill/>
          </a:ln>
        </p:spPr>
      </p:pic>
      <p:pic>
        <p:nvPicPr>
          <p:cNvPr id="1477" name="Google Shape;1477;h32a9095667746e33_6_601"/>
          <p:cNvPicPr preferRelativeResize="0"/>
          <p:nvPr/>
        </p:nvPicPr>
        <p:blipFill>
          <a:blip r:embed="rId8">
            <a:alphaModFix/>
          </a:blip>
          <a:stretch>
            <a:fillRect/>
          </a:stretch>
        </p:blipFill>
        <p:spPr>
          <a:xfrm>
            <a:off x="1437500" y="7542075"/>
            <a:ext cx="7014524" cy="1685725"/>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1" name="Shape 1481"/>
        <p:cNvGrpSpPr/>
        <p:nvPr/>
      </p:nvGrpSpPr>
      <p:grpSpPr>
        <a:xfrm>
          <a:off x="0" y="0"/>
          <a:ext cx="0" cy="0"/>
          <a:chOff x="0" y="0"/>
          <a:chExt cx="0" cy="0"/>
        </a:xfrm>
      </p:grpSpPr>
      <p:grpSp>
        <p:nvGrpSpPr>
          <p:cNvPr id="1482" name="Google Shape;1482;h32a9095667746e33_0_102"/>
          <p:cNvGrpSpPr/>
          <p:nvPr/>
        </p:nvGrpSpPr>
        <p:grpSpPr>
          <a:xfrm>
            <a:off x="-1081199" y="3274283"/>
            <a:ext cx="20615733" cy="7012716"/>
            <a:chOff x="-99239" y="-86"/>
            <a:chExt cx="27487644" cy="9350288"/>
          </a:xfrm>
        </p:grpSpPr>
        <p:grpSp>
          <p:nvGrpSpPr>
            <p:cNvPr id="1483" name="Google Shape;1483;h32a9095667746e33_0_102"/>
            <p:cNvGrpSpPr/>
            <p:nvPr/>
          </p:nvGrpSpPr>
          <p:grpSpPr>
            <a:xfrm rot="-5400000">
              <a:off x="11107617" y="-11206942"/>
              <a:ext cx="4770761" cy="27184472"/>
              <a:chOff x="0" y="-38100"/>
              <a:chExt cx="1831597" cy="10436700"/>
            </a:xfrm>
          </p:grpSpPr>
          <p:sp>
            <p:nvSpPr>
              <p:cNvPr id="1484" name="Google Shape;1484;h32a9095667746e33_0_102"/>
              <p:cNvSpPr/>
              <p:nvPr/>
            </p:nvSpPr>
            <p:spPr>
              <a:xfrm>
                <a:off x="0" y="0"/>
                <a:ext cx="1831597" cy="10398600"/>
              </a:xfrm>
              <a:custGeom>
                <a:rect b="b" l="l" r="r" t="t"/>
                <a:pathLst>
                  <a:path extrusionOk="0" h="10398600" w="1831597">
                    <a:moveTo>
                      <a:pt x="0" y="0"/>
                    </a:moveTo>
                    <a:lnTo>
                      <a:pt x="1831597" y="0"/>
                    </a:lnTo>
                    <a:lnTo>
                      <a:pt x="1831597" y="10398600"/>
                    </a:lnTo>
                    <a:lnTo>
                      <a:pt x="0" y="10398600"/>
                    </a:lnTo>
                    <a:close/>
                  </a:path>
                </a:pathLst>
              </a:custGeom>
              <a:solidFill>
                <a:srgbClr val="CBDDEF"/>
              </a:solidFill>
              <a:ln>
                <a:noFill/>
              </a:ln>
            </p:spPr>
          </p:sp>
          <p:sp>
            <p:nvSpPr>
              <p:cNvPr id="1485" name="Google Shape;1485;h32a9095667746e33_0_102"/>
              <p:cNvSpPr txBox="1"/>
              <p:nvPr/>
            </p:nvSpPr>
            <p:spPr>
              <a:xfrm>
                <a:off x="0" y="-38100"/>
                <a:ext cx="1831500" cy="10436700"/>
              </a:xfrm>
              <a:prstGeom prst="rect">
                <a:avLst/>
              </a:prstGeom>
              <a:noFill/>
              <a:ln>
                <a:noFill/>
              </a:ln>
            </p:spPr>
            <p:txBody>
              <a:bodyPr anchorCtr="0" anchor="ctr" bIns="27000" lIns="27000" spcFirstLastPara="1" rIns="27000" wrap="square" tIns="27000">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486" name="Google Shape;1486;h32a9095667746e33_0_102"/>
            <p:cNvGrpSpPr/>
            <p:nvPr/>
          </p:nvGrpSpPr>
          <p:grpSpPr>
            <a:xfrm rot="-5400000">
              <a:off x="11637133" y="-6401070"/>
              <a:ext cx="4579844" cy="26922700"/>
              <a:chOff x="0" y="-38100"/>
              <a:chExt cx="1758300" cy="10336200"/>
            </a:xfrm>
          </p:grpSpPr>
          <p:sp>
            <p:nvSpPr>
              <p:cNvPr id="1487" name="Google Shape;1487;h32a9095667746e33_0_102"/>
              <p:cNvSpPr/>
              <p:nvPr/>
            </p:nvSpPr>
            <p:spPr>
              <a:xfrm>
                <a:off x="0" y="0"/>
                <a:ext cx="1758210" cy="10298040"/>
              </a:xfrm>
              <a:custGeom>
                <a:rect b="b" l="l" r="r" t="t"/>
                <a:pathLst>
                  <a:path extrusionOk="0" h="10298040" w="1758210">
                    <a:moveTo>
                      <a:pt x="0" y="0"/>
                    </a:moveTo>
                    <a:lnTo>
                      <a:pt x="1758210" y="0"/>
                    </a:lnTo>
                    <a:lnTo>
                      <a:pt x="1758210" y="10298040"/>
                    </a:lnTo>
                    <a:lnTo>
                      <a:pt x="0" y="10298040"/>
                    </a:lnTo>
                    <a:close/>
                  </a:path>
                </a:pathLst>
              </a:custGeom>
              <a:solidFill>
                <a:srgbClr val="94B6DA"/>
              </a:solidFill>
              <a:ln>
                <a:noFill/>
              </a:ln>
            </p:spPr>
          </p:sp>
          <p:sp>
            <p:nvSpPr>
              <p:cNvPr id="1488" name="Google Shape;1488;h32a9095667746e33_0_102"/>
              <p:cNvSpPr txBox="1"/>
              <p:nvPr/>
            </p:nvSpPr>
            <p:spPr>
              <a:xfrm>
                <a:off x="0" y="-38100"/>
                <a:ext cx="1758300" cy="10336200"/>
              </a:xfrm>
              <a:prstGeom prst="rect">
                <a:avLst/>
              </a:prstGeom>
              <a:noFill/>
              <a:ln>
                <a:noFill/>
              </a:ln>
            </p:spPr>
            <p:txBody>
              <a:bodyPr anchorCtr="0" anchor="ctr" bIns="27000" lIns="27000" spcFirstLastPara="1" rIns="27000" wrap="square" tIns="27000">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grpSp>
        <p:nvGrpSpPr>
          <p:cNvPr id="1489" name="Google Shape;1489;h32a9095667746e33_0_102"/>
          <p:cNvGrpSpPr/>
          <p:nvPr/>
        </p:nvGrpSpPr>
        <p:grpSpPr>
          <a:xfrm>
            <a:off x="731085" y="622850"/>
            <a:ext cx="16825838" cy="9050174"/>
            <a:chOff x="0" y="-108814"/>
            <a:chExt cx="22434451" cy="12066898"/>
          </a:xfrm>
        </p:grpSpPr>
        <p:grpSp>
          <p:nvGrpSpPr>
            <p:cNvPr id="1490" name="Google Shape;1490;h32a9095667746e33_0_102"/>
            <p:cNvGrpSpPr/>
            <p:nvPr/>
          </p:nvGrpSpPr>
          <p:grpSpPr>
            <a:xfrm>
              <a:off x="26537" y="10214891"/>
              <a:ext cx="22386840" cy="1743193"/>
              <a:chOff x="0" y="-47625"/>
              <a:chExt cx="9809754" cy="763855"/>
            </a:xfrm>
          </p:grpSpPr>
          <p:sp>
            <p:nvSpPr>
              <p:cNvPr id="1491" name="Google Shape;1491;h32a9095667746e33_0_102"/>
              <p:cNvSpPr/>
              <p:nvPr/>
            </p:nvSpPr>
            <p:spPr>
              <a:xfrm>
                <a:off x="0" y="0"/>
                <a:ext cx="9809754" cy="716230"/>
              </a:xfrm>
              <a:custGeom>
                <a:rect b="b" l="l" r="r" t="t"/>
                <a:pathLst>
                  <a:path extrusionOk="0" h="716230" w="9809754">
                    <a:moveTo>
                      <a:pt x="0" y="0"/>
                    </a:moveTo>
                    <a:lnTo>
                      <a:pt x="9809754" y="0"/>
                    </a:lnTo>
                    <a:lnTo>
                      <a:pt x="9809754" y="716230"/>
                    </a:lnTo>
                    <a:lnTo>
                      <a:pt x="0" y="716230"/>
                    </a:lnTo>
                    <a:close/>
                  </a:path>
                </a:pathLst>
              </a:custGeom>
              <a:solidFill>
                <a:srgbClr val="20538B"/>
              </a:solidFill>
              <a:ln cap="sq" cmpd="sng" w="38100">
                <a:solidFill>
                  <a:srgbClr val="20538B"/>
                </a:solidFill>
                <a:prstDash val="solid"/>
                <a:miter lim="8000"/>
                <a:headEnd len="sm" w="sm" type="none"/>
                <a:tailEnd len="sm" w="sm" type="none"/>
              </a:ln>
            </p:spPr>
          </p:sp>
          <p:sp>
            <p:nvSpPr>
              <p:cNvPr id="1492" name="Google Shape;1492;h32a9095667746e33_0_102"/>
              <p:cNvSpPr txBox="1"/>
              <p:nvPr/>
            </p:nvSpPr>
            <p:spPr>
              <a:xfrm>
                <a:off x="0" y="-47625"/>
                <a:ext cx="9809700" cy="763800"/>
              </a:xfrm>
              <a:prstGeom prst="rect">
                <a:avLst/>
              </a:prstGeom>
              <a:noFill/>
              <a:ln>
                <a:noFill/>
              </a:ln>
            </p:spPr>
            <p:txBody>
              <a:bodyPr anchorCtr="0" anchor="ctr" bIns="50800" lIns="50800" spcFirstLastPara="1" rIns="50800" wrap="square" tIns="50800">
                <a:noAutofit/>
              </a:bodyPr>
              <a:lstStyle/>
              <a:p>
                <a:pPr indent="0" lvl="0" marL="0" marR="0" rtl="0" algn="ctr">
                  <a:lnSpc>
                    <a:spcPct val="175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493" name="Google Shape;1493;h32a9095667746e33_0_102"/>
            <p:cNvGrpSpPr/>
            <p:nvPr/>
          </p:nvGrpSpPr>
          <p:grpSpPr>
            <a:xfrm>
              <a:off x="0" y="-108814"/>
              <a:ext cx="22434451" cy="11946166"/>
              <a:chOff x="0" y="-47625"/>
              <a:chExt cx="9819000" cy="5228539"/>
            </a:xfrm>
          </p:grpSpPr>
          <p:sp>
            <p:nvSpPr>
              <p:cNvPr id="1494" name="Google Shape;1494;h32a9095667746e33_0_102"/>
              <p:cNvSpPr/>
              <p:nvPr/>
            </p:nvSpPr>
            <p:spPr>
              <a:xfrm>
                <a:off x="0" y="0"/>
                <a:ext cx="9818922" cy="5180914"/>
              </a:xfrm>
              <a:custGeom>
                <a:rect b="b" l="l" r="r" t="t"/>
                <a:pathLst>
                  <a:path extrusionOk="0" h="5180914" w="9818922">
                    <a:moveTo>
                      <a:pt x="0" y="0"/>
                    </a:moveTo>
                    <a:lnTo>
                      <a:pt x="9818922" y="0"/>
                    </a:lnTo>
                    <a:lnTo>
                      <a:pt x="9818922" y="5180914"/>
                    </a:lnTo>
                    <a:lnTo>
                      <a:pt x="0" y="5180914"/>
                    </a:lnTo>
                    <a:close/>
                  </a:path>
                </a:pathLst>
              </a:custGeom>
              <a:solidFill>
                <a:srgbClr val="FFFFFF"/>
              </a:solidFill>
              <a:ln cap="sq" cmpd="sng" w="38100">
                <a:solidFill>
                  <a:srgbClr val="20538B"/>
                </a:solidFill>
                <a:prstDash val="solid"/>
                <a:miter lim="8000"/>
                <a:headEnd len="sm" w="sm" type="none"/>
                <a:tailEnd len="sm" w="sm" type="none"/>
              </a:ln>
            </p:spPr>
          </p:sp>
          <p:sp>
            <p:nvSpPr>
              <p:cNvPr id="1495" name="Google Shape;1495;h32a9095667746e33_0_102"/>
              <p:cNvSpPr txBox="1"/>
              <p:nvPr/>
            </p:nvSpPr>
            <p:spPr>
              <a:xfrm>
                <a:off x="0" y="-47625"/>
                <a:ext cx="9819000" cy="5228400"/>
              </a:xfrm>
              <a:prstGeom prst="rect">
                <a:avLst/>
              </a:prstGeom>
              <a:noFill/>
              <a:ln>
                <a:noFill/>
              </a:ln>
            </p:spPr>
            <p:txBody>
              <a:bodyPr anchorCtr="0" anchor="ctr" bIns="50800" lIns="50800" spcFirstLastPara="1" rIns="50800" wrap="square" tIns="50800">
                <a:noAutofit/>
              </a:bodyPr>
              <a:lstStyle/>
              <a:p>
                <a:pPr indent="0" lvl="0" marL="0" marR="0" rtl="0" algn="ctr">
                  <a:lnSpc>
                    <a:spcPct val="175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grpSp>
        <p:nvGrpSpPr>
          <p:cNvPr id="1496" name="Google Shape;1496;h32a9095667746e33_0_102"/>
          <p:cNvGrpSpPr/>
          <p:nvPr/>
        </p:nvGrpSpPr>
        <p:grpSpPr>
          <a:xfrm>
            <a:off x="763743" y="662704"/>
            <a:ext cx="16759942" cy="1561150"/>
            <a:chOff x="0" y="-38100"/>
            <a:chExt cx="8581200" cy="799319"/>
          </a:xfrm>
        </p:grpSpPr>
        <p:sp>
          <p:nvSpPr>
            <p:cNvPr id="1497" name="Google Shape;1497;h32a9095667746e33_0_102"/>
            <p:cNvSpPr/>
            <p:nvPr/>
          </p:nvSpPr>
          <p:spPr>
            <a:xfrm>
              <a:off x="0" y="0"/>
              <a:ext cx="8581180" cy="761219"/>
            </a:xfrm>
            <a:custGeom>
              <a:rect b="b" l="l" r="r" t="t"/>
              <a:pathLst>
                <a:path extrusionOk="0" h="761219" w="8581180">
                  <a:moveTo>
                    <a:pt x="0" y="0"/>
                  </a:moveTo>
                  <a:lnTo>
                    <a:pt x="8581180" y="0"/>
                  </a:lnTo>
                  <a:lnTo>
                    <a:pt x="8581180" y="761219"/>
                  </a:lnTo>
                  <a:lnTo>
                    <a:pt x="0" y="761219"/>
                  </a:lnTo>
                  <a:close/>
                </a:path>
              </a:pathLst>
            </a:custGeom>
            <a:solidFill>
              <a:srgbClr val="EEF6FF"/>
            </a:solidFill>
            <a:ln cap="sq" cmpd="sng" w="9525">
              <a:solidFill>
                <a:srgbClr val="20538B"/>
              </a:solidFill>
              <a:prstDash val="solid"/>
              <a:miter lim="8000"/>
              <a:headEnd len="sm" w="sm" type="none"/>
              <a:tailEnd len="sm" w="sm" type="none"/>
            </a:ln>
          </p:spPr>
        </p:sp>
        <p:sp>
          <p:nvSpPr>
            <p:cNvPr id="1498" name="Google Shape;1498;h32a9095667746e33_0_102"/>
            <p:cNvSpPr txBox="1"/>
            <p:nvPr/>
          </p:nvSpPr>
          <p:spPr>
            <a:xfrm>
              <a:off x="0" y="-38100"/>
              <a:ext cx="8581200" cy="799200"/>
            </a:xfrm>
            <a:prstGeom prst="rect">
              <a:avLst/>
            </a:prstGeom>
            <a:noFill/>
            <a:ln>
              <a:noFill/>
            </a:ln>
          </p:spPr>
          <p:txBody>
            <a:bodyPr anchorCtr="0" anchor="ctr" bIns="39175" lIns="39175" spcFirstLastPara="1" rIns="39175" wrap="square" tIns="39175">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499" name="Google Shape;1499;h32a9095667746e33_0_102"/>
          <p:cNvSpPr/>
          <p:nvPr/>
        </p:nvSpPr>
        <p:spPr>
          <a:xfrm>
            <a:off x="15531691" y="160918"/>
            <a:ext cx="996214" cy="1021758"/>
          </a:xfrm>
          <a:custGeom>
            <a:rect b="b" l="l" r="r" t="t"/>
            <a:pathLst>
              <a:path extrusionOk="0" h="1021758" w="996214">
                <a:moveTo>
                  <a:pt x="0" y="0"/>
                </a:moveTo>
                <a:lnTo>
                  <a:pt x="996214" y="0"/>
                </a:lnTo>
                <a:lnTo>
                  <a:pt x="996214" y="1021758"/>
                </a:lnTo>
                <a:lnTo>
                  <a:pt x="0" y="1021758"/>
                </a:lnTo>
                <a:lnTo>
                  <a:pt x="0" y="0"/>
                </a:lnTo>
                <a:close/>
              </a:path>
            </a:pathLst>
          </a:custGeom>
          <a:blipFill rotWithShape="1">
            <a:blip r:embed="rId3">
              <a:alphaModFix/>
            </a:blip>
            <a:stretch>
              <a:fillRect b="0" l="0" r="0" t="0"/>
            </a:stretch>
          </a:blipFill>
          <a:ln>
            <a:noFill/>
          </a:ln>
        </p:spPr>
      </p:sp>
      <p:sp>
        <p:nvSpPr>
          <p:cNvPr id="1500" name="Google Shape;1500;h32a9095667746e33_0_102"/>
          <p:cNvSpPr/>
          <p:nvPr/>
        </p:nvSpPr>
        <p:spPr>
          <a:xfrm>
            <a:off x="9363698" y="3007766"/>
            <a:ext cx="272321" cy="272321"/>
          </a:xfrm>
          <a:custGeom>
            <a:rect b="b" l="l" r="r" t="t"/>
            <a:pathLst>
              <a:path extrusionOk="0" h="272321" w="272321">
                <a:moveTo>
                  <a:pt x="0" y="0"/>
                </a:moveTo>
                <a:lnTo>
                  <a:pt x="272321" y="0"/>
                </a:lnTo>
                <a:lnTo>
                  <a:pt x="272321" y="272321"/>
                </a:lnTo>
                <a:lnTo>
                  <a:pt x="0" y="272321"/>
                </a:lnTo>
                <a:lnTo>
                  <a:pt x="0" y="0"/>
                </a:lnTo>
                <a:close/>
              </a:path>
            </a:pathLst>
          </a:custGeom>
          <a:blipFill rotWithShape="1">
            <a:blip r:embed="rId4">
              <a:alphaModFix/>
            </a:blip>
            <a:stretch>
              <a:fillRect b="0" l="0" r="0" t="0"/>
            </a:stretch>
          </a:blipFill>
          <a:ln>
            <a:noFill/>
          </a:ln>
        </p:spPr>
      </p:sp>
      <p:sp>
        <p:nvSpPr>
          <p:cNvPr id="1501" name="Google Shape;1501;h32a9095667746e33_0_102"/>
          <p:cNvSpPr txBox="1"/>
          <p:nvPr/>
        </p:nvSpPr>
        <p:spPr>
          <a:xfrm>
            <a:off x="2395000" y="893150"/>
            <a:ext cx="11214600" cy="769500"/>
          </a:xfrm>
          <a:prstGeom prst="rect">
            <a:avLst/>
          </a:prstGeom>
          <a:noFill/>
          <a:ln>
            <a:noFill/>
          </a:ln>
        </p:spPr>
        <p:txBody>
          <a:bodyPr anchorCtr="0" anchor="t" bIns="0" lIns="0" spcFirstLastPara="1" rIns="0" wrap="square" tIns="0">
            <a:spAutoFit/>
          </a:bodyPr>
          <a:lstStyle/>
          <a:p>
            <a:pPr indent="0" lvl="0" marL="0" marR="0" rtl="0" algn="l">
              <a:lnSpc>
                <a:spcPct val="192000"/>
              </a:lnSpc>
              <a:spcBef>
                <a:spcPts val="0"/>
              </a:spcBef>
              <a:spcAft>
                <a:spcPts val="0"/>
              </a:spcAft>
              <a:buNone/>
            </a:pPr>
            <a:r>
              <a:rPr b="1" i="0" lang="en-US" sz="5000" u="none" cap="none" strike="noStrike">
                <a:solidFill>
                  <a:srgbClr val="20538B"/>
                </a:solidFill>
                <a:latin typeface="Arial"/>
                <a:ea typeface="Arial"/>
                <a:cs typeface="Arial"/>
                <a:sym typeface="Arial"/>
              </a:rPr>
              <a:t>취약점 분석 및 시나리오</a:t>
            </a:r>
            <a:r>
              <a:rPr b="1" lang="en-US" sz="5000">
                <a:solidFill>
                  <a:srgbClr val="20538B"/>
                </a:solidFill>
              </a:rPr>
              <a:t> </a:t>
            </a:r>
            <a:r>
              <a:rPr b="1" lang="en-US" sz="3500">
                <a:solidFill>
                  <a:srgbClr val="20538B"/>
                </a:solidFill>
              </a:rPr>
              <a:t>- 정보 누출</a:t>
            </a:r>
            <a:endParaRPr b="1" i="0" sz="3500" u="none" cap="none" strike="noStrike">
              <a:solidFill>
                <a:srgbClr val="20538B"/>
              </a:solidFill>
              <a:latin typeface="Arial"/>
              <a:ea typeface="Arial"/>
              <a:cs typeface="Arial"/>
              <a:sym typeface="Arial"/>
            </a:endParaRPr>
          </a:p>
        </p:txBody>
      </p:sp>
      <p:sp>
        <p:nvSpPr>
          <p:cNvPr id="1502" name="Google Shape;1502;h32a9095667746e33_0_102"/>
          <p:cNvSpPr txBox="1"/>
          <p:nvPr/>
        </p:nvSpPr>
        <p:spPr>
          <a:xfrm>
            <a:off x="1437501" y="920715"/>
            <a:ext cx="834600" cy="751200"/>
          </a:xfrm>
          <a:prstGeom prst="rect">
            <a:avLst/>
          </a:prstGeom>
          <a:noFill/>
          <a:ln>
            <a:noFill/>
          </a:ln>
        </p:spPr>
        <p:txBody>
          <a:bodyPr anchorCtr="0" anchor="t" bIns="0" lIns="0" spcFirstLastPara="1" rIns="0" wrap="square" tIns="0">
            <a:spAutoFit/>
          </a:bodyPr>
          <a:lstStyle/>
          <a:p>
            <a:pPr indent="0" lvl="0" marL="0" marR="0" rtl="0" algn="l">
              <a:lnSpc>
                <a:spcPct val="192009"/>
              </a:lnSpc>
              <a:spcBef>
                <a:spcPts val="0"/>
              </a:spcBef>
              <a:spcAft>
                <a:spcPts val="0"/>
              </a:spcAft>
              <a:buNone/>
            </a:pPr>
            <a:r>
              <a:rPr b="1" i="0" lang="en-US" sz="4881" u="none" cap="none" strike="noStrike">
                <a:solidFill>
                  <a:srgbClr val="CBDDEF"/>
                </a:solidFill>
                <a:latin typeface="Arial"/>
                <a:ea typeface="Arial"/>
                <a:cs typeface="Arial"/>
                <a:sym typeface="Arial"/>
              </a:rPr>
              <a:t>0</a:t>
            </a:r>
            <a:r>
              <a:rPr b="1" lang="en-US" sz="4881">
                <a:solidFill>
                  <a:srgbClr val="CBDDEF"/>
                </a:solidFill>
              </a:rPr>
              <a:t>4</a:t>
            </a:r>
            <a:endParaRPr/>
          </a:p>
        </p:txBody>
      </p:sp>
      <p:sp>
        <p:nvSpPr>
          <p:cNvPr id="1503" name="Google Shape;1503;h32a9095667746e33_0_102"/>
          <p:cNvSpPr txBox="1"/>
          <p:nvPr/>
        </p:nvSpPr>
        <p:spPr>
          <a:xfrm>
            <a:off x="9757649" y="2853963"/>
            <a:ext cx="6140400" cy="4311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US" sz="2800">
                <a:solidFill>
                  <a:srgbClr val="20538B"/>
                </a:solidFill>
              </a:rPr>
              <a:t>가이드 항목</a:t>
            </a:r>
            <a:endParaRPr/>
          </a:p>
        </p:txBody>
      </p:sp>
      <p:sp>
        <p:nvSpPr>
          <p:cNvPr id="1504" name="Google Shape;1504;h32a9095667746e33_0_102"/>
          <p:cNvSpPr txBox="1"/>
          <p:nvPr/>
        </p:nvSpPr>
        <p:spPr>
          <a:xfrm>
            <a:off x="9757650" y="3424765"/>
            <a:ext cx="6567300" cy="730500"/>
          </a:xfrm>
          <a:prstGeom prst="rect">
            <a:avLst/>
          </a:prstGeom>
          <a:noFill/>
          <a:ln>
            <a:noFill/>
          </a:ln>
        </p:spPr>
        <p:txBody>
          <a:bodyPr anchorCtr="0" anchor="t" bIns="0" lIns="0" spcFirstLastPara="1" rIns="0" wrap="square" tIns="0">
            <a:spAutoFit/>
          </a:bodyPr>
          <a:lstStyle/>
          <a:p>
            <a:pPr indent="0" lvl="0" marL="0" marR="0" rtl="0" algn="l">
              <a:lnSpc>
                <a:spcPct val="155000"/>
              </a:lnSpc>
              <a:spcBef>
                <a:spcPts val="0"/>
              </a:spcBef>
              <a:spcAft>
                <a:spcPts val="0"/>
              </a:spcAft>
              <a:buNone/>
            </a:pPr>
            <a:r>
              <a:rPr lang="en-US" sz="1900">
                <a:solidFill>
                  <a:srgbClr val="20538B"/>
                </a:solidFill>
              </a:rPr>
              <a:t>주요정보통신기반시설 취약점 - 정보 누출(위험도 : 상)</a:t>
            </a:r>
            <a:endParaRPr sz="1900">
              <a:solidFill>
                <a:srgbClr val="20538B"/>
              </a:solidFill>
            </a:endParaRPr>
          </a:p>
          <a:p>
            <a:pPr indent="0" lvl="0" marL="0" marR="0" rtl="0" algn="l">
              <a:lnSpc>
                <a:spcPct val="155000"/>
              </a:lnSpc>
              <a:spcBef>
                <a:spcPts val="0"/>
              </a:spcBef>
              <a:spcAft>
                <a:spcPts val="0"/>
              </a:spcAft>
              <a:buNone/>
            </a:pPr>
            <a:r>
              <a:t/>
            </a:r>
            <a:endParaRPr b="0" i="0" sz="1800" u="none" cap="none" strike="noStrike">
              <a:solidFill>
                <a:srgbClr val="94B6DA"/>
              </a:solidFill>
              <a:latin typeface="Arial"/>
              <a:ea typeface="Arial"/>
              <a:cs typeface="Arial"/>
              <a:sym typeface="Arial"/>
            </a:endParaRPr>
          </a:p>
        </p:txBody>
      </p:sp>
      <p:sp>
        <p:nvSpPr>
          <p:cNvPr id="1505" name="Google Shape;1505;h32a9095667746e33_0_102"/>
          <p:cNvSpPr/>
          <p:nvPr/>
        </p:nvSpPr>
        <p:spPr>
          <a:xfrm>
            <a:off x="9363698" y="4327691"/>
            <a:ext cx="272321" cy="272321"/>
          </a:xfrm>
          <a:custGeom>
            <a:rect b="b" l="l" r="r" t="t"/>
            <a:pathLst>
              <a:path extrusionOk="0" h="272321" w="272321">
                <a:moveTo>
                  <a:pt x="0" y="0"/>
                </a:moveTo>
                <a:lnTo>
                  <a:pt x="272321" y="0"/>
                </a:lnTo>
                <a:lnTo>
                  <a:pt x="272321" y="272321"/>
                </a:lnTo>
                <a:lnTo>
                  <a:pt x="0" y="272321"/>
                </a:lnTo>
                <a:lnTo>
                  <a:pt x="0" y="0"/>
                </a:lnTo>
                <a:close/>
              </a:path>
            </a:pathLst>
          </a:custGeom>
          <a:blipFill rotWithShape="1">
            <a:blip r:embed="rId4">
              <a:alphaModFix/>
            </a:blip>
            <a:stretch>
              <a:fillRect b="0" l="0" r="0" t="0"/>
            </a:stretch>
          </a:blipFill>
          <a:ln>
            <a:noFill/>
          </a:ln>
        </p:spPr>
      </p:sp>
      <p:sp>
        <p:nvSpPr>
          <p:cNvPr id="1506" name="Google Shape;1506;h32a9095667746e33_0_102"/>
          <p:cNvSpPr txBox="1"/>
          <p:nvPr/>
        </p:nvSpPr>
        <p:spPr>
          <a:xfrm>
            <a:off x="9757649" y="4221188"/>
            <a:ext cx="6140400" cy="4311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US" sz="2800">
                <a:solidFill>
                  <a:srgbClr val="20538B"/>
                </a:solidFill>
              </a:rPr>
              <a:t>판단 기준</a:t>
            </a:r>
            <a:endParaRPr/>
          </a:p>
        </p:txBody>
      </p:sp>
      <p:sp>
        <p:nvSpPr>
          <p:cNvPr id="1507" name="Google Shape;1507;h32a9095667746e33_0_102"/>
          <p:cNvSpPr txBox="1"/>
          <p:nvPr/>
        </p:nvSpPr>
        <p:spPr>
          <a:xfrm>
            <a:off x="9757650" y="4801975"/>
            <a:ext cx="7331400" cy="3903600"/>
          </a:xfrm>
          <a:prstGeom prst="rect">
            <a:avLst/>
          </a:prstGeom>
          <a:noFill/>
          <a:ln>
            <a:noFill/>
          </a:ln>
        </p:spPr>
        <p:txBody>
          <a:bodyPr anchorCtr="0" anchor="t" bIns="0" lIns="0" spcFirstLastPara="1" rIns="0" wrap="square" tIns="0">
            <a:spAutoFit/>
          </a:bodyPr>
          <a:lstStyle/>
          <a:p>
            <a:pPr indent="-349250" lvl="0" marL="457200" marR="0" rtl="0" algn="l">
              <a:lnSpc>
                <a:spcPct val="155000"/>
              </a:lnSpc>
              <a:spcBef>
                <a:spcPts val="0"/>
              </a:spcBef>
              <a:spcAft>
                <a:spcPts val="0"/>
              </a:spcAft>
              <a:buClr>
                <a:srgbClr val="20538B"/>
              </a:buClr>
              <a:buSzPts val="1900"/>
              <a:buChar char="-"/>
            </a:pPr>
            <a:r>
              <a:rPr b="1" lang="en-US" sz="1900">
                <a:solidFill>
                  <a:srgbClr val="20538B"/>
                </a:solidFill>
              </a:rPr>
              <a:t>취약</a:t>
            </a:r>
            <a:endParaRPr sz="1900">
              <a:solidFill>
                <a:srgbClr val="20538B"/>
              </a:solidFill>
            </a:endParaRPr>
          </a:p>
          <a:p>
            <a:pPr indent="0" lvl="0" marL="457200" marR="0" rtl="0" algn="l">
              <a:lnSpc>
                <a:spcPct val="155000"/>
              </a:lnSpc>
              <a:spcBef>
                <a:spcPts val="0"/>
              </a:spcBef>
              <a:spcAft>
                <a:spcPts val="0"/>
              </a:spcAft>
              <a:buNone/>
            </a:pPr>
            <a:r>
              <a:rPr lang="en-US" sz="1900">
                <a:solidFill>
                  <a:srgbClr val="20538B"/>
                </a:solidFill>
              </a:rPr>
              <a:t>중요 정보가 평문으로 노출되거나, 서비스 운영 및 서버 사이드의 구조를 파악할 수 있는 과도한 정보가 노출되는 경우</a:t>
            </a:r>
            <a:endParaRPr sz="1900">
              <a:solidFill>
                <a:srgbClr val="20538B"/>
              </a:solidFill>
            </a:endParaRPr>
          </a:p>
          <a:p>
            <a:pPr indent="-349250" lvl="0" marL="457200" marR="0" rtl="0" algn="l">
              <a:lnSpc>
                <a:spcPct val="155000"/>
              </a:lnSpc>
              <a:spcBef>
                <a:spcPts val="0"/>
              </a:spcBef>
              <a:spcAft>
                <a:spcPts val="0"/>
              </a:spcAft>
              <a:buClr>
                <a:srgbClr val="20538B"/>
              </a:buClr>
              <a:buSzPts val="1900"/>
              <a:buChar char="-"/>
            </a:pPr>
            <a:r>
              <a:rPr b="1" lang="en-US" sz="1900">
                <a:solidFill>
                  <a:srgbClr val="20538B"/>
                </a:solidFill>
              </a:rPr>
              <a:t>양호</a:t>
            </a:r>
            <a:endParaRPr sz="1900">
              <a:solidFill>
                <a:srgbClr val="20538B"/>
              </a:solidFill>
            </a:endParaRPr>
          </a:p>
          <a:p>
            <a:pPr indent="0" lvl="0" marL="457200" marR="0" rtl="0" algn="l">
              <a:lnSpc>
                <a:spcPct val="155000"/>
              </a:lnSpc>
              <a:spcBef>
                <a:spcPts val="0"/>
              </a:spcBef>
              <a:spcAft>
                <a:spcPts val="0"/>
              </a:spcAft>
              <a:buNone/>
            </a:pPr>
            <a:r>
              <a:rPr lang="en-US" sz="1900">
                <a:solidFill>
                  <a:srgbClr val="20538B"/>
                </a:solidFill>
              </a:rPr>
              <a:t>중요 정보가 마스킹 처리되어 있으며, 서비스 운영 및 서버 사이드의 구조를 파악할 수 있는 불필요한 정보가 노출되지 않는 경우</a:t>
            </a:r>
            <a:endParaRPr sz="1900">
              <a:solidFill>
                <a:srgbClr val="20538B"/>
              </a:solidFill>
            </a:endParaRPr>
          </a:p>
          <a:p>
            <a:pPr indent="0" lvl="0" marL="0" marR="0" rtl="0" algn="l">
              <a:lnSpc>
                <a:spcPct val="155000"/>
              </a:lnSpc>
              <a:spcBef>
                <a:spcPts val="0"/>
              </a:spcBef>
              <a:spcAft>
                <a:spcPts val="0"/>
              </a:spcAft>
              <a:buNone/>
            </a:pPr>
            <a:r>
              <a:rPr lang="en-US" sz="1900">
                <a:solidFill>
                  <a:srgbClr val="20538B"/>
                </a:solidFill>
              </a:rPr>
              <a:t>※ </a:t>
            </a:r>
            <a:r>
              <a:rPr b="1" lang="en-US" sz="1900">
                <a:solidFill>
                  <a:srgbClr val="20538B"/>
                </a:solidFill>
              </a:rPr>
              <a:t>중요 정보</a:t>
            </a:r>
            <a:r>
              <a:rPr lang="en-US" sz="1900">
                <a:solidFill>
                  <a:srgbClr val="20538B"/>
                </a:solidFill>
              </a:rPr>
              <a:t> : 고유식별번호(주민등록번호), 비밀번호, 신용정보 등</a:t>
            </a:r>
            <a:endParaRPr sz="1900">
              <a:solidFill>
                <a:srgbClr val="20538B"/>
              </a:solidFill>
            </a:endParaRPr>
          </a:p>
          <a:p>
            <a:pPr indent="0" lvl="0" marL="0" marR="0" rtl="0" algn="l">
              <a:lnSpc>
                <a:spcPct val="155000"/>
              </a:lnSpc>
              <a:spcBef>
                <a:spcPts val="0"/>
              </a:spcBef>
              <a:spcAft>
                <a:spcPts val="0"/>
              </a:spcAft>
              <a:buNone/>
            </a:pPr>
            <a:r>
              <a:t/>
            </a:r>
            <a:endParaRPr b="0" i="0" sz="1800" u="none" cap="none" strike="noStrike">
              <a:solidFill>
                <a:srgbClr val="94B6DA"/>
              </a:solidFill>
              <a:latin typeface="Arial"/>
              <a:ea typeface="Arial"/>
              <a:cs typeface="Arial"/>
              <a:sym typeface="Arial"/>
            </a:endParaRPr>
          </a:p>
        </p:txBody>
      </p:sp>
      <p:pic>
        <p:nvPicPr>
          <p:cNvPr id="1508" name="Google Shape;1508;h32a9095667746e33_0_102"/>
          <p:cNvPicPr preferRelativeResize="0"/>
          <p:nvPr/>
        </p:nvPicPr>
        <p:blipFill>
          <a:blip r:embed="rId5">
            <a:alphaModFix/>
          </a:blip>
          <a:stretch>
            <a:fillRect/>
          </a:stretch>
        </p:blipFill>
        <p:spPr>
          <a:xfrm>
            <a:off x="1844140" y="3285075"/>
            <a:ext cx="6949724" cy="4744000"/>
          </a:xfrm>
          <a:prstGeom prst="rect">
            <a:avLst/>
          </a:prstGeom>
          <a:noFill/>
          <a:ln>
            <a:noFill/>
          </a:ln>
        </p:spPr>
      </p:pic>
      <p:sp>
        <p:nvSpPr>
          <p:cNvPr id="1509" name="Google Shape;1509;h32a9095667746e33_0_102"/>
          <p:cNvSpPr/>
          <p:nvPr/>
        </p:nvSpPr>
        <p:spPr>
          <a:xfrm>
            <a:off x="1826200" y="3183275"/>
            <a:ext cx="7154100" cy="4845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20538B"/>
              </a:solidFill>
              <a:latin typeface="Calibri"/>
              <a:ea typeface="Calibri"/>
              <a:cs typeface="Calibri"/>
              <a:sym typeface="Calibri"/>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3" name="Shape 1513"/>
        <p:cNvGrpSpPr/>
        <p:nvPr/>
      </p:nvGrpSpPr>
      <p:grpSpPr>
        <a:xfrm>
          <a:off x="0" y="0"/>
          <a:ext cx="0" cy="0"/>
          <a:chOff x="0" y="0"/>
          <a:chExt cx="0" cy="0"/>
        </a:xfrm>
      </p:grpSpPr>
      <p:grpSp>
        <p:nvGrpSpPr>
          <p:cNvPr id="1514" name="Google Shape;1514;h32a9095667746e33_4_130"/>
          <p:cNvGrpSpPr/>
          <p:nvPr/>
        </p:nvGrpSpPr>
        <p:grpSpPr>
          <a:xfrm>
            <a:off x="-1081199" y="3274283"/>
            <a:ext cx="20615733" cy="7012716"/>
            <a:chOff x="-99239" y="-86"/>
            <a:chExt cx="27487644" cy="9350288"/>
          </a:xfrm>
        </p:grpSpPr>
        <p:grpSp>
          <p:nvGrpSpPr>
            <p:cNvPr id="1515" name="Google Shape;1515;h32a9095667746e33_4_130"/>
            <p:cNvGrpSpPr/>
            <p:nvPr/>
          </p:nvGrpSpPr>
          <p:grpSpPr>
            <a:xfrm rot="-5400000">
              <a:off x="11107617" y="-11206942"/>
              <a:ext cx="4770761" cy="27184472"/>
              <a:chOff x="0" y="-38100"/>
              <a:chExt cx="1831597" cy="10436700"/>
            </a:xfrm>
          </p:grpSpPr>
          <p:sp>
            <p:nvSpPr>
              <p:cNvPr id="1516" name="Google Shape;1516;h32a9095667746e33_4_130"/>
              <p:cNvSpPr/>
              <p:nvPr/>
            </p:nvSpPr>
            <p:spPr>
              <a:xfrm>
                <a:off x="0" y="0"/>
                <a:ext cx="1831597" cy="10398600"/>
              </a:xfrm>
              <a:custGeom>
                <a:rect b="b" l="l" r="r" t="t"/>
                <a:pathLst>
                  <a:path extrusionOk="0" h="10398600" w="1831597">
                    <a:moveTo>
                      <a:pt x="0" y="0"/>
                    </a:moveTo>
                    <a:lnTo>
                      <a:pt x="1831597" y="0"/>
                    </a:lnTo>
                    <a:lnTo>
                      <a:pt x="1831597" y="10398600"/>
                    </a:lnTo>
                    <a:lnTo>
                      <a:pt x="0" y="10398600"/>
                    </a:lnTo>
                    <a:close/>
                  </a:path>
                </a:pathLst>
              </a:custGeom>
              <a:solidFill>
                <a:srgbClr val="CBDDEF"/>
              </a:solidFill>
              <a:ln>
                <a:noFill/>
              </a:ln>
            </p:spPr>
          </p:sp>
          <p:sp>
            <p:nvSpPr>
              <p:cNvPr id="1517" name="Google Shape;1517;h32a9095667746e33_4_130"/>
              <p:cNvSpPr txBox="1"/>
              <p:nvPr/>
            </p:nvSpPr>
            <p:spPr>
              <a:xfrm>
                <a:off x="0" y="-38100"/>
                <a:ext cx="1831500" cy="10436700"/>
              </a:xfrm>
              <a:prstGeom prst="rect">
                <a:avLst/>
              </a:prstGeom>
              <a:noFill/>
              <a:ln>
                <a:noFill/>
              </a:ln>
            </p:spPr>
            <p:txBody>
              <a:bodyPr anchorCtr="0" anchor="ctr" bIns="27000" lIns="27000" spcFirstLastPara="1" rIns="27000" wrap="square" tIns="27000">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518" name="Google Shape;1518;h32a9095667746e33_4_130"/>
            <p:cNvGrpSpPr/>
            <p:nvPr/>
          </p:nvGrpSpPr>
          <p:grpSpPr>
            <a:xfrm rot="-5400000">
              <a:off x="11637133" y="-6401070"/>
              <a:ext cx="4579844" cy="26922700"/>
              <a:chOff x="0" y="-38100"/>
              <a:chExt cx="1758300" cy="10336200"/>
            </a:xfrm>
          </p:grpSpPr>
          <p:sp>
            <p:nvSpPr>
              <p:cNvPr id="1519" name="Google Shape;1519;h32a9095667746e33_4_130"/>
              <p:cNvSpPr/>
              <p:nvPr/>
            </p:nvSpPr>
            <p:spPr>
              <a:xfrm>
                <a:off x="0" y="0"/>
                <a:ext cx="1758210" cy="10298040"/>
              </a:xfrm>
              <a:custGeom>
                <a:rect b="b" l="l" r="r" t="t"/>
                <a:pathLst>
                  <a:path extrusionOk="0" h="10298040" w="1758210">
                    <a:moveTo>
                      <a:pt x="0" y="0"/>
                    </a:moveTo>
                    <a:lnTo>
                      <a:pt x="1758210" y="0"/>
                    </a:lnTo>
                    <a:lnTo>
                      <a:pt x="1758210" y="10298040"/>
                    </a:lnTo>
                    <a:lnTo>
                      <a:pt x="0" y="10298040"/>
                    </a:lnTo>
                    <a:close/>
                  </a:path>
                </a:pathLst>
              </a:custGeom>
              <a:solidFill>
                <a:srgbClr val="94B6DA"/>
              </a:solidFill>
              <a:ln>
                <a:noFill/>
              </a:ln>
            </p:spPr>
          </p:sp>
          <p:sp>
            <p:nvSpPr>
              <p:cNvPr id="1520" name="Google Shape;1520;h32a9095667746e33_4_130"/>
              <p:cNvSpPr txBox="1"/>
              <p:nvPr/>
            </p:nvSpPr>
            <p:spPr>
              <a:xfrm>
                <a:off x="0" y="-38100"/>
                <a:ext cx="1758300" cy="10336200"/>
              </a:xfrm>
              <a:prstGeom prst="rect">
                <a:avLst/>
              </a:prstGeom>
              <a:noFill/>
              <a:ln>
                <a:noFill/>
              </a:ln>
            </p:spPr>
            <p:txBody>
              <a:bodyPr anchorCtr="0" anchor="ctr" bIns="27000" lIns="27000" spcFirstLastPara="1" rIns="27000" wrap="square" tIns="27000">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grpSp>
        <p:nvGrpSpPr>
          <p:cNvPr id="1521" name="Google Shape;1521;h32a9095667746e33_4_130"/>
          <p:cNvGrpSpPr/>
          <p:nvPr/>
        </p:nvGrpSpPr>
        <p:grpSpPr>
          <a:xfrm>
            <a:off x="731085" y="622850"/>
            <a:ext cx="16825838" cy="9050174"/>
            <a:chOff x="0" y="-108814"/>
            <a:chExt cx="22434451" cy="12066898"/>
          </a:xfrm>
        </p:grpSpPr>
        <p:grpSp>
          <p:nvGrpSpPr>
            <p:cNvPr id="1522" name="Google Shape;1522;h32a9095667746e33_4_130"/>
            <p:cNvGrpSpPr/>
            <p:nvPr/>
          </p:nvGrpSpPr>
          <p:grpSpPr>
            <a:xfrm>
              <a:off x="26537" y="10214891"/>
              <a:ext cx="22386840" cy="1743193"/>
              <a:chOff x="0" y="-47625"/>
              <a:chExt cx="9809754" cy="763855"/>
            </a:xfrm>
          </p:grpSpPr>
          <p:sp>
            <p:nvSpPr>
              <p:cNvPr id="1523" name="Google Shape;1523;h32a9095667746e33_4_130"/>
              <p:cNvSpPr/>
              <p:nvPr/>
            </p:nvSpPr>
            <p:spPr>
              <a:xfrm>
                <a:off x="0" y="0"/>
                <a:ext cx="9809754" cy="716230"/>
              </a:xfrm>
              <a:custGeom>
                <a:rect b="b" l="l" r="r" t="t"/>
                <a:pathLst>
                  <a:path extrusionOk="0" h="716230" w="9809754">
                    <a:moveTo>
                      <a:pt x="0" y="0"/>
                    </a:moveTo>
                    <a:lnTo>
                      <a:pt x="9809754" y="0"/>
                    </a:lnTo>
                    <a:lnTo>
                      <a:pt x="9809754" y="716230"/>
                    </a:lnTo>
                    <a:lnTo>
                      <a:pt x="0" y="716230"/>
                    </a:lnTo>
                    <a:close/>
                  </a:path>
                </a:pathLst>
              </a:custGeom>
              <a:solidFill>
                <a:srgbClr val="20538B"/>
              </a:solidFill>
              <a:ln cap="sq" cmpd="sng" w="38100">
                <a:solidFill>
                  <a:srgbClr val="20538B"/>
                </a:solidFill>
                <a:prstDash val="solid"/>
                <a:miter lim="8000"/>
                <a:headEnd len="sm" w="sm" type="none"/>
                <a:tailEnd len="sm" w="sm" type="none"/>
              </a:ln>
            </p:spPr>
          </p:sp>
          <p:sp>
            <p:nvSpPr>
              <p:cNvPr id="1524" name="Google Shape;1524;h32a9095667746e33_4_130"/>
              <p:cNvSpPr txBox="1"/>
              <p:nvPr/>
            </p:nvSpPr>
            <p:spPr>
              <a:xfrm>
                <a:off x="0" y="-47625"/>
                <a:ext cx="9809700" cy="763800"/>
              </a:xfrm>
              <a:prstGeom prst="rect">
                <a:avLst/>
              </a:prstGeom>
              <a:noFill/>
              <a:ln>
                <a:noFill/>
              </a:ln>
            </p:spPr>
            <p:txBody>
              <a:bodyPr anchorCtr="0" anchor="ctr" bIns="50800" lIns="50800" spcFirstLastPara="1" rIns="50800" wrap="square" tIns="50800">
                <a:noAutofit/>
              </a:bodyPr>
              <a:lstStyle/>
              <a:p>
                <a:pPr indent="0" lvl="0" marL="0" marR="0" rtl="0" algn="ctr">
                  <a:lnSpc>
                    <a:spcPct val="175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525" name="Google Shape;1525;h32a9095667746e33_4_130"/>
            <p:cNvGrpSpPr/>
            <p:nvPr/>
          </p:nvGrpSpPr>
          <p:grpSpPr>
            <a:xfrm>
              <a:off x="0" y="-108814"/>
              <a:ext cx="22434451" cy="11946166"/>
              <a:chOff x="0" y="-47625"/>
              <a:chExt cx="9819000" cy="5228539"/>
            </a:xfrm>
          </p:grpSpPr>
          <p:sp>
            <p:nvSpPr>
              <p:cNvPr id="1526" name="Google Shape;1526;h32a9095667746e33_4_130"/>
              <p:cNvSpPr/>
              <p:nvPr/>
            </p:nvSpPr>
            <p:spPr>
              <a:xfrm>
                <a:off x="0" y="0"/>
                <a:ext cx="9818922" cy="5180914"/>
              </a:xfrm>
              <a:custGeom>
                <a:rect b="b" l="l" r="r" t="t"/>
                <a:pathLst>
                  <a:path extrusionOk="0" h="5180914" w="9818922">
                    <a:moveTo>
                      <a:pt x="0" y="0"/>
                    </a:moveTo>
                    <a:lnTo>
                      <a:pt x="9818922" y="0"/>
                    </a:lnTo>
                    <a:lnTo>
                      <a:pt x="9818922" y="5180914"/>
                    </a:lnTo>
                    <a:lnTo>
                      <a:pt x="0" y="5180914"/>
                    </a:lnTo>
                    <a:close/>
                  </a:path>
                </a:pathLst>
              </a:custGeom>
              <a:solidFill>
                <a:srgbClr val="FFFFFF"/>
              </a:solidFill>
              <a:ln cap="sq" cmpd="sng" w="38100">
                <a:solidFill>
                  <a:srgbClr val="20538B"/>
                </a:solidFill>
                <a:prstDash val="solid"/>
                <a:miter lim="8000"/>
                <a:headEnd len="sm" w="sm" type="none"/>
                <a:tailEnd len="sm" w="sm" type="none"/>
              </a:ln>
            </p:spPr>
          </p:sp>
          <p:sp>
            <p:nvSpPr>
              <p:cNvPr id="1527" name="Google Shape;1527;h32a9095667746e33_4_130"/>
              <p:cNvSpPr txBox="1"/>
              <p:nvPr/>
            </p:nvSpPr>
            <p:spPr>
              <a:xfrm>
                <a:off x="0" y="-47625"/>
                <a:ext cx="9819000" cy="5228400"/>
              </a:xfrm>
              <a:prstGeom prst="rect">
                <a:avLst/>
              </a:prstGeom>
              <a:noFill/>
              <a:ln>
                <a:noFill/>
              </a:ln>
            </p:spPr>
            <p:txBody>
              <a:bodyPr anchorCtr="0" anchor="ctr" bIns="50800" lIns="50800" spcFirstLastPara="1" rIns="50800" wrap="square" tIns="50800">
                <a:noAutofit/>
              </a:bodyPr>
              <a:lstStyle/>
              <a:p>
                <a:pPr indent="0" lvl="0" marL="0" marR="0" rtl="0" algn="ctr">
                  <a:lnSpc>
                    <a:spcPct val="175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grpSp>
        <p:nvGrpSpPr>
          <p:cNvPr id="1528" name="Google Shape;1528;h32a9095667746e33_4_130"/>
          <p:cNvGrpSpPr/>
          <p:nvPr/>
        </p:nvGrpSpPr>
        <p:grpSpPr>
          <a:xfrm>
            <a:off x="763743" y="662704"/>
            <a:ext cx="16759942" cy="1561150"/>
            <a:chOff x="0" y="-38100"/>
            <a:chExt cx="8581200" cy="799319"/>
          </a:xfrm>
        </p:grpSpPr>
        <p:sp>
          <p:nvSpPr>
            <p:cNvPr id="1529" name="Google Shape;1529;h32a9095667746e33_4_130"/>
            <p:cNvSpPr/>
            <p:nvPr/>
          </p:nvSpPr>
          <p:spPr>
            <a:xfrm>
              <a:off x="0" y="0"/>
              <a:ext cx="8581180" cy="761219"/>
            </a:xfrm>
            <a:custGeom>
              <a:rect b="b" l="l" r="r" t="t"/>
              <a:pathLst>
                <a:path extrusionOk="0" h="761219" w="8581180">
                  <a:moveTo>
                    <a:pt x="0" y="0"/>
                  </a:moveTo>
                  <a:lnTo>
                    <a:pt x="8581180" y="0"/>
                  </a:lnTo>
                  <a:lnTo>
                    <a:pt x="8581180" y="761219"/>
                  </a:lnTo>
                  <a:lnTo>
                    <a:pt x="0" y="761219"/>
                  </a:lnTo>
                  <a:close/>
                </a:path>
              </a:pathLst>
            </a:custGeom>
            <a:solidFill>
              <a:srgbClr val="EEF6FF"/>
            </a:solidFill>
            <a:ln cap="sq" cmpd="sng" w="9525">
              <a:solidFill>
                <a:srgbClr val="20538B"/>
              </a:solidFill>
              <a:prstDash val="solid"/>
              <a:miter lim="8000"/>
              <a:headEnd len="sm" w="sm" type="none"/>
              <a:tailEnd len="sm" w="sm" type="none"/>
            </a:ln>
          </p:spPr>
        </p:sp>
        <p:sp>
          <p:nvSpPr>
            <p:cNvPr id="1530" name="Google Shape;1530;h32a9095667746e33_4_130"/>
            <p:cNvSpPr txBox="1"/>
            <p:nvPr/>
          </p:nvSpPr>
          <p:spPr>
            <a:xfrm>
              <a:off x="0" y="-38100"/>
              <a:ext cx="8581200" cy="799200"/>
            </a:xfrm>
            <a:prstGeom prst="rect">
              <a:avLst/>
            </a:prstGeom>
            <a:noFill/>
            <a:ln>
              <a:noFill/>
            </a:ln>
          </p:spPr>
          <p:txBody>
            <a:bodyPr anchorCtr="0" anchor="ctr" bIns="39175" lIns="39175" spcFirstLastPara="1" rIns="39175" wrap="square" tIns="39175">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531" name="Google Shape;1531;h32a9095667746e33_4_130"/>
          <p:cNvSpPr/>
          <p:nvPr/>
        </p:nvSpPr>
        <p:spPr>
          <a:xfrm>
            <a:off x="15531691" y="160918"/>
            <a:ext cx="996214" cy="1021758"/>
          </a:xfrm>
          <a:custGeom>
            <a:rect b="b" l="l" r="r" t="t"/>
            <a:pathLst>
              <a:path extrusionOk="0" h="1021758" w="996214">
                <a:moveTo>
                  <a:pt x="0" y="0"/>
                </a:moveTo>
                <a:lnTo>
                  <a:pt x="996214" y="0"/>
                </a:lnTo>
                <a:lnTo>
                  <a:pt x="996214" y="1021758"/>
                </a:lnTo>
                <a:lnTo>
                  <a:pt x="0" y="1021758"/>
                </a:lnTo>
                <a:lnTo>
                  <a:pt x="0" y="0"/>
                </a:lnTo>
                <a:close/>
              </a:path>
            </a:pathLst>
          </a:custGeom>
          <a:blipFill rotWithShape="1">
            <a:blip r:embed="rId3">
              <a:alphaModFix/>
            </a:blip>
            <a:stretch>
              <a:fillRect b="0" l="0" r="0" t="0"/>
            </a:stretch>
          </a:blipFill>
          <a:ln>
            <a:noFill/>
          </a:ln>
        </p:spPr>
      </p:sp>
      <p:sp>
        <p:nvSpPr>
          <p:cNvPr id="1532" name="Google Shape;1532;h32a9095667746e33_4_130"/>
          <p:cNvSpPr/>
          <p:nvPr/>
        </p:nvSpPr>
        <p:spPr>
          <a:xfrm>
            <a:off x="2122673" y="3156691"/>
            <a:ext cx="272321" cy="272321"/>
          </a:xfrm>
          <a:custGeom>
            <a:rect b="b" l="l" r="r" t="t"/>
            <a:pathLst>
              <a:path extrusionOk="0" h="272321" w="272321">
                <a:moveTo>
                  <a:pt x="0" y="0"/>
                </a:moveTo>
                <a:lnTo>
                  <a:pt x="272321" y="0"/>
                </a:lnTo>
                <a:lnTo>
                  <a:pt x="272321" y="272321"/>
                </a:lnTo>
                <a:lnTo>
                  <a:pt x="0" y="272321"/>
                </a:lnTo>
                <a:lnTo>
                  <a:pt x="0" y="0"/>
                </a:lnTo>
                <a:close/>
              </a:path>
            </a:pathLst>
          </a:custGeom>
          <a:blipFill rotWithShape="1">
            <a:blip r:embed="rId4">
              <a:alphaModFix/>
            </a:blip>
            <a:stretch>
              <a:fillRect b="0" l="0" r="0" t="0"/>
            </a:stretch>
          </a:blipFill>
          <a:ln>
            <a:noFill/>
          </a:ln>
        </p:spPr>
      </p:sp>
      <p:sp>
        <p:nvSpPr>
          <p:cNvPr id="1533" name="Google Shape;1533;h32a9095667746e33_4_130"/>
          <p:cNvSpPr txBox="1"/>
          <p:nvPr/>
        </p:nvSpPr>
        <p:spPr>
          <a:xfrm>
            <a:off x="2395000" y="893150"/>
            <a:ext cx="11214600" cy="769500"/>
          </a:xfrm>
          <a:prstGeom prst="rect">
            <a:avLst/>
          </a:prstGeom>
          <a:noFill/>
          <a:ln>
            <a:noFill/>
          </a:ln>
        </p:spPr>
        <p:txBody>
          <a:bodyPr anchorCtr="0" anchor="t" bIns="0" lIns="0" spcFirstLastPara="1" rIns="0" wrap="square" tIns="0">
            <a:spAutoFit/>
          </a:bodyPr>
          <a:lstStyle/>
          <a:p>
            <a:pPr indent="0" lvl="0" marL="0" marR="0" rtl="0" algn="l">
              <a:lnSpc>
                <a:spcPct val="192000"/>
              </a:lnSpc>
              <a:spcBef>
                <a:spcPts val="0"/>
              </a:spcBef>
              <a:spcAft>
                <a:spcPts val="0"/>
              </a:spcAft>
              <a:buNone/>
            </a:pPr>
            <a:r>
              <a:rPr b="1" i="0" lang="en-US" sz="5000" u="none" cap="none" strike="noStrike">
                <a:solidFill>
                  <a:srgbClr val="20538B"/>
                </a:solidFill>
                <a:latin typeface="Arial"/>
                <a:ea typeface="Arial"/>
                <a:cs typeface="Arial"/>
                <a:sym typeface="Arial"/>
              </a:rPr>
              <a:t>취약점 분석 및 시나리오</a:t>
            </a:r>
            <a:r>
              <a:rPr b="1" lang="en-US" sz="5000">
                <a:solidFill>
                  <a:srgbClr val="20538B"/>
                </a:solidFill>
              </a:rPr>
              <a:t> </a:t>
            </a:r>
            <a:r>
              <a:rPr b="1" lang="en-US" sz="3500">
                <a:solidFill>
                  <a:srgbClr val="20538B"/>
                </a:solidFill>
              </a:rPr>
              <a:t>- 정보 누출(cont’d)</a:t>
            </a:r>
            <a:endParaRPr b="1" i="0" sz="3500" u="none" cap="none" strike="noStrike">
              <a:solidFill>
                <a:srgbClr val="20538B"/>
              </a:solidFill>
              <a:latin typeface="Arial"/>
              <a:ea typeface="Arial"/>
              <a:cs typeface="Arial"/>
              <a:sym typeface="Arial"/>
            </a:endParaRPr>
          </a:p>
        </p:txBody>
      </p:sp>
      <p:sp>
        <p:nvSpPr>
          <p:cNvPr id="1534" name="Google Shape;1534;h32a9095667746e33_4_130"/>
          <p:cNvSpPr txBox="1"/>
          <p:nvPr/>
        </p:nvSpPr>
        <p:spPr>
          <a:xfrm>
            <a:off x="1437501" y="920715"/>
            <a:ext cx="834600" cy="751200"/>
          </a:xfrm>
          <a:prstGeom prst="rect">
            <a:avLst/>
          </a:prstGeom>
          <a:noFill/>
          <a:ln>
            <a:noFill/>
          </a:ln>
        </p:spPr>
        <p:txBody>
          <a:bodyPr anchorCtr="0" anchor="t" bIns="0" lIns="0" spcFirstLastPara="1" rIns="0" wrap="square" tIns="0">
            <a:spAutoFit/>
          </a:bodyPr>
          <a:lstStyle/>
          <a:p>
            <a:pPr indent="0" lvl="0" marL="0" marR="0" rtl="0" algn="l">
              <a:lnSpc>
                <a:spcPct val="192009"/>
              </a:lnSpc>
              <a:spcBef>
                <a:spcPts val="0"/>
              </a:spcBef>
              <a:spcAft>
                <a:spcPts val="0"/>
              </a:spcAft>
              <a:buNone/>
            </a:pPr>
            <a:r>
              <a:rPr b="1" i="0" lang="en-US" sz="4881" u="none" cap="none" strike="noStrike">
                <a:solidFill>
                  <a:srgbClr val="CBDDEF"/>
                </a:solidFill>
                <a:latin typeface="Arial"/>
                <a:ea typeface="Arial"/>
                <a:cs typeface="Arial"/>
                <a:sym typeface="Arial"/>
              </a:rPr>
              <a:t>0</a:t>
            </a:r>
            <a:r>
              <a:rPr b="1" lang="en-US" sz="4881">
                <a:solidFill>
                  <a:srgbClr val="CBDDEF"/>
                </a:solidFill>
              </a:rPr>
              <a:t>4</a:t>
            </a:r>
            <a:endParaRPr/>
          </a:p>
        </p:txBody>
      </p:sp>
      <p:sp>
        <p:nvSpPr>
          <p:cNvPr id="1535" name="Google Shape;1535;h32a9095667746e33_4_130"/>
          <p:cNvSpPr txBox="1"/>
          <p:nvPr/>
        </p:nvSpPr>
        <p:spPr>
          <a:xfrm>
            <a:off x="2486399" y="3077288"/>
            <a:ext cx="6140400" cy="4311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US" sz="2800">
                <a:solidFill>
                  <a:srgbClr val="20538B"/>
                </a:solidFill>
              </a:rPr>
              <a:t>수동진단 절차 및 한계점</a:t>
            </a:r>
            <a:endParaRPr/>
          </a:p>
        </p:txBody>
      </p:sp>
      <p:sp>
        <p:nvSpPr>
          <p:cNvPr id="1536" name="Google Shape;1536;h32a9095667746e33_4_130"/>
          <p:cNvSpPr txBox="1"/>
          <p:nvPr/>
        </p:nvSpPr>
        <p:spPr>
          <a:xfrm>
            <a:off x="2395000" y="3776590"/>
            <a:ext cx="6567300" cy="4189800"/>
          </a:xfrm>
          <a:prstGeom prst="rect">
            <a:avLst/>
          </a:prstGeom>
          <a:noFill/>
          <a:ln>
            <a:noFill/>
          </a:ln>
        </p:spPr>
        <p:txBody>
          <a:bodyPr anchorCtr="0" anchor="t" bIns="0" lIns="0" spcFirstLastPara="1" rIns="0" wrap="square" tIns="0">
            <a:spAutoFit/>
          </a:bodyPr>
          <a:lstStyle/>
          <a:p>
            <a:pPr indent="0" lvl="0" marL="0" marR="0" rtl="0" algn="l">
              <a:lnSpc>
                <a:spcPct val="155000"/>
              </a:lnSpc>
              <a:spcBef>
                <a:spcPts val="0"/>
              </a:spcBef>
              <a:spcAft>
                <a:spcPts val="0"/>
              </a:spcAft>
              <a:buNone/>
            </a:pPr>
            <a:r>
              <a:rPr b="1" lang="en-US" sz="2500">
                <a:solidFill>
                  <a:srgbClr val="20538B"/>
                </a:solidFill>
              </a:rPr>
              <a:t>수동 진단 절차</a:t>
            </a:r>
            <a:endParaRPr b="1" sz="2500">
              <a:solidFill>
                <a:srgbClr val="20538B"/>
              </a:solidFill>
            </a:endParaRPr>
          </a:p>
          <a:p>
            <a:pPr indent="-349250" lvl="0" marL="457200" marR="0" rtl="0" algn="l">
              <a:lnSpc>
                <a:spcPct val="155000"/>
              </a:lnSpc>
              <a:spcBef>
                <a:spcPts val="0"/>
              </a:spcBef>
              <a:spcAft>
                <a:spcPts val="0"/>
              </a:spcAft>
              <a:buClr>
                <a:srgbClr val="20538B"/>
              </a:buClr>
              <a:buSzPts val="1900"/>
              <a:buChar char="-"/>
            </a:pPr>
            <a:r>
              <a:rPr lang="en-US" sz="1900">
                <a:solidFill>
                  <a:srgbClr val="20538B"/>
                </a:solidFill>
              </a:rPr>
              <a:t>확인 가능한 모든 페이지의 html 소스코드 확인</a:t>
            </a:r>
            <a:endParaRPr sz="1900">
              <a:solidFill>
                <a:srgbClr val="20538B"/>
              </a:solidFill>
            </a:endParaRPr>
          </a:p>
          <a:p>
            <a:pPr indent="-349250" lvl="0" marL="457200" marR="0" rtl="0" algn="l">
              <a:lnSpc>
                <a:spcPct val="155000"/>
              </a:lnSpc>
              <a:spcBef>
                <a:spcPts val="0"/>
              </a:spcBef>
              <a:spcAft>
                <a:spcPts val="0"/>
              </a:spcAft>
              <a:buClr>
                <a:srgbClr val="20538B"/>
              </a:buClr>
              <a:buSzPts val="1900"/>
              <a:buChar char="-"/>
            </a:pPr>
            <a:r>
              <a:rPr lang="en-US" sz="1900">
                <a:solidFill>
                  <a:srgbClr val="20538B"/>
                </a:solidFill>
              </a:rPr>
              <a:t>로그인 후 개인정보 확인 페이지 접근</a:t>
            </a:r>
            <a:endParaRPr sz="1900">
              <a:solidFill>
                <a:srgbClr val="20538B"/>
              </a:solidFill>
            </a:endParaRPr>
          </a:p>
          <a:p>
            <a:pPr indent="-349250" lvl="0" marL="457200" marR="0" rtl="0" algn="l">
              <a:lnSpc>
                <a:spcPct val="155000"/>
              </a:lnSpc>
              <a:spcBef>
                <a:spcPts val="0"/>
              </a:spcBef>
              <a:spcAft>
                <a:spcPts val="0"/>
              </a:spcAft>
              <a:buClr>
                <a:srgbClr val="20538B"/>
              </a:buClr>
              <a:buSzPts val="1900"/>
              <a:buChar char="-"/>
            </a:pPr>
            <a:r>
              <a:rPr lang="en-US" sz="1900">
                <a:solidFill>
                  <a:srgbClr val="20538B"/>
                </a:solidFill>
              </a:rPr>
              <a:t>각 페이지에서 진단 기준에 따른 중요 정보 누출 확인</a:t>
            </a:r>
            <a:endParaRPr sz="1900">
              <a:solidFill>
                <a:srgbClr val="20538B"/>
              </a:solidFill>
            </a:endParaRPr>
          </a:p>
          <a:p>
            <a:pPr indent="0" lvl="0" marL="0" marR="0" rtl="0" algn="l">
              <a:lnSpc>
                <a:spcPct val="155000"/>
              </a:lnSpc>
              <a:spcBef>
                <a:spcPts val="0"/>
              </a:spcBef>
              <a:spcAft>
                <a:spcPts val="0"/>
              </a:spcAft>
              <a:buNone/>
            </a:pPr>
            <a:r>
              <a:t/>
            </a:r>
            <a:endParaRPr sz="1900">
              <a:solidFill>
                <a:srgbClr val="20538B"/>
              </a:solidFill>
            </a:endParaRPr>
          </a:p>
          <a:p>
            <a:pPr indent="0" lvl="0" marL="0" marR="0" rtl="0" algn="l">
              <a:lnSpc>
                <a:spcPct val="155000"/>
              </a:lnSpc>
              <a:spcBef>
                <a:spcPts val="0"/>
              </a:spcBef>
              <a:spcAft>
                <a:spcPts val="0"/>
              </a:spcAft>
              <a:buNone/>
            </a:pPr>
            <a:r>
              <a:rPr b="1" lang="en-US" sz="2500">
                <a:solidFill>
                  <a:srgbClr val="20538B"/>
                </a:solidFill>
              </a:rPr>
              <a:t>한계점</a:t>
            </a:r>
            <a:endParaRPr b="1" sz="2500">
              <a:solidFill>
                <a:srgbClr val="20538B"/>
              </a:solidFill>
            </a:endParaRPr>
          </a:p>
          <a:p>
            <a:pPr indent="-349250" lvl="0" marL="457200" marR="0" rtl="0" algn="l">
              <a:lnSpc>
                <a:spcPct val="155000"/>
              </a:lnSpc>
              <a:spcBef>
                <a:spcPts val="0"/>
              </a:spcBef>
              <a:spcAft>
                <a:spcPts val="0"/>
              </a:spcAft>
              <a:buClr>
                <a:srgbClr val="20538B"/>
              </a:buClr>
              <a:buSzPts val="1900"/>
              <a:buChar char="-"/>
            </a:pPr>
            <a:r>
              <a:rPr lang="en-US" sz="1900">
                <a:solidFill>
                  <a:srgbClr val="20538B"/>
                </a:solidFill>
              </a:rPr>
              <a:t>html 소스코드 확인의 번거로움</a:t>
            </a:r>
            <a:endParaRPr sz="1900">
              <a:solidFill>
                <a:srgbClr val="20538B"/>
              </a:solidFill>
            </a:endParaRPr>
          </a:p>
          <a:p>
            <a:pPr indent="-349250" lvl="0" marL="457200" marR="0" rtl="0" algn="l">
              <a:lnSpc>
                <a:spcPct val="155000"/>
              </a:lnSpc>
              <a:spcBef>
                <a:spcPts val="0"/>
              </a:spcBef>
              <a:spcAft>
                <a:spcPts val="0"/>
              </a:spcAft>
              <a:buClr>
                <a:srgbClr val="20538B"/>
              </a:buClr>
              <a:buSzPts val="1900"/>
              <a:buChar char="-"/>
            </a:pPr>
            <a:r>
              <a:rPr lang="en-US" sz="1900">
                <a:solidFill>
                  <a:srgbClr val="20538B"/>
                </a:solidFill>
              </a:rPr>
              <a:t>진단 기준에 대한 해석이 진단자 별로 상이할 수 있음</a:t>
            </a:r>
            <a:endParaRPr sz="1900">
              <a:solidFill>
                <a:srgbClr val="20538B"/>
              </a:solidFill>
            </a:endParaRPr>
          </a:p>
          <a:p>
            <a:pPr indent="0" lvl="0" marL="0" marR="0" rtl="0" algn="l">
              <a:lnSpc>
                <a:spcPct val="155000"/>
              </a:lnSpc>
              <a:spcBef>
                <a:spcPts val="0"/>
              </a:spcBef>
              <a:spcAft>
                <a:spcPts val="0"/>
              </a:spcAft>
              <a:buNone/>
            </a:pPr>
            <a:r>
              <a:t/>
            </a:r>
            <a:endParaRPr b="0" i="0" sz="1800" u="none" cap="none" strike="noStrike">
              <a:solidFill>
                <a:srgbClr val="94B6DA"/>
              </a:solidFill>
              <a:latin typeface="Arial"/>
              <a:ea typeface="Arial"/>
              <a:cs typeface="Arial"/>
              <a:sym typeface="Arial"/>
            </a:endParaRPr>
          </a:p>
        </p:txBody>
      </p:sp>
      <p:sp>
        <p:nvSpPr>
          <p:cNvPr id="1537" name="Google Shape;1537;h32a9095667746e33_4_130"/>
          <p:cNvSpPr/>
          <p:nvPr/>
        </p:nvSpPr>
        <p:spPr>
          <a:xfrm>
            <a:off x="9363698" y="3156691"/>
            <a:ext cx="272321" cy="272321"/>
          </a:xfrm>
          <a:custGeom>
            <a:rect b="b" l="l" r="r" t="t"/>
            <a:pathLst>
              <a:path extrusionOk="0" h="272321" w="272321">
                <a:moveTo>
                  <a:pt x="0" y="0"/>
                </a:moveTo>
                <a:lnTo>
                  <a:pt x="272321" y="0"/>
                </a:lnTo>
                <a:lnTo>
                  <a:pt x="272321" y="272321"/>
                </a:lnTo>
                <a:lnTo>
                  <a:pt x="0" y="272321"/>
                </a:lnTo>
                <a:lnTo>
                  <a:pt x="0" y="0"/>
                </a:lnTo>
                <a:close/>
              </a:path>
            </a:pathLst>
          </a:custGeom>
          <a:blipFill rotWithShape="1">
            <a:blip r:embed="rId4">
              <a:alphaModFix/>
            </a:blip>
            <a:stretch>
              <a:fillRect b="0" l="0" r="0" t="0"/>
            </a:stretch>
          </a:blipFill>
          <a:ln>
            <a:noFill/>
          </a:ln>
        </p:spPr>
      </p:sp>
      <p:sp>
        <p:nvSpPr>
          <p:cNvPr id="1538" name="Google Shape;1538;h32a9095667746e33_4_130"/>
          <p:cNvSpPr txBox="1"/>
          <p:nvPr/>
        </p:nvSpPr>
        <p:spPr>
          <a:xfrm>
            <a:off x="9757649" y="3077301"/>
            <a:ext cx="6140400" cy="4311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US" sz="2800">
                <a:solidFill>
                  <a:srgbClr val="20538B"/>
                </a:solidFill>
              </a:rPr>
              <a:t>자동 진단 파이프라인</a:t>
            </a:r>
            <a:endParaRPr/>
          </a:p>
        </p:txBody>
      </p:sp>
      <p:sp>
        <p:nvSpPr>
          <p:cNvPr id="1539" name="Google Shape;1539;h32a9095667746e33_4_130"/>
          <p:cNvSpPr txBox="1"/>
          <p:nvPr/>
        </p:nvSpPr>
        <p:spPr>
          <a:xfrm>
            <a:off x="9636025" y="3776600"/>
            <a:ext cx="7331400" cy="730500"/>
          </a:xfrm>
          <a:prstGeom prst="rect">
            <a:avLst/>
          </a:prstGeom>
          <a:noFill/>
          <a:ln>
            <a:noFill/>
          </a:ln>
        </p:spPr>
        <p:txBody>
          <a:bodyPr anchorCtr="0" anchor="t" bIns="0" lIns="0" spcFirstLastPara="1" rIns="0" wrap="square" tIns="0">
            <a:spAutoFit/>
          </a:bodyPr>
          <a:lstStyle/>
          <a:p>
            <a:pPr indent="0" lvl="0" marL="0" marR="0" rtl="0" algn="l">
              <a:lnSpc>
                <a:spcPct val="155000"/>
              </a:lnSpc>
              <a:spcBef>
                <a:spcPts val="0"/>
              </a:spcBef>
              <a:spcAft>
                <a:spcPts val="0"/>
              </a:spcAft>
              <a:buNone/>
            </a:pPr>
            <a:r>
              <a:t/>
            </a:r>
            <a:endParaRPr sz="1900">
              <a:solidFill>
                <a:srgbClr val="20538B"/>
              </a:solidFill>
            </a:endParaRPr>
          </a:p>
          <a:p>
            <a:pPr indent="0" lvl="0" marL="0" marR="0" rtl="0" algn="l">
              <a:lnSpc>
                <a:spcPct val="155000"/>
              </a:lnSpc>
              <a:spcBef>
                <a:spcPts val="0"/>
              </a:spcBef>
              <a:spcAft>
                <a:spcPts val="0"/>
              </a:spcAft>
              <a:buNone/>
            </a:pPr>
            <a:r>
              <a:t/>
            </a:r>
            <a:endParaRPr b="0" i="0" sz="1800" u="none" cap="none" strike="noStrike">
              <a:solidFill>
                <a:srgbClr val="94B6DA"/>
              </a:solidFill>
              <a:latin typeface="Arial"/>
              <a:ea typeface="Arial"/>
              <a:cs typeface="Arial"/>
              <a:sym typeface="Arial"/>
            </a:endParaRPr>
          </a:p>
        </p:txBody>
      </p:sp>
      <p:pic>
        <p:nvPicPr>
          <p:cNvPr id="1540" name="Google Shape;1540;h32a9095667746e33_4_130"/>
          <p:cNvPicPr preferRelativeResize="0"/>
          <p:nvPr/>
        </p:nvPicPr>
        <p:blipFill>
          <a:blip r:embed="rId5">
            <a:alphaModFix/>
          </a:blip>
          <a:stretch>
            <a:fillRect/>
          </a:stretch>
        </p:blipFill>
        <p:spPr>
          <a:xfrm>
            <a:off x="9757650" y="3644500"/>
            <a:ext cx="6140399" cy="5091351"/>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4" name="Shape 1544"/>
        <p:cNvGrpSpPr/>
        <p:nvPr/>
      </p:nvGrpSpPr>
      <p:grpSpPr>
        <a:xfrm>
          <a:off x="0" y="0"/>
          <a:ext cx="0" cy="0"/>
          <a:chOff x="0" y="0"/>
          <a:chExt cx="0" cy="0"/>
        </a:xfrm>
      </p:grpSpPr>
      <p:grpSp>
        <p:nvGrpSpPr>
          <p:cNvPr id="1545" name="Google Shape;1545;h32a9095667746e33_4_5"/>
          <p:cNvGrpSpPr/>
          <p:nvPr/>
        </p:nvGrpSpPr>
        <p:grpSpPr>
          <a:xfrm>
            <a:off x="-1081199" y="3274283"/>
            <a:ext cx="20615733" cy="7012716"/>
            <a:chOff x="-99239" y="-86"/>
            <a:chExt cx="27487644" cy="9350288"/>
          </a:xfrm>
        </p:grpSpPr>
        <p:grpSp>
          <p:nvGrpSpPr>
            <p:cNvPr id="1546" name="Google Shape;1546;h32a9095667746e33_4_5"/>
            <p:cNvGrpSpPr/>
            <p:nvPr/>
          </p:nvGrpSpPr>
          <p:grpSpPr>
            <a:xfrm rot="-5400000">
              <a:off x="11107617" y="-11206942"/>
              <a:ext cx="4770761" cy="27184472"/>
              <a:chOff x="0" y="-38100"/>
              <a:chExt cx="1831597" cy="10436700"/>
            </a:xfrm>
          </p:grpSpPr>
          <p:sp>
            <p:nvSpPr>
              <p:cNvPr id="1547" name="Google Shape;1547;h32a9095667746e33_4_5"/>
              <p:cNvSpPr/>
              <p:nvPr/>
            </p:nvSpPr>
            <p:spPr>
              <a:xfrm>
                <a:off x="0" y="0"/>
                <a:ext cx="1831597" cy="10398600"/>
              </a:xfrm>
              <a:custGeom>
                <a:rect b="b" l="l" r="r" t="t"/>
                <a:pathLst>
                  <a:path extrusionOk="0" h="10398600" w="1831597">
                    <a:moveTo>
                      <a:pt x="0" y="0"/>
                    </a:moveTo>
                    <a:lnTo>
                      <a:pt x="1831597" y="0"/>
                    </a:lnTo>
                    <a:lnTo>
                      <a:pt x="1831597" y="10398600"/>
                    </a:lnTo>
                    <a:lnTo>
                      <a:pt x="0" y="10398600"/>
                    </a:lnTo>
                    <a:close/>
                  </a:path>
                </a:pathLst>
              </a:custGeom>
              <a:solidFill>
                <a:srgbClr val="CBDDEF"/>
              </a:solidFill>
              <a:ln>
                <a:noFill/>
              </a:ln>
            </p:spPr>
          </p:sp>
          <p:sp>
            <p:nvSpPr>
              <p:cNvPr id="1548" name="Google Shape;1548;h32a9095667746e33_4_5"/>
              <p:cNvSpPr txBox="1"/>
              <p:nvPr/>
            </p:nvSpPr>
            <p:spPr>
              <a:xfrm>
                <a:off x="0" y="-38100"/>
                <a:ext cx="1831500" cy="10436700"/>
              </a:xfrm>
              <a:prstGeom prst="rect">
                <a:avLst/>
              </a:prstGeom>
              <a:noFill/>
              <a:ln>
                <a:noFill/>
              </a:ln>
            </p:spPr>
            <p:txBody>
              <a:bodyPr anchorCtr="0" anchor="ctr" bIns="27000" lIns="27000" spcFirstLastPara="1" rIns="27000" wrap="square" tIns="27000">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549" name="Google Shape;1549;h32a9095667746e33_4_5"/>
            <p:cNvGrpSpPr/>
            <p:nvPr/>
          </p:nvGrpSpPr>
          <p:grpSpPr>
            <a:xfrm rot="-5400000">
              <a:off x="11637133" y="-6401070"/>
              <a:ext cx="4579844" cy="26922700"/>
              <a:chOff x="0" y="-38100"/>
              <a:chExt cx="1758300" cy="10336200"/>
            </a:xfrm>
          </p:grpSpPr>
          <p:sp>
            <p:nvSpPr>
              <p:cNvPr id="1550" name="Google Shape;1550;h32a9095667746e33_4_5"/>
              <p:cNvSpPr/>
              <p:nvPr/>
            </p:nvSpPr>
            <p:spPr>
              <a:xfrm>
                <a:off x="0" y="0"/>
                <a:ext cx="1758210" cy="10298040"/>
              </a:xfrm>
              <a:custGeom>
                <a:rect b="b" l="l" r="r" t="t"/>
                <a:pathLst>
                  <a:path extrusionOk="0" h="10298040" w="1758210">
                    <a:moveTo>
                      <a:pt x="0" y="0"/>
                    </a:moveTo>
                    <a:lnTo>
                      <a:pt x="1758210" y="0"/>
                    </a:lnTo>
                    <a:lnTo>
                      <a:pt x="1758210" y="10298040"/>
                    </a:lnTo>
                    <a:lnTo>
                      <a:pt x="0" y="10298040"/>
                    </a:lnTo>
                    <a:close/>
                  </a:path>
                </a:pathLst>
              </a:custGeom>
              <a:solidFill>
                <a:srgbClr val="94B6DA"/>
              </a:solidFill>
              <a:ln>
                <a:noFill/>
              </a:ln>
            </p:spPr>
          </p:sp>
          <p:sp>
            <p:nvSpPr>
              <p:cNvPr id="1551" name="Google Shape;1551;h32a9095667746e33_4_5"/>
              <p:cNvSpPr txBox="1"/>
              <p:nvPr/>
            </p:nvSpPr>
            <p:spPr>
              <a:xfrm>
                <a:off x="0" y="-38100"/>
                <a:ext cx="1758300" cy="10336200"/>
              </a:xfrm>
              <a:prstGeom prst="rect">
                <a:avLst/>
              </a:prstGeom>
              <a:noFill/>
              <a:ln>
                <a:noFill/>
              </a:ln>
            </p:spPr>
            <p:txBody>
              <a:bodyPr anchorCtr="0" anchor="ctr" bIns="27000" lIns="27000" spcFirstLastPara="1" rIns="27000" wrap="square" tIns="27000">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grpSp>
        <p:nvGrpSpPr>
          <p:cNvPr id="1552" name="Google Shape;1552;h32a9095667746e33_4_5"/>
          <p:cNvGrpSpPr/>
          <p:nvPr/>
        </p:nvGrpSpPr>
        <p:grpSpPr>
          <a:xfrm>
            <a:off x="731085" y="622850"/>
            <a:ext cx="16825838" cy="9050174"/>
            <a:chOff x="0" y="-108814"/>
            <a:chExt cx="22434451" cy="12066898"/>
          </a:xfrm>
        </p:grpSpPr>
        <p:grpSp>
          <p:nvGrpSpPr>
            <p:cNvPr id="1553" name="Google Shape;1553;h32a9095667746e33_4_5"/>
            <p:cNvGrpSpPr/>
            <p:nvPr/>
          </p:nvGrpSpPr>
          <p:grpSpPr>
            <a:xfrm>
              <a:off x="26537" y="10214891"/>
              <a:ext cx="22386840" cy="1743193"/>
              <a:chOff x="0" y="-47625"/>
              <a:chExt cx="9809754" cy="763855"/>
            </a:xfrm>
          </p:grpSpPr>
          <p:sp>
            <p:nvSpPr>
              <p:cNvPr id="1554" name="Google Shape;1554;h32a9095667746e33_4_5"/>
              <p:cNvSpPr/>
              <p:nvPr/>
            </p:nvSpPr>
            <p:spPr>
              <a:xfrm>
                <a:off x="0" y="0"/>
                <a:ext cx="9809754" cy="716230"/>
              </a:xfrm>
              <a:custGeom>
                <a:rect b="b" l="l" r="r" t="t"/>
                <a:pathLst>
                  <a:path extrusionOk="0" h="716230" w="9809754">
                    <a:moveTo>
                      <a:pt x="0" y="0"/>
                    </a:moveTo>
                    <a:lnTo>
                      <a:pt x="9809754" y="0"/>
                    </a:lnTo>
                    <a:lnTo>
                      <a:pt x="9809754" y="716230"/>
                    </a:lnTo>
                    <a:lnTo>
                      <a:pt x="0" y="716230"/>
                    </a:lnTo>
                    <a:close/>
                  </a:path>
                </a:pathLst>
              </a:custGeom>
              <a:solidFill>
                <a:srgbClr val="20538B"/>
              </a:solidFill>
              <a:ln cap="sq" cmpd="sng" w="38100">
                <a:solidFill>
                  <a:srgbClr val="20538B"/>
                </a:solidFill>
                <a:prstDash val="solid"/>
                <a:miter lim="8000"/>
                <a:headEnd len="sm" w="sm" type="none"/>
                <a:tailEnd len="sm" w="sm" type="none"/>
              </a:ln>
            </p:spPr>
          </p:sp>
          <p:sp>
            <p:nvSpPr>
              <p:cNvPr id="1555" name="Google Shape;1555;h32a9095667746e33_4_5"/>
              <p:cNvSpPr txBox="1"/>
              <p:nvPr/>
            </p:nvSpPr>
            <p:spPr>
              <a:xfrm>
                <a:off x="0" y="-47625"/>
                <a:ext cx="9809700" cy="763800"/>
              </a:xfrm>
              <a:prstGeom prst="rect">
                <a:avLst/>
              </a:prstGeom>
              <a:noFill/>
              <a:ln>
                <a:noFill/>
              </a:ln>
            </p:spPr>
            <p:txBody>
              <a:bodyPr anchorCtr="0" anchor="ctr" bIns="50800" lIns="50800" spcFirstLastPara="1" rIns="50800" wrap="square" tIns="50800">
                <a:noAutofit/>
              </a:bodyPr>
              <a:lstStyle/>
              <a:p>
                <a:pPr indent="0" lvl="0" marL="0" marR="0" rtl="0" algn="ctr">
                  <a:lnSpc>
                    <a:spcPct val="175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556" name="Google Shape;1556;h32a9095667746e33_4_5"/>
            <p:cNvGrpSpPr/>
            <p:nvPr/>
          </p:nvGrpSpPr>
          <p:grpSpPr>
            <a:xfrm>
              <a:off x="0" y="-108814"/>
              <a:ext cx="22434451" cy="11946166"/>
              <a:chOff x="0" y="-47625"/>
              <a:chExt cx="9819000" cy="5228539"/>
            </a:xfrm>
          </p:grpSpPr>
          <p:sp>
            <p:nvSpPr>
              <p:cNvPr id="1557" name="Google Shape;1557;h32a9095667746e33_4_5"/>
              <p:cNvSpPr/>
              <p:nvPr/>
            </p:nvSpPr>
            <p:spPr>
              <a:xfrm>
                <a:off x="0" y="0"/>
                <a:ext cx="9818922" cy="5180914"/>
              </a:xfrm>
              <a:custGeom>
                <a:rect b="b" l="l" r="r" t="t"/>
                <a:pathLst>
                  <a:path extrusionOk="0" h="5180914" w="9818922">
                    <a:moveTo>
                      <a:pt x="0" y="0"/>
                    </a:moveTo>
                    <a:lnTo>
                      <a:pt x="9818922" y="0"/>
                    </a:lnTo>
                    <a:lnTo>
                      <a:pt x="9818922" y="5180914"/>
                    </a:lnTo>
                    <a:lnTo>
                      <a:pt x="0" y="5180914"/>
                    </a:lnTo>
                    <a:close/>
                  </a:path>
                </a:pathLst>
              </a:custGeom>
              <a:solidFill>
                <a:srgbClr val="FFFFFF"/>
              </a:solidFill>
              <a:ln cap="sq" cmpd="sng" w="38100">
                <a:solidFill>
                  <a:srgbClr val="20538B"/>
                </a:solidFill>
                <a:prstDash val="solid"/>
                <a:miter lim="8000"/>
                <a:headEnd len="sm" w="sm" type="none"/>
                <a:tailEnd len="sm" w="sm" type="none"/>
              </a:ln>
            </p:spPr>
          </p:sp>
          <p:sp>
            <p:nvSpPr>
              <p:cNvPr id="1558" name="Google Shape;1558;h32a9095667746e33_4_5"/>
              <p:cNvSpPr txBox="1"/>
              <p:nvPr/>
            </p:nvSpPr>
            <p:spPr>
              <a:xfrm>
                <a:off x="0" y="-47625"/>
                <a:ext cx="9819000" cy="5228400"/>
              </a:xfrm>
              <a:prstGeom prst="rect">
                <a:avLst/>
              </a:prstGeom>
              <a:noFill/>
              <a:ln>
                <a:noFill/>
              </a:ln>
            </p:spPr>
            <p:txBody>
              <a:bodyPr anchorCtr="0" anchor="ctr" bIns="50800" lIns="50800" spcFirstLastPara="1" rIns="50800" wrap="square" tIns="50800">
                <a:noAutofit/>
              </a:bodyPr>
              <a:lstStyle/>
              <a:p>
                <a:pPr indent="0" lvl="0" marL="0" marR="0" rtl="0" algn="ctr">
                  <a:lnSpc>
                    <a:spcPct val="175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grpSp>
        <p:nvGrpSpPr>
          <p:cNvPr id="1559" name="Google Shape;1559;h32a9095667746e33_4_5"/>
          <p:cNvGrpSpPr/>
          <p:nvPr/>
        </p:nvGrpSpPr>
        <p:grpSpPr>
          <a:xfrm>
            <a:off x="763743" y="662704"/>
            <a:ext cx="16759942" cy="1561150"/>
            <a:chOff x="0" y="-38100"/>
            <a:chExt cx="8581200" cy="799319"/>
          </a:xfrm>
        </p:grpSpPr>
        <p:sp>
          <p:nvSpPr>
            <p:cNvPr id="1560" name="Google Shape;1560;h32a9095667746e33_4_5"/>
            <p:cNvSpPr/>
            <p:nvPr/>
          </p:nvSpPr>
          <p:spPr>
            <a:xfrm>
              <a:off x="0" y="0"/>
              <a:ext cx="8581180" cy="761219"/>
            </a:xfrm>
            <a:custGeom>
              <a:rect b="b" l="l" r="r" t="t"/>
              <a:pathLst>
                <a:path extrusionOk="0" h="761219" w="8581180">
                  <a:moveTo>
                    <a:pt x="0" y="0"/>
                  </a:moveTo>
                  <a:lnTo>
                    <a:pt x="8581180" y="0"/>
                  </a:lnTo>
                  <a:lnTo>
                    <a:pt x="8581180" y="761219"/>
                  </a:lnTo>
                  <a:lnTo>
                    <a:pt x="0" y="761219"/>
                  </a:lnTo>
                  <a:close/>
                </a:path>
              </a:pathLst>
            </a:custGeom>
            <a:solidFill>
              <a:srgbClr val="EEF6FF"/>
            </a:solidFill>
            <a:ln cap="sq" cmpd="sng" w="9525">
              <a:solidFill>
                <a:srgbClr val="20538B"/>
              </a:solidFill>
              <a:prstDash val="solid"/>
              <a:miter lim="8000"/>
              <a:headEnd len="sm" w="sm" type="none"/>
              <a:tailEnd len="sm" w="sm" type="none"/>
            </a:ln>
          </p:spPr>
        </p:sp>
        <p:sp>
          <p:nvSpPr>
            <p:cNvPr id="1561" name="Google Shape;1561;h32a9095667746e33_4_5"/>
            <p:cNvSpPr txBox="1"/>
            <p:nvPr/>
          </p:nvSpPr>
          <p:spPr>
            <a:xfrm>
              <a:off x="0" y="-38100"/>
              <a:ext cx="8581200" cy="799200"/>
            </a:xfrm>
            <a:prstGeom prst="rect">
              <a:avLst/>
            </a:prstGeom>
            <a:noFill/>
            <a:ln>
              <a:noFill/>
            </a:ln>
          </p:spPr>
          <p:txBody>
            <a:bodyPr anchorCtr="0" anchor="ctr" bIns="39175" lIns="39175" spcFirstLastPara="1" rIns="39175" wrap="square" tIns="39175">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562" name="Google Shape;1562;h32a9095667746e33_4_5"/>
          <p:cNvSpPr/>
          <p:nvPr/>
        </p:nvSpPr>
        <p:spPr>
          <a:xfrm>
            <a:off x="15531691" y="160918"/>
            <a:ext cx="996214" cy="1021758"/>
          </a:xfrm>
          <a:custGeom>
            <a:rect b="b" l="l" r="r" t="t"/>
            <a:pathLst>
              <a:path extrusionOk="0" h="1021758" w="996214">
                <a:moveTo>
                  <a:pt x="0" y="0"/>
                </a:moveTo>
                <a:lnTo>
                  <a:pt x="996214" y="0"/>
                </a:lnTo>
                <a:lnTo>
                  <a:pt x="996214" y="1021758"/>
                </a:lnTo>
                <a:lnTo>
                  <a:pt x="0" y="1021758"/>
                </a:lnTo>
                <a:lnTo>
                  <a:pt x="0" y="0"/>
                </a:lnTo>
                <a:close/>
              </a:path>
            </a:pathLst>
          </a:custGeom>
          <a:blipFill rotWithShape="1">
            <a:blip r:embed="rId3">
              <a:alphaModFix/>
            </a:blip>
            <a:stretch>
              <a:fillRect b="0" l="0" r="0" t="0"/>
            </a:stretch>
          </a:blipFill>
          <a:ln>
            <a:noFill/>
          </a:ln>
        </p:spPr>
      </p:sp>
      <p:sp>
        <p:nvSpPr>
          <p:cNvPr id="1563" name="Google Shape;1563;h32a9095667746e33_4_5"/>
          <p:cNvSpPr/>
          <p:nvPr/>
        </p:nvSpPr>
        <p:spPr>
          <a:xfrm>
            <a:off x="9388185" y="4333816"/>
            <a:ext cx="272321" cy="272321"/>
          </a:xfrm>
          <a:custGeom>
            <a:rect b="b" l="l" r="r" t="t"/>
            <a:pathLst>
              <a:path extrusionOk="0" h="272321" w="272321">
                <a:moveTo>
                  <a:pt x="0" y="0"/>
                </a:moveTo>
                <a:lnTo>
                  <a:pt x="272321" y="0"/>
                </a:lnTo>
                <a:lnTo>
                  <a:pt x="272321" y="272321"/>
                </a:lnTo>
                <a:lnTo>
                  <a:pt x="0" y="272321"/>
                </a:lnTo>
                <a:lnTo>
                  <a:pt x="0" y="0"/>
                </a:lnTo>
                <a:close/>
              </a:path>
            </a:pathLst>
          </a:custGeom>
          <a:blipFill rotWithShape="1">
            <a:blip r:embed="rId4">
              <a:alphaModFix/>
            </a:blip>
            <a:stretch>
              <a:fillRect b="0" l="0" r="0" t="0"/>
            </a:stretch>
          </a:blipFill>
          <a:ln>
            <a:noFill/>
          </a:ln>
        </p:spPr>
      </p:sp>
      <p:sp>
        <p:nvSpPr>
          <p:cNvPr id="1564" name="Google Shape;1564;h32a9095667746e33_4_5"/>
          <p:cNvSpPr txBox="1"/>
          <p:nvPr/>
        </p:nvSpPr>
        <p:spPr>
          <a:xfrm>
            <a:off x="2395000" y="893150"/>
            <a:ext cx="14258700" cy="769500"/>
          </a:xfrm>
          <a:prstGeom prst="rect">
            <a:avLst/>
          </a:prstGeom>
          <a:noFill/>
          <a:ln>
            <a:noFill/>
          </a:ln>
        </p:spPr>
        <p:txBody>
          <a:bodyPr anchorCtr="0" anchor="t" bIns="0" lIns="0" spcFirstLastPara="1" rIns="0" wrap="square" tIns="0">
            <a:spAutoFit/>
          </a:bodyPr>
          <a:lstStyle/>
          <a:p>
            <a:pPr indent="0" lvl="0" marL="0" marR="0" rtl="0" algn="l">
              <a:lnSpc>
                <a:spcPct val="192000"/>
              </a:lnSpc>
              <a:spcBef>
                <a:spcPts val="0"/>
              </a:spcBef>
              <a:spcAft>
                <a:spcPts val="0"/>
              </a:spcAft>
              <a:buNone/>
            </a:pPr>
            <a:r>
              <a:rPr b="1" i="0" lang="en-US" sz="5000" u="none" cap="none" strike="noStrike">
                <a:solidFill>
                  <a:srgbClr val="20538B"/>
                </a:solidFill>
                <a:latin typeface="Arial"/>
                <a:ea typeface="Arial"/>
                <a:cs typeface="Arial"/>
                <a:sym typeface="Arial"/>
              </a:rPr>
              <a:t>취약점 분석 및 시나리오</a:t>
            </a:r>
            <a:r>
              <a:rPr b="1" lang="en-US" sz="5000">
                <a:solidFill>
                  <a:srgbClr val="20538B"/>
                </a:solidFill>
              </a:rPr>
              <a:t> </a:t>
            </a:r>
            <a:r>
              <a:rPr b="1" lang="en-US" sz="3500">
                <a:solidFill>
                  <a:srgbClr val="20538B"/>
                </a:solidFill>
              </a:rPr>
              <a:t>- 정보 누출(cont’d)</a:t>
            </a:r>
            <a:endParaRPr b="1" i="0" sz="3500" u="none" cap="none" strike="noStrike">
              <a:solidFill>
                <a:srgbClr val="20538B"/>
              </a:solidFill>
              <a:latin typeface="Arial"/>
              <a:ea typeface="Arial"/>
              <a:cs typeface="Arial"/>
              <a:sym typeface="Arial"/>
            </a:endParaRPr>
          </a:p>
        </p:txBody>
      </p:sp>
      <p:sp>
        <p:nvSpPr>
          <p:cNvPr id="1565" name="Google Shape;1565;h32a9095667746e33_4_5"/>
          <p:cNvSpPr txBox="1"/>
          <p:nvPr/>
        </p:nvSpPr>
        <p:spPr>
          <a:xfrm>
            <a:off x="1437501" y="920715"/>
            <a:ext cx="834600" cy="751200"/>
          </a:xfrm>
          <a:prstGeom prst="rect">
            <a:avLst/>
          </a:prstGeom>
          <a:noFill/>
          <a:ln>
            <a:noFill/>
          </a:ln>
        </p:spPr>
        <p:txBody>
          <a:bodyPr anchorCtr="0" anchor="t" bIns="0" lIns="0" spcFirstLastPara="1" rIns="0" wrap="square" tIns="0">
            <a:spAutoFit/>
          </a:bodyPr>
          <a:lstStyle/>
          <a:p>
            <a:pPr indent="0" lvl="0" marL="0" marR="0" rtl="0" algn="l">
              <a:lnSpc>
                <a:spcPct val="192009"/>
              </a:lnSpc>
              <a:spcBef>
                <a:spcPts val="0"/>
              </a:spcBef>
              <a:spcAft>
                <a:spcPts val="0"/>
              </a:spcAft>
              <a:buNone/>
            </a:pPr>
            <a:r>
              <a:rPr b="1" i="0" lang="en-US" sz="4881" u="none" cap="none" strike="noStrike">
                <a:solidFill>
                  <a:srgbClr val="CBDDEF"/>
                </a:solidFill>
                <a:latin typeface="Arial"/>
                <a:ea typeface="Arial"/>
                <a:cs typeface="Arial"/>
                <a:sym typeface="Arial"/>
              </a:rPr>
              <a:t>0</a:t>
            </a:r>
            <a:r>
              <a:rPr b="1" lang="en-US" sz="4881">
                <a:solidFill>
                  <a:srgbClr val="CBDDEF"/>
                </a:solidFill>
              </a:rPr>
              <a:t>4</a:t>
            </a:r>
            <a:endParaRPr/>
          </a:p>
        </p:txBody>
      </p:sp>
      <p:sp>
        <p:nvSpPr>
          <p:cNvPr id="1566" name="Google Shape;1566;h32a9095667746e33_4_5"/>
          <p:cNvSpPr txBox="1"/>
          <p:nvPr/>
        </p:nvSpPr>
        <p:spPr>
          <a:xfrm>
            <a:off x="9757649" y="4254413"/>
            <a:ext cx="6140400" cy="4311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US" sz="2800">
                <a:solidFill>
                  <a:srgbClr val="20538B"/>
                </a:solidFill>
              </a:rPr>
              <a:t>점검 항목 1. 주석</a:t>
            </a:r>
            <a:endParaRPr/>
          </a:p>
        </p:txBody>
      </p:sp>
      <p:sp>
        <p:nvSpPr>
          <p:cNvPr id="1567" name="Google Shape;1567;h32a9095667746e33_4_5"/>
          <p:cNvSpPr txBox="1"/>
          <p:nvPr/>
        </p:nvSpPr>
        <p:spPr>
          <a:xfrm>
            <a:off x="9757650" y="4853515"/>
            <a:ext cx="6567300" cy="2090400"/>
          </a:xfrm>
          <a:prstGeom prst="rect">
            <a:avLst/>
          </a:prstGeom>
          <a:noFill/>
          <a:ln>
            <a:noFill/>
          </a:ln>
        </p:spPr>
        <p:txBody>
          <a:bodyPr anchorCtr="0" anchor="t" bIns="0" lIns="0" spcFirstLastPara="1" rIns="0" wrap="square" tIns="0">
            <a:spAutoFit/>
          </a:bodyPr>
          <a:lstStyle/>
          <a:p>
            <a:pPr indent="-349250" lvl="0" marL="457200" marR="0" rtl="0" algn="l">
              <a:lnSpc>
                <a:spcPct val="155000"/>
              </a:lnSpc>
              <a:spcBef>
                <a:spcPts val="0"/>
              </a:spcBef>
              <a:spcAft>
                <a:spcPts val="0"/>
              </a:spcAft>
              <a:buClr>
                <a:srgbClr val="20538B"/>
              </a:buClr>
              <a:buSzPts val="1900"/>
              <a:buChar char="-"/>
            </a:pPr>
            <a:r>
              <a:rPr lang="en-US" sz="1900">
                <a:solidFill>
                  <a:srgbClr val="20538B"/>
                </a:solidFill>
              </a:rPr>
              <a:t>주석 내 계정정보나 디버그 정보가 포함되는지 점검</a:t>
            </a:r>
            <a:endParaRPr sz="1900">
              <a:solidFill>
                <a:srgbClr val="20538B"/>
              </a:solidFill>
            </a:endParaRPr>
          </a:p>
          <a:p>
            <a:pPr indent="-349250" lvl="0" marL="457200" marR="0" rtl="0" algn="l">
              <a:lnSpc>
                <a:spcPct val="155000"/>
              </a:lnSpc>
              <a:spcBef>
                <a:spcPts val="0"/>
              </a:spcBef>
              <a:spcAft>
                <a:spcPts val="0"/>
              </a:spcAft>
              <a:buClr>
                <a:srgbClr val="20538B"/>
              </a:buClr>
              <a:buSzPts val="1900"/>
              <a:buChar char="-"/>
            </a:pPr>
            <a:r>
              <a:rPr lang="en-US" sz="1900">
                <a:solidFill>
                  <a:srgbClr val="20538B"/>
                </a:solidFill>
              </a:rPr>
              <a:t>로그인 페이지, 로그인 이후 메인 페이지에서 접근 가능한 페이지를 재귀적으로 탐색</a:t>
            </a:r>
            <a:endParaRPr sz="1900">
              <a:solidFill>
                <a:srgbClr val="20538B"/>
              </a:solidFill>
            </a:endParaRPr>
          </a:p>
          <a:p>
            <a:pPr indent="-349250" lvl="0" marL="457200" marR="0" rtl="0" algn="l">
              <a:lnSpc>
                <a:spcPct val="155000"/>
              </a:lnSpc>
              <a:spcBef>
                <a:spcPts val="0"/>
              </a:spcBef>
              <a:spcAft>
                <a:spcPts val="0"/>
              </a:spcAft>
              <a:buClr>
                <a:srgbClr val="20538B"/>
              </a:buClr>
              <a:buSzPts val="1900"/>
              <a:buChar char="-"/>
            </a:pPr>
            <a:r>
              <a:rPr lang="en-US" sz="1900">
                <a:solidFill>
                  <a:srgbClr val="20538B"/>
                </a:solidFill>
              </a:rPr>
              <a:t>각 페이지의 주석에서 정규표현식을 통해 중요정보 식별</a:t>
            </a:r>
            <a:endParaRPr sz="1900">
              <a:solidFill>
                <a:srgbClr val="20538B"/>
              </a:solidFill>
            </a:endParaRPr>
          </a:p>
          <a:p>
            <a:pPr indent="0" lvl="0" marL="0" marR="0" rtl="0" algn="l">
              <a:lnSpc>
                <a:spcPct val="155000"/>
              </a:lnSpc>
              <a:spcBef>
                <a:spcPts val="0"/>
              </a:spcBef>
              <a:spcAft>
                <a:spcPts val="0"/>
              </a:spcAft>
              <a:buNone/>
            </a:pPr>
            <a:r>
              <a:t/>
            </a:r>
            <a:endParaRPr b="0" i="0" sz="1800" u="none" cap="none" strike="noStrike">
              <a:solidFill>
                <a:srgbClr val="94B6DA"/>
              </a:solidFill>
              <a:latin typeface="Arial"/>
              <a:ea typeface="Arial"/>
              <a:cs typeface="Arial"/>
              <a:sym typeface="Arial"/>
            </a:endParaRPr>
          </a:p>
        </p:txBody>
      </p:sp>
      <p:sp>
        <p:nvSpPr>
          <p:cNvPr id="1568" name="Google Shape;1568;h32a9095667746e33_4_5"/>
          <p:cNvSpPr/>
          <p:nvPr/>
        </p:nvSpPr>
        <p:spPr>
          <a:xfrm>
            <a:off x="1714550" y="3274350"/>
            <a:ext cx="7154100" cy="44592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20538B"/>
              </a:solidFill>
              <a:latin typeface="Calibri"/>
              <a:ea typeface="Calibri"/>
              <a:cs typeface="Calibri"/>
              <a:sym typeface="Calibri"/>
            </a:endParaRPr>
          </a:p>
        </p:txBody>
      </p:sp>
      <p:pic>
        <p:nvPicPr>
          <p:cNvPr id="1569" name="Google Shape;1569;h32a9095667746e33_4_5"/>
          <p:cNvPicPr preferRelativeResize="0"/>
          <p:nvPr/>
        </p:nvPicPr>
        <p:blipFill>
          <a:blip r:embed="rId5">
            <a:alphaModFix/>
          </a:blip>
          <a:stretch>
            <a:fillRect/>
          </a:stretch>
        </p:blipFill>
        <p:spPr>
          <a:xfrm>
            <a:off x="1714555" y="3274275"/>
            <a:ext cx="7154100" cy="4459343"/>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3" name="Shape 1573"/>
        <p:cNvGrpSpPr/>
        <p:nvPr/>
      </p:nvGrpSpPr>
      <p:grpSpPr>
        <a:xfrm>
          <a:off x="0" y="0"/>
          <a:ext cx="0" cy="0"/>
          <a:chOff x="0" y="0"/>
          <a:chExt cx="0" cy="0"/>
        </a:xfrm>
      </p:grpSpPr>
      <p:grpSp>
        <p:nvGrpSpPr>
          <p:cNvPr id="1574" name="Google Shape;1574;h26f5b0a23d79581a_7_0"/>
          <p:cNvGrpSpPr/>
          <p:nvPr/>
        </p:nvGrpSpPr>
        <p:grpSpPr>
          <a:xfrm>
            <a:off x="-1081199" y="3274283"/>
            <a:ext cx="20615733" cy="7012716"/>
            <a:chOff x="-99239" y="-86"/>
            <a:chExt cx="27487644" cy="9350288"/>
          </a:xfrm>
        </p:grpSpPr>
        <p:grpSp>
          <p:nvGrpSpPr>
            <p:cNvPr id="1575" name="Google Shape;1575;h26f5b0a23d79581a_7_0"/>
            <p:cNvGrpSpPr/>
            <p:nvPr/>
          </p:nvGrpSpPr>
          <p:grpSpPr>
            <a:xfrm rot="-5400000">
              <a:off x="11107617" y="-11206942"/>
              <a:ext cx="4770761" cy="27184472"/>
              <a:chOff x="0" y="-38100"/>
              <a:chExt cx="1831597" cy="10436700"/>
            </a:xfrm>
          </p:grpSpPr>
          <p:sp>
            <p:nvSpPr>
              <p:cNvPr id="1576" name="Google Shape;1576;h26f5b0a23d79581a_7_0"/>
              <p:cNvSpPr/>
              <p:nvPr/>
            </p:nvSpPr>
            <p:spPr>
              <a:xfrm>
                <a:off x="0" y="0"/>
                <a:ext cx="1831597" cy="10398600"/>
              </a:xfrm>
              <a:custGeom>
                <a:rect b="b" l="l" r="r" t="t"/>
                <a:pathLst>
                  <a:path extrusionOk="0" h="10398600" w="1831597">
                    <a:moveTo>
                      <a:pt x="0" y="0"/>
                    </a:moveTo>
                    <a:lnTo>
                      <a:pt x="1831597" y="0"/>
                    </a:lnTo>
                    <a:lnTo>
                      <a:pt x="1831597" y="10398600"/>
                    </a:lnTo>
                    <a:lnTo>
                      <a:pt x="0" y="10398600"/>
                    </a:lnTo>
                    <a:close/>
                  </a:path>
                </a:pathLst>
              </a:custGeom>
              <a:solidFill>
                <a:srgbClr val="CBDDEF"/>
              </a:solidFill>
              <a:ln>
                <a:noFill/>
              </a:ln>
            </p:spPr>
          </p:sp>
          <p:sp>
            <p:nvSpPr>
              <p:cNvPr id="1577" name="Google Shape;1577;h26f5b0a23d79581a_7_0"/>
              <p:cNvSpPr txBox="1"/>
              <p:nvPr/>
            </p:nvSpPr>
            <p:spPr>
              <a:xfrm>
                <a:off x="0" y="-38100"/>
                <a:ext cx="1831500" cy="10436700"/>
              </a:xfrm>
              <a:prstGeom prst="rect">
                <a:avLst/>
              </a:prstGeom>
              <a:noFill/>
              <a:ln>
                <a:noFill/>
              </a:ln>
            </p:spPr>
            <p:txBody>
              <a:bodyPr anchorCtr="0" anchor="ctr" bIns="27000" lIns="27000" spcFirstLastPara="1" rIns="27000" wrap="square" tIns="27000">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578" name="Google Shape;1578;h26f5b0a23d79581a_7_0"/>
            <p:cNvGrpSpPr/>
            <p:nvPr/>
          </p:nvGrpSpPr>
          <p:grpSpPr>
            <a:xfrm rot="-5400000">
              <a:off x="11637133" y="-6401070"/>
              <a:ext cx="4579844" cy="26922700"/>
              <a:chOff x="0" y="-38100"/>
              <a:chExt cx="1758300" cy="10336200"/>
            </a:xfrm>
          </p:grpSpPr>
          <p:sp>
            <p:nvSpPr>
              <p:cNvPr id="1579" name="Google Shape;1579;h26f5b0a23d79581a_7_0"/>
              <p:cNvSpPr/>
              <p:nvPr/>
            </p:nvSpPr>
            <p:spPr>
              <a:xfrm>
                <a:off x="0" y="0"/>
                <a:ext cx="1758210" cy="10298040"/>
              </a:xfrm>
              <a:custGeom>
                <a:rect b="b" l="l" r="r" t="t"/>
                <a:pathLst>
                  <a:path extrusionOk="0" h="10298040" w="1758210">
                    <a:moveTo>
                      <a:pt x="0" y="0"/>
                    </a:moveTo>
                    <a:lnTo>
                      <a:pt x="1758210" y="0"/>
                    </a:lnTo>
                    <a:lnTo>
                      <a:pt x="1758210" y="10298040"/>
                    </a:lnTo>
                    <a:lnTo>
                      <a:pt x="0" y="10298040"/>
                    </a:lnTo>
                    <a:close/>
                  </a:path>
                </a:pathLst>
              </a:custGeom>
              <a:solidFill>
                <a:srgbClr val="94B6DA"/>
              </a:solidFill>
              <a:ln>
                <a:noFill/>
              </a:ln>
            </p:spPr>
          </p:sp>
          <p:sp>
            <p:nvSpPr>
              <p:cNvPr id="1580" name="Google Shape;1580;h26f5b0a23d79581a_7_0"/>
              <p:cNvSpPr txBox="1"/>
              <p:nvPr/>
            </p:nvSpPr>
            <p:spPr>
              <a:xfrm>
                <a:off x="0" y="-38100"/>
                <a:ext cx="1758300" cy="10336200"/>
              </a:xfrm>
              <a:prstGeom prst="rect">
                <a:avLst/>
              </a:prstGeom>
              <a:noFill/>
              <a:ln>
                <a:noFill/>
              </a:ln>
            </p:spPr>
            <p:txBody>
              <a:bodyPr anchorCtr="0" anchor="ctr" bIns="27000" lIns="27000" spcFirstLastPara="1" rIns="27000" wrap="square" tIns="27000">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grpSp>
        <p:nvGrpSpPr>
          <p:cNvPr id="1581" name="Google Shape;1581;h26f5b0a23d79581a_7_0"/>
          <p:cNvGrpSpPr/>
          <p:nvPr/>
        </p:nvGrpSpPr>
        <p:grpSpPr>
          <a:xfrm>
            <a:off x="731085" y="622850"/>
            <a:ext cx="16825838" cy="9050174"/>
            <a:chOff x="0" y="-108814"/>
            <a:chExt cx="22434451" cy="12066898"/>
          </a:xfrm>
        </p:grpSpPr>
        <p:grpSp>
          <p:nvGrpSpPr>
            <p:cNvPr id="1582" name="Google Shape;1582;h26f5b0a23d79581a_7_0"/>
            <p:cNvGrpSpPr/>
            <p:nvPr/>
          </p:nvGrpSpPr>
          <p:grpSpPr>
            <a:xfrm>
              <a:off x="26537" y="10214891"/>
              <a:ext cx="22386840" cy="1743193"/>
              <a:chOff x="0" y="-47625"/>
              <a:chExt cx="9809754" cy="763855"/>
            </a:xfrm>
          </p:grpSpPr>
          <p:sp>
            <p:nvSpPr>
              <p:cNvPr id="1583" name="Google Shape;1583;h26f5b0a23d79581a_7_0"/>
              <p:cNvSpPr/>
              <p:nvPr/>
            </p:nvSpPr>
            <p:spPr>
              <a:xfrm>
                <a:off x="0" y="0"/>
                <a:ext cx="9809754" cy="716230"/>
              </a:xfrm>
              <a:custGeom>
                <a:rect b="b" l="l" r="r" t="t"/>
                <a:pathLst>
                  <a:path extrusionOk="0" h="716230" w="9809754">
                    <a:moveTo>
                      <a:pt x="0" y="0"/>
                    </a:moveTo>
                    <a:lnTo>
                      <a:pt x="9809754" y="0"/>
                    </a:lnTo>
                    <a:lnTo>
                      <a:pt x="9809754" y="716230"/>
                    </a:lnTo>
                    <a:lnTo>
                      <a:pt x="0" y="716230"/>
                    </a:lnTo>
                    <a:close/>
                  </a:path>
                </a:pathLst>
              </a:custGeom>
              <a:solidFill>
                <a:srgbClr val="20538B"/>
              </a:solidFill>
              <a:ln cap="sq" cmpd="sng" w="38100">
                <a:solidFill>
                  <a:srgbClr val="20538B"/>
                </a:solidFill>
                <a:prstDash val="solid"/>
                <a:miter lim="8000"/>
                <a:headEnd len="sm" w="sm" type="none"/>
                <a:tailEnd len="sm" w="sm" type="none"/>
              </a:ln>
            </p:spPr>
          </p:sp>
          <p:sp>
            <p:nvSpPr>
              <p:cNvPr id="1584" name="Google Shape;1584;h26f5b0a23d79581a_7_0"/>
              <p:cNvSpPr txBox="1"/>
              <p:nvPr/>
            </p:nvSpPr>
            <p:spPr>
              <a:xfrm>
                <a:off x="0" y="-47625"/>
                <a:ext cx="9809700" cy="763800"/>
              </a:xfrm>
              <a:prstGeom prst="rect">
                <a:avLst/>
              </a:prstGeom>
              <a:noFill/>
              <a:ln>
                <a:noFill/>
              </a:ln>
            </p:spPr>
            <p:txBody>
              <a:bodyPr anchorCtr="0" anchor="ctr" bIns="50800" lIns="50800" spcFirstLastPara="1" rIns="50800" wrap="square" tIns="50800">
                <a:noAutofit/>
              </a:bodyPr>
              <a:lstStyle/>
              <a:p>
                <a:pPr indent="0" lvl="0" marL="0" marR="0" rtl="0" algn="ctr">
                  <a:lnSpc>
                    <a:spcPct val="175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585" name="Google Shape;1585;h26f5b0a23d79581a_7_0"/>
            <p:cNvGrpSpPr/>
            <p:nvPr/>
          </p:nvGrpSpPr>
          <p:grpSpPr>
            <a:xfrm>
              <a:off x="0" y="-108814"/>
              <a:ext cx="22434451" cy="11946166"/>
              <a:chOff x="0" y="-47625"/>
              <a:chExt cx="9819000" cy="5228539"/>
            </a:xfrm>
          </p:grpSpPr>
          <p:sp>
            <p:nvSpPr>
              <p:cNvPr id="1586" name="Google Shape;1586;h26f5b0a23d79581a_7_0"/>
              <p:cNvSpPr/>
              <p:nvPr/>
            </p:nvSpPr>
            <p:spPr>
              <a:xfrm>
                <a:off x="0" y="0"/>
                <a:ext cx="9818922" cy="5180914"/>
              </a:xfrm>
              <a:custGeom>
                <a:rect b="b" l="l" r="r" t="t"/>
                <a:pathLst>
                  <a:path extrusionOk="0" h="5180914" w="9818922">
                    <a:moveTo>
                      <a:pt x="0" y="0"/>
                    </a:moveTo>
                    <a:lnTo>
                      <a:pt x="9818922" y="0"/>
                    </a:lnTo>
                    <a:lnTo>
                      <a:pt x="9818922" y="5180914"/>
                    </a:lnTo>
                    <a:lnTo>
                      <a:pt x="0" y="5180914"/>
                    </a:lnTo>
                    <a:close/>
                  </a:path>
                </a:pathLst>
              </a:custGeom>
              <a:solidFill>
                <a:srgbClr val="FFFFFF"/>
              </a:solidFill>
              <a:ln cap="sq" cmpd="sng" w="38100">
                <a:solidFill>
                  <a:srgbClr val="20538B"/>
                </a:solidFill>
                <a:prstDash val="solid"/>
                <a:miter lim="8000"/>
                <a:headEnd len="sm" w="sm" type="none"/>
                <a:tailEnd len="sm" w="sm" type="none"/>
              </a:ln>
            </p:spPr>
          </p:sp>
          <p:sp>
            <p:nvSpPr>
              <p:cNvPr id="1587" name="Google Shape;1587;h26f5b0a23d79581a_7_0"/>
              <p:cNvSpPr txBox="1"/>
              <p:nvPr/>
            </p:nvSpPr>
            <p:spPr>
              <a:xfrm>
                <a:off x="0" y="-47625"/>
                <a:ext cx="9819000" cy="5228400"/>
              </a:xfrm>
              <a:prstGeom prst="rect">
                <a:avLst/>
              </a:prstGeom>
              <a:noFill/>
              <a:ln>
                <a:noFill/>
              </a:ln>
            </p:spPr>
            <p:txBody>
              <a:bodyPr anchorCtr="0" anchor="ctr" bIns="50800" lIns="50800" spcFirstLastPara="1" rIns="50800" wrap="square" tIns="50800">
                <a:noAutofit/>
              </a:bodyPr>
              <a:lstStyle/>
              <a:p>
                <a:pPr indent="0" lvl="0" marL="0" marR="0" rtl="0" algn="ctr">
                  <a:lnSpc>
                    <a:spcPct val="175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grpSp>
        <p:nvGrpSpPr>
          <p:cNvPr id="1588" name="Google Shape;1588;h26f5b0a23d79581a_7_0"/>
          <p:cNvGrpSpPr/>
          <p:nvPr/>
        </p:nvGrpSpPr>
        <p:grpSpPr>
          <a:xfrm>
            <a:off x="763743" y="662704"/>
            <a:ext cx="16759942" cy="1561150"/>
            <a:chOff x="0" y="-38100"/>
            <a:chExt cx="8581200" cy="799319"/>
          </a:xfrm>
        </p:grpSpPr>
        <p:sp>
          <p:nvSpPr>
            <p:cNvPr id="1589" name="Google Shape;1589;h26f5b0a23d79581a_7_0"/>
            <p:cNvSpPr/>
            <p:nvPr/>
          </p:nvSpPr>
          <p:spPr>
            <a:xfrm>
              <a:off x="0" y="0"/>
              <a:ext cx="8581180" cy="761219"/>
            </a:xfrm>
            <a:custGeom>
              <a:rect b="b" l="l" r="r" t="t"/>
              <a:pathLst>
                <a:path extrusionOk="0" h="761219" w="8581180">
                  <a:moveTo>
                    <a:pt x="0" y="0"/>
                  </a:moveTo>
                  <a:lnTo>
                    <a:pt x="8581180" y="0"/>
                  </a:lnTo>
                  <a:lnTo>
                    <a:pt x="8581180" y="761219"/>
                  </a:lnTo>
                  <a:lnTo>
                    <a:pt x="0" y="761219"/>
                  </a:lnTo>
                  <a:close/>
                </a:path>
              </a:pathLst>
            </a:custGeom>
            <a:solidFill>
              <a:srgbClr val="EEF6FF"/>
            </a:solidFill>
            <a:ln cap="sq" cmpd="sng" w="9525">
              <a:solidFill>
                <a:srgbClr val="20538B"/>
              </a:solidFill>
              <a:prstDash val="solid"/>
              <a:miter lim="8000"/>
              <a:headEnd len="sm" w="sm" type="none"/>
              <a:tailEnd len="sm" w="sm" type="none"/>
            </a:ln>
          </p:spPr>
        </p:sp>
        <p:sp>
          <p:nvSpPr>
            <p:cNvPr id="1590" name="Google Shape;1590;h26f5b0a23d79581a_7_0"/>
            <p:cNvSpPr txBox="1"/>
            <p:nvPr/>
          </p:nvSpPr>
          <p:spPr>
            <a:xfrm>
              <a:off x="0" y="-38100"/>
              <a:ext cx="8581200" cy="799200"/>
            </a:xfrm>
            <a:prstGeom prst="rect">
              <a:avLst/>
            </a:prstGeom>
            <a:noFill/>
            <a:ln>
              <a:noFill/>
            </a:ln>
          </p:spPr>
          <p:txBody>
            <a:bodyPr anchorCtr="0" anchor="ctr" bIns="39175" lIns="39175" spcFirstLastPara="1" rIns="39175" wrap="square" tIns="39175">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591" name="Google Shape;1591;h26f5b0a23d79581a_7_0"/>
          <p:cNvSpPr/>
          <p:nvPr/>
        </p:nvSpPr>
        <p:spPr>
          <a:xfrm>
            <a:off x="15531691" y="160918"/>
            <a:ext cx="996214" cy="1021758"/>
          </a:xfrm>
          <a:custGeom>
            <a:rect b="b" l="l" r="r" t="t"/>
            <a:pathLst>
              <a:path extrusionOk="0" h="1021758" w="996214">
                <a:moveTo>
                  <a:pt x="0" y="0"/>
                </a:moveTo>
                <a:lnTo>
                  <a:pt x="996214" y="0"/>
                </a:lnTo>
                <a:lnTo>
                  <a:pt x="996214" y="1021758"/>
                </a:lnTo>
                <a:lnTo>
                  <a:pt x="0" y="1021758"/>
                </a:lnTo>
                <a:lnTo>
                  <a:pt x="0" y="0"/>
                </a:lnTo>
                <a:close/>
              </a:path>
            </a:pathLst>
          </a:custGeom>
          <a:blipFill rotWithShape="1">
            <a:blip r:embed="rId3">
              <a:alphaModFix/>
            </a:blip>
            <a:stretch>
              <a:fillRect b="0" l="0" r="0" t="0"/>
            </a:stretch>
          </a:blipFill>
          <a:ln>
            <a:noFill/>
          </a:ln>
        </p:spPr>
      </p:sp>
      <p:sp>
        <p:nvSpPr>
          <p:cNvPr id="1592" name="Google Shape;1592;h26f5b0a23d79581a_7_0"/>
          <p:cNvSpPr/>
          <p:nvPr/>
        </p:nvSpPr>
        <p:spPr>
          <a:xfrm>
            <a:off x="9555748" y="3625341"/>
            <a:ext cx="272321" cy="272321"/>
          </a:xfrm>
          <a:custGeom>
            <a:rect b="b" l="l" r="r" t="t"/>
            <a:pathLst>
              <a:path extrusionOk="0" h="272321" w="272321">
                <a:moveTo>
                  <a:pt x="0" y="0"/>
                </a:moveTo>
                <a:lnTo>
                  <a:pt x="272321" y="0"/>
                </a:lnTo>
                <a:lnTo>
                  <a:pt x="272321" y="272321"/>
                </a:lnTo>
                <a:lnTo>
                  <a:pt x="0" y="272321"/>
                </a:lnTo>
                <a:lnTo>
                  <a:pt x="0" y="0"/>
                </a:lnTo>
                <a:close/>
              </a:path>
            </a:pathLst>
          </a:custGeom>
          <a:blipFill rotWithShape="1">
            <a:blip r:embed="rId4">
              <a:alphaModFix/>
            </a:blip>
            <a:stretch>
              <a:fillRect b="0" l="0" r="0" t="0"/>
            </a:stretch>
          </a:blipFill>
          <a:ln>
            <a:noFill/>
          </a:ln>
        </p:spPr>
      </p:sp>
      <p:sp>
        <p:nvSpPr>
          <p:cNvPr id="1593" name="Google Shape;1593;h26f5b0a23d79581a_7_0"/>
          <p:cNvSpPr txBox="1"/>
          <p:nvPr/>
        </p:nvSpPr>
        <p:spPr>
          <a:xfrm>
            <a:off x="2395000" y="893150"/>
            <a:ext cx="14258700" cy="769500"/>
          </a:xfrm>
          <a:prstGeom prst="rect">
            <a:avLst/>
          </a:prstGeom>
          <a:noFill/>
          <a:ln>
            <a:noFill/>
          </a:ln>
        </p:spPr>
        <p:txBody>
          <a:bodyPr anchorCtr="0" anchor="t" bIns="0" lIns="0" spcFirstLastPara="1" rIns="0" wrap="square" tIns="0">
            <a:spAutoFit/>
          </a:bodyPr>
          <a:lstStyle/>
          <a:p>
            <a:pPr indent="0" lvl="0" marL="0" marR="0" rtl="0" algn="l">
              <a:lnSpc>
                <a:spcPct val="192000"/>
              </a:lnSpc>
              <a:spcBef>
                <a:spcPts val="0"/>
              </a:spcBef>
              <a:spcAft>
                <a:spcPts val="0"/>
              </a:spcAft>
              <a:buNone/>
            </a:pPr>
            <a:r>
              <a:rPr b="1" i="0" lang="en-US" sz="5000" u="none" cap="none" strike="noStrike">
                <a:solidFill>
                  <a:srgbClr val="20538B"/>
                </a:solidFill>
                <a:latin typeface="Arial"/>
                <a:ea typeface="Arial"/>
                <a:cs typeface="Arial"/>
                <a:sym typeface="Arial"/>
              </a:rPr>
              <a:t>취약점 분석 및 시나리오</a:t>
            </a:r>
            <a:r>
              <a:rPr b="1" lang="en-US" sz="5000">
                <a:solidFill>
                  <a:srgbClr val="20538B"/>
                </a:solidFill>
              </a:rPr>
              <a:t> </a:t>
            </a:r>
            <a:r>
              <a:rPr b="1" lang="en-US" sz="3500">
                <a:solidFill>
                  <a:srgbClr val="20538B"/>
                </a:solidFill>
              </a:rPr>
              <a:t>- 정보 누출(cont’d)</a:t>
            </a:r>
            <a:endParaRPr b="1" i="0" sz="3500" u="none" cap="none" strike="noStrike">
              <a:solidFill>
                <a:srgbClr val="20538B"/>
              </a:solidFill>
              <a:latin typeface="Arial"/>
              <a:ea typeface="Arial"/>
              <a:cs typeface="Arial"/>
              <a:sym typeface="Arial"/>
            </a:endParaRPr>
          </a:p>
        </p:txBody>
      </p:sp>
      <p:sp>
        <p:nvSpPr>
          <p:cNvPr id="1594" name="Google Shape;1594;h26f5b0a23d79581a_7_0"/>
          <p:cNvSpPr txBox="1"/>
          <p:nvPr/>
        </p:nvSpPr>
        <p:spPr>
          <a:xfrm>
            <a:off x="1437501" y="920715"/>
            <a:ext cx="834600" cy="751200"/>
          </a:xfrm>
          <a:prstGeom prst="rect">
            <a:avLst/>
          </a:prstGeom>
          <a:noFill/>
          <a:ln>
            <a:noFill/>
          </a:ln>
        </p:spPr>
        <p:txBody>
          <a:bodyPr anchorCtr="0" anchor="t" bIns="0" lIns="0" spcFirstLastPara="1" rIns="0" wrap="square" tIns="0">
            <a:spAutoFit/>
          </a:bodyPr>
          <a:lstStyle/>
          <a:p>
            <a:pPr indent="0" lvl="0" marL="0" marR="0" rtl="0" algn="l">
              <a:lnSpc>
                <a:spcPct val="192009"/>
              </a:lnSpc>
              <a:spcBef>
                <a:spcPts val="0"/>
              </a:spcBef>
              <a:spcAft>
                <a:spcPts val="0"/>
              </a:spcAft>
              <a:buNone/>
            </a:pPr>
            <a:r>
              <a:rPr b="1" i="0" lang="en-US" sz="4881" u="none" cap="none" strike="noStrike">
                <a:solidFill>
                  <a:srgbClr val="CBDDEF"/>
                </a:solidFill>
                <a:latin typeface="Arial"/>
                <a:ea typeface="Arial"/>
                <a:cs typeface="Arial"/>
                <a:sym typeface="Arial"/>
              </a:rPr>
              <a:t>0</a:t>
            </a:r>
            <a:r>
              <a:rPr b="1" lang="en-US" sz="4881">
                <a:solidFill>
                  <a:srgbClr val="CBDDEF"/>
                </a:solidFill>
              </a:rPr>
              <a:t>4</a:t>
            </a:r>
            <a:endParaRPr/>
          </a:p>
        </p:txBody>
      </p:sp>
      <p:sp>
        <p:nvSpPr>
          <p:cNvPr id="1595" name="Google Shape;1595;h26f5b0a23d79581a_7_0"/>
          <p:cNvSpPr txBox="1"/>
          <p:nvPr/>
        </p:nvSpPr>
        <p:spPr>
          <a:xfrm>
            <a:off x="9988074" y="3545938"/>
            <a:ext cx="6140400" cy="4311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US" sz="2800">
                <a:solidFill>
                  <a:srgbClr val="20538B"/>
                </a:solidFill>
              </a:rPr>
              <a:t>주석 진단 주요 함수 및 클래스</a:t>
            </a:r>
            <a:endParaRPr/>
          </a:p>
        </p:txBody>
      </p:sp>
      <p:sp>
        <p:nvSpPr>
          <p:cNvPr id="1596" name="Google Shape;1596;h26f5b0a23d79581a_7_0"/>
          <p:cNvSpPr txBox="1"/>
          <p:nvPr/>
        </p:nvSpPr>
        <p:spPr>
          <a:xfrm>
            <a:off x="9988075" y="4128750"/>
            <a:ext cx="7298100" cy="3450300"/>
          </a:xfrm>
          <a:prstGeom prst="rect">
            <a:avLst/>
          </a:prstGeom>
          <a:noFill/>
          <a:ln>
            <a:noFill/>
          </a:ln>
        </p:spPr>
        <p:txBody>
          <a:bodyPr anchorCtr="0" anchor="t" bIns="0" lIns="0" spcFirstLastPara="1" rIns="0" wrap="square" tIns="0">
            <a:spAutoFit/>
          </a:bodyPr>
          <a:lstStyle/>
          <a:p>
            <a:pPr indent="-349250" lvl="0" marL="457200" marR="0" rtl="0" algn="l">
              <a:lnSpc>
                <a:spcPct val="155000"/>
              </a:lnSpc>
              <a:spcBef>
                <a:spcPts val="0"/>
              </a:spcBef>
              <a:spcAft>
                <a:spcPts val="0"/>
              </a:spcAft>
              <a:buClr>
                <a:srgbClr val="20538B"/>
              </a:buClr>
              <a:buSzPts val="1900"/>
              <a:buChar char="-"/>
            </a:pPr>
            <a:r>
              <a:rPr b="1" lang="en-US" sz="1900">
                <a:solidFill>
                  <a:srgbClr val="20538B"/>
                </a:solidFill>
              </a:rPr>
              <a:t>class WebCrawler</a:t>
            </a:r>
            <a:endParaRPr b="1" sz="1900">
              <a:solidFill>
                <a:srgbClr val="20538B"/>
              </a:solidFill>
            </a:endParaRPr>
          </a:p>
          <a:p>
            <a:pPr indent="-349250" lvl="1" marL="914400" marR="0" rtl="0" algn="l">
              <a:lnSpc>
                <a:spcPct val="155000"/>
              </a:lnSpc>
              <a:spcBef>
                <a:spcPts val="0"/>
              </a:spcBef>
              <a:spcAft>
                <a:spcPts val="0"/>
              </a:spcAft>
              <a:buClr>
                <a:srgbClr val="20538B"/>
              </a:buClr>
              <a:buSzPts val="1900"/>
              <a:buChar char="-"/>
            </a:pPr>
            <a:r>
              <a:rPr lang="en-US" sz="1900">
                <a:solidFill>
                  <a:srgbClr val="20538B"/>
                </a:solidFill>
              </a:rPr>
              <a:t>url 입력 후 crawl() 실행 시 url을 기준으로 연결된 링크 식별</a:t>
            </a:r>
            <a:endParaRPr sz="1900">
              <a:solidFill>
                <a:srgbClr val="20538B"/>
              </a:solidFill>
            </a:endParaRPr>
          </a:p>
          <a:p>
            <a:pPr indent="-349250" lvl="1" marL="914400" marR="0" rtl="0" algn="l">
              <a:lnSpc>
                <a:spcPct val="155000"/>
              </a:lnSpc>
              <a:spcBef>
                <a:spcPts val="0"/>
              </a:spcBef>
              <a:spcAft>
                <a:spcPts val="0"/>
              </a:spcAft>
              <a:buClr>
                <a:srgbClr val="20538B"/>
              </a:buClr>
              <a:buSzPts val="1900"/>
              <a:buChar char="-"/>
            </a:pPr>
            <a:r>
              <a:rPr lang="en-US" sz="1900">
                <a:solidFill>
                  <a:srgbClr val="20538B"/>
                </a:solidFill>
              </a:rPr>
              <a:t>get_urls()를 통해 입력 url을 포함한 연결된 링크 반환</a:t>
            </a:r>
            <a:endParaRPr sz="1900">
              <a:solidFill>
                <a:srgbClr val="20538B"/>
              </a:solidFill>
            </a:endParaRPr>
          </a:p>
          <a:p>
            <a:pPr indent="-349250" lvl="1" marL="914400" marR="0" rtl="0" algn="l">
              <a:lnSpc>
                <a:spcPct val="155000"/>
              </a:lnSpc>
              <a:spcBef>
                <a:spcPts val="0"/>
              </a:spcBef>
              <a:spcAft>
                <a:spcPts val="0"/>
              </a:spcAft>
              <a:buClr>
                <a:srgbClr val="20538B"/>
              </a:buClr>
              <a:buSzPts val="1900"/>
              <a:buChar char="-"/>
            </a:pPr>
            <a:r>
              <a:rPr lang="en-US" sz="1900">
                <a:solidFill>
                  <a:srgbClr val="20538B"/>
                </a:solidFill>
              </a:rPr>
              <a:t>로그인 전 로그인 페이지, 로그인 후 메인 페이지 대상 crawl</a:t>
            </a:r>
            <a:endParaRPr sz="1900">
              <a:solidFill>
                <a:srgbClr val="20538B"/>
              </a:solidFill>
            </a:endParaRPr>
          </a:p>
          <a:p>
            <a:pPr indent="-349250" lvl="0" marL="457200" marR="0" rtl="0" algn="l">
              <a:lnSpc>
                <a:spcPct val="155000"/>
              </a:lnSpc>
              <a:spcBef>
                <a:spcPts val="0"/>
              </a:spcBef>
              <a:spcAft>
                <a:spcPts val="0"/>
              </a:spcAft>
              <a:buClr>
                <a:srgbClr val="20538B"/>
              </a:buClr>
              <a:buSzPts val="1900"/>
              <a:buChar char="-"/>
            </a:pPr>
            <a:r>
              <a:rPr b="1" lang="en-US" sz="1900">
                <a:solidFill>
                  <a:srgbClr val="20538B"/>
                </a:solidFill>
              </a:rPr>
              <a:t>check_comment()</a:t>
            </a:r>
            <a:endParaRPr b="1" sz="1900">
              <a:solidFill>
                <a:srgbClr val="20538B"/>
              </a:solidFill>
            </a:endParaRPr>
          </a:p>
          <a:p>
            <a:pPr indent="-349250" lvl="1" marL="914400" marR="0" rtl="0" algn="l">
              <a:lnSpc>
                <a:spcPct val="155000"/>
              </a:lnSpc>
              <a:spcBef>
                <a:spcPts val="0"/>
              </a:spcBef>
              <a:spcAft>
                <a:spcPts val="0"/>
              </a:spcAft>
              <a:buClr>
                <a:srgbClr val="20538B"/>
              </a:buClr>
              <a:buSzPts val="1900"/>
              <a:buChar char="-"/>
            </a:pPr>
            <a:r>
              <a:rPr lang="en-US" sz="1900">
                <a:solidFill>
                  <a:srgbClr val="20538B"/>
                </a:solidFill>
              </a:rPr>
              <a:t>WebCrawler로 얻은 각 경로에 접근하여 주석 확인</a:t>
            </a:r>
            <a:endParaRPr sz="1900">
              <a:solidFill>
                <a:srgbClr val="20538B"/>
              </a:solidFill>
            </a:endParaRPr>
          </a:p>
          <a:p>
            <a:pPr indent="-349250" lvl="1" marL="914400" marR="0" rtl="0" algn="l">
              <a:lnSpc>
                <a:spcPct val="155000"/>
              </a:lnSpc>
              <a:spcBef>
                <a:spcPts val="0"/>
              </a:spcBef>
              <a:spcAft>
                <a:spcPts val="0"/>
              </a:spcAft>
              <a:buClr>
                <a:srgbClr val="20538B"/>
              </a:buClr>
              <a:buSzPts val="1900"/>
              <a:buChar char="-"/>
            </a:pPr>
            <a:r>
              <a:rPr lang="en-US" sz="1900">
                <a:solidFill>
                  <a:srgbClr val="20538B"/>
                </a:solidFill>
              </a:rPr>
              <a:t>comment_patterns를 기반으로 계정, 디버그 정보 식별</a:t>
            </a:r>
            <a:endParaRPr sz="1900">
              <a:solidFill>
                <a:srgbClr val="20538B"/>
              </a:solidFill>
            </a:endParaRPr>
          </a:p>
          <a:p>
            <a:pPr indent="0" lvl="0" marL="0" marR="0" rtl="0" algn="l">
              <a:lnSpc>
                <a:spcPct val="155000"/>
              </a:lnSpc>
              <a:spcBef>
                <a:spcPts val="0"/>
              </a:spcBef>
              <a:spcAft>
                <a:spcPts val="0"/>
              </a:spcAft>
              <a:buNone/>
            </a:pPr>
            <a:r>
              <a:t/>
            </a:r>
            <a:endParaRPr b="0" i="0" sz="1800" u="none" cap="none" strike="noStrike">
              <a:solidFill>
                <a:srgbClr val="94B6DA"/>
              </a:solidFill>
              <a:latin typeface="Arial"/>
              <a:ea typeface="Arial"/>
              <a:cs typeface="Arial"/>
              <a:sym typeface="Arial"/>
            </a:endParaRPr>
          </a:p>
        </p:txBody>
      </p:sp>
      <p:pic>
        <p:nvPicPr>
          <p:cNvPr id="1597" name="Google Shape;1597;h26f5b0a23d79581a_7_0"/>
          <p:cNvPicPr preferRelativeResize="0"/>
          <p:nvPr/>
        </p:nvPicPr>
        <p:blipFill>
          <a:blip r:embed="rId5">
            <a:alphaModFix/>
          </a:blip>
          <a:stretch>
            <a:fillRect/>
          </a:stretch>
        </p:blipFill>
        <p:spPr>
          <a:xfrm>
            <a:off x="985152" y="4128752"/>
            <a:ext cx="8460875" cy="2500575"/>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1" name="Shape 1601"/>
        <p:cNvGrpSpPr/>
        <p:nvPr/>
      </p:nvGrpSpPr>
      <p:grpSpPr>
        <a:xfrm>
          <a:off x="0" y="0"/>
          <a:ext cx="0" cy="0"/>
          <a:chOff x="0" y="0"/>
          <a:chExt cx="0" cy="0"/>
        </a:xfrm>
      </p:grpSpPr>
      <p:grpSp>
        <p:nvGrpSpPr>
          <p:cNvPr id="1602" name="Google Shape;1602;h32a9095667746e33_4_37"/>
          <p:cNvGrpSpPr/>
          <p:nvPr/>
        </p:nvGrpSpPr>
        <p:grpSpPr>
          <a:xfrm>
            <a:off x="-1081199" y="3274283"/>
            <a:ext cx="20615733" cy="7012716"/>
            <a:chOff x="-99239" y="-86"/>
            <a:chExt cx="27487644" cy="9350288"/>
          </a:xfrm>
        </p:grpSpPr>
        <p:grpSp>
          <p:nvGrpSpPr>
            <p:cNvPr id="1603" name="Google Shape;1603;h32a9095667746e33_4_37"/>
            <p:cNvGrpSpPr/>
            <p:nvPr/>
          </p:nvGrpSpPr>
          <p:grpSpPr>
            <a:xfrm rot="-5400000">
              <a:off x="11107617" y="-11206942"/>
              <a:ext cx="4770761" cy="27184472"/>
              <a:chOff x="0" y="-38100"/>
              <a:chExt cx="1831597" cy="10436700"/>
            </a:xfrm>
          </p:grpSpPr>
          <p:sp>
            <p:nvSpPr>
              <p:cNvPr id="1604" name="Google Shape;1604;h32a9095667746e33_4_37"/>
              <p:cNvSpPr/>
              <p:nvPr/>
            </p:nvSpPr>
            <p:spPr>
              <a:xfrm>
                <a:off x="0" y="0"/>
                <a:ext cx="1831597" cy="10398600"/>
              </a:xfrm>
              <a:custGeom>
                <a:rect b="b" l="l" r="r" t="t"/>
                <a:pathLst>
                  <a:path extrusionOk="0" h="10398600" w="1831597">
                    <a:moveTo>
                      <a:pt x="0" y="0"/>
                    </a:moveTo>
                    <a:lnTo>
                      <a:pt x="1831597" y="0"/>
                    </a:lnTo>
                    <a:lnTo>
                      <a:pt x="1831597" y="10398600"/>
                    </a:lnTo>
                    <a:lnTo>
                      <a:pt x="0" y="10398600"/>
                    </a:lnTo>
                    <a:close/>
                  </a:path>
                </a:pathLst>
              </a:custGeom>
              <a:solidFill>
                <a:srgbClr val="CBDDEF"/>
              </a:solidFill>
              <a:ln>
                <a:noFill/>
              </a:ln>
            </p:spPr>
          </p:sp>
          <p:sp>
            <p:nvSpPr>
              <p:cNvPr id="1605" name="Google Shape;1605;h32a9095667746e33_4_37"/>
              <p:cNvSpPr txBox="1"/>
              <p:nvPr/>
            </p:nvSpPr>
            <p:spPr>
              <a:xfrm>
                <a:off x="0" y="-38100"/>
                <a:ext cx="1831500" cy="10436700"/>
              </a:xfrm>
              <a:prstGeom prst="rect">
                <a:avLst/>
              </a:prstGeom>
              <a:noFill/>
              <a:ln>
                <a:noFill/>
              </a:ln>
            </p:spPr>
            <p:txBody>
              <a:bodyPr anchorCtr="0" anchor="ctr" bIns="27000" lIns="27000" spcFirstLastPara="1" rIns="27000" wrap="square" tIns="27000">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606" name="Google Shape;1606;h32a9095667746e33_4_37"/>
            <p:cNvGrpSpPr/>
            <p:nvPr/>
          </p:nvGrpSpPr>
          <p:grpSpPr>
            <a:xfrm rot="-5400000">
              <a:off x="11637133" y="-6401070"/>
              <a:ext cx="4579844" cy="26922700"/>
              <a:chOff x="0" y="-38100"/>
              <a:chExt cx="1758300" cy="10336200"/>
            </a:xfrm>
          </p:grpSpPr>
          <p:sp>
            <p:nvSpPr>
              <p:cNvPr id="1607" name="Google Shape;1607;h32a9095667746e33_4_37"/>
              <p:cNvSpPr/>
              <p:nvPr/>
            </p:nvSpPr>
            <p:spPr>
              <a:xfrm>
                <a:off x="0" y="0"/>
                <a:ext cx="1758210" cy="10298040"/>
              </a:xfrm>
              <a:custGeom>
                <a:rect b="b" l="l" r="r" t="t"/>
                <a:pathLst>
                  <a:path extrusionOk="0" h="10298040" w="1758210">
                    <a:moveTo>
                      <a:pt x="0" y="0"/>
                    </a:moveTo>
                    <a:lnTo>
                      <a:pt x="1758210" y="0"/>
                    </a:lnTo>
                    <a:lnTo>
                      <a:pt x="1758210" y="10298040"/>
                    </a:lnTo>
                    <a:lnTo>
                      <a:pt x="0" y="10298040"/>
                    </a:lnTo>
                    <a:close/>
                  </a:path>
                </a:pathLst>
              </a:custGeom>
              <a:solidFill>
                <a:srgbClr val="94B6DA"/>
              </a:solidFill>
              <a:ln>
                <a:noFill/>
              </a:ln>
            </p:spPr>
          </p:sp>
          <p:sp>
            <p:nvSpPr>
              <p:cNvPr id="1608" name="Google Shape;1608;h32a9095667746e33_4_37"/>
              <p:cNvSpPr txBox="1"/>
              <p:nvPr/>
            </p:nvSpPr>
            <p:spPr>
              <a:xfrm>
                <a:off x="0" y="-38100"/>
                <a:ext cx="1758300" cy="10336200"/>
              </a:xfrm>
              <a:prstGeom prst="rect">
                <a:avLst/>
              </a:prstGeom>
              <a:noFill/>
              <a:ln>
                <a:noFill/>
              </a:ln>
            </p:spPr>
            <p:txBody>
              <a:bodyPr anchorCtr="0" anchor="ctr" bIns="27000" lIns="27000" spcFirstLastPara="1" rIns="27000" wrap="square" tIns="27000">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grpSp>
        <p:nvGrpSpPr>
          <p:cNvPr id="1609" name="Google Shape;1609;h32a9095667746e33_4_37"/>
          <p:cNvGrpSpPr/>
          <p:nvPr/>
        </p:nvGrpSpPr>
        <p:grpSpPr>
          <a:xfrm>
            <a:off x="731085" y="622850"/>
            <a:ext cx="16825838" cy="9050174"/>
            <a:chOff x="0" y="-108814"/>
            <a:chExt cx="22434451" cy="12066898"/>
          </a:xfrm>
        </p:grpSpPr>
        <p:grpSp>
          <p:nvGrpSpPr>
            <p:cNvPr id="1610" name="Google Shape;1610;h32a9095667746e33_4_37"/>
            <p:cNvGrpSpPr/>
            <p:nvPr/>
          </p:nvGrpSpPr>
          <p:grpSpPr>
            <a:xfrm>
              <a:off x="26537" y="10214891"/>
              <a:ext cx="22386840" cy="1743193"/>
              <a:chOff x="0" y="-47625"/>
              <a:chExt cx="9809754" cy="763855"/>
            </a:xfrm>
          </p:grpSpPr>
          <p:sp>
            <p:nvSpPr>
              <p:cNvPr id="1611" name="Google Shape;1611;h32a9095667746e33_4_37"/>
              <p:cNvSpPr/>
              <p:nvPr/>
            </p:nvSpPr>
            <p:spPr>
              <a:xfrm>
                <a:off x="0" y="0"/>
                <a:ext cx="9809754" cy="716230"/>
              </a:xfrm>
              <a:custGeom>
                <a:rect b="b" l="l" r="r" t="t"/>
                <a:pathLst>
                  <a:path extrusionOk="0" h="716230" w="9809754">
                    <a:moveTo>
                      <a:pt x="0" y="0"/>
                    </a:moveTo>
                    <a:lnTo>
                      <a:pt x="9809754" y="0"/>
                    </a:lnTo>
                    <a:lnTo>
                      <a:pt x="9809754" y="716230"/>
                    </a:lnTo>
                    <a:lnTo>
                      <a:pt x="0" y="716230"/>
                    </a:lnTo>
                    <a:close/>
                  </a:path>
                </a:pathLst>
              </a:custGeom>
              <a:solidFill>
                <a:srgbClr val="20538B"/>
              </a:solidFill>
              <a:ln cap="sq" cmpd="sng" w="38100">
                <a:solidFill>
                  <a:srgbClr val="20538B"/>
                </a:solidFill>
                <a:prstDash val="solid"/>
                <a:miter lim="8000"/>
                <a:headEnd len="sm" w="sm" type="none"/>
                <a:tailEnd len="sm" w="sm" type="none"/>
              </a:ln>
            </p:spPr>
          </p:sp>
          <p:sp>
            <p:nvSpPr>
              <p:cNvPr id="1612" name="Google Shape;1612;h32a9095667746e33_4_37"/>
              <p:cNvSpPr txBox="1"/>
              <p:nvPr/>
            </p:nvSpPr>
            <p:spPr>
              <a:xfrm>
                <a:off x="0" y="-47625"/>
                <a:ext cx="9809700" cy="763800"/>
              </a:xfrm>
              <a:prstGeom prst="rect">
                <a:avLst/>
              </a:prstGeom>
              <a:noFill/>
              <a:ln>
                <a:noFill/>
              </a:ln>
            </p:spPr>
            <p:txBody>
              <a:bodyPr anchorCtr="0" anchor="ctr" bIns="50800" lIns="50800" spcFirstLastPara="1" rIns="50800" wrap="square" tIns="50800">
                <a:noAutofit/>
              </a:bodyPr>
              <a:lstStyle/>
              <a:p>
                <a:pPr indent="0" lvl="0" marL="0" marR="0" rtl="0" algn="ctr">
                  <a:lnSpc>
                    <a:spcPct val="175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613" name="Google Shape;1613;h32a9095667746e33_4_37"/>
            <p:cNvGrpSpPr/>
            <p:nvPr/>
          </p:nvGrpSpPr>
          <p:grpSpPr>
            <a:xfrm>
              <a:off x="0" y="-108814"/>
              <a:ext cx="22434451" cy="11946166"/>
              <a:chOff x="0" y="-47625"/>
              <a:chExt cx="9819000" cy="5228539"/>
            </a:xfrm>
          </p:grpSpPr>
          <p:sp>
            <p:nvSpPr>
              <p:cNvPr id="1614" name="Google Shape;1614;h32a9095667746e33_4_37"/>
              <p:cNvSpPr/>
              <p:nvPr/>
            </p:nvSpPr>
            <p:spPr>
              <a:xfrm>
                <a:off x="0" y="0"/>
                <a:ext cx="9818922" cy="5180914"/>
              </a:xfrm>
              <a:custGeom>
                <a:rect b="b" l="l" r="r" t="t"/>
                <a:pathLst>
                  <a:path extrusionOk="0" h="5180914" w="9818922">
                    <a:moveTo>
                      <a:pt x="0" y="0"/>
                    </a:moveTo>
                    <a:lnTo>
                      <a:pt x="9818922" y="0"/>
                    </a:lnTo>
                    <a:lnTo>
                      <a:pt x="9818922" y="5180914"/>
                    </a:lnTo>
                    <a:lnTo>
                      <a:pt x="0" y="5180914"/>
                    </a:lnTo>
                    <a:close/>
                  </a:path>
                </a:pathLst>
              </a:custGeom>
              <a:solidFill>
                <a:srgbClr val="FFFFFF"/>
              </a:solidFill>
              <a:ln cap="sq" cmpd="sng" w="38100">
                <a:solidFill>
                  <a:srgbClr val="20538B"/>
                </a:solidFill>
                <a:prstDash val="solid"/>
                <a:miter lim="8000"/>
                <a:headEnd len="sm" w="sm" type="none"/>
                <a:tailEnd len="sm" w="sm" type="none"/>
              </a:ln>
            </p:spPr>
          </p:sp>
          <p:sp>
            <p:nvSpPr>
              <p:cNvPr id="1615" name="Google Shape;1615;h32a9095667746e33_4_37"/>
              <p:cNvSpPr txBox="1"/>
              <p:nvPr/>
            </p:nvSpPr>
            <p:spPr>
              <a:xfrm>
                <a:off x="0" y="-47625"/>
                <a:ext cx="9819000" cy="5228400"/>
              </a:xfrm>
              <a:prstGeom prst="rect">
                <a:avLst/>
              </a:prstGeom>
              <a:noFill/>
              <a:ln>
                <a:noFill/>
              </a:ln>
            </p:spPr>
            <p:txBody>
              <a:bodyPr anchorCtr="0" anchor="ctr" bIns="50800" lIns="50800" spcFirstLastPara="1" rIns="50800" wrap="square" tIns="50800">
                <a:noAutofit/>
              </a:bodyPr>
              <a:lstStyle/>
              <a:p>
                <a:pPr indent="0" lvl="0" marL="0" marR="0" rtl="0" algn="ctr">
                  <a:lnSpc>
                    <a:spcPct val="175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grpSp>
        <p:nvGrpSpPr>
          <p:cNvPr id="1616" name="Google Shape;1616;h32a9095667746e33_4_37"/>
          <p:cNvGrpSpPr/>
          <p:nvPr/>
        </p:nvGrpSpPr>
        <p:grpSpPr>
          <a:xfrm>
            <a:off x="763743" y="662704"/>
            <a:ext cx="16759942" cy="1561150"/>
            <a:chOff x="0" y="-38100"/>
            <a:chExt cx="8581200" cy="799319"/>
          </a:xfrm>
        </p:grpSpPr>
        <p:sp>
          <p:nvSpPr>
            <p:cNvPr id="1617" name="Google Shape;1617;h32a9095667746e33_4_37"/>
            <p:cNvSpPr/>
            <p:nvPr/>
          </p:nvSpPr>
          <p:spPr>
            <a:xfrm>
              <a:off x="0" y="0"/>
              <a:ext cx="8581180" cy="761219"/>
            </a:xfrm>
            <a:custGeom>
              <a:rect b="b" l="l" r="r" t="t"/>
              <a:pathLst>
                <a:path extrusionOk="0" h="761219" w="8581180">
                  <a:moveTo>
                    <a:pt x="0" y="0"/>
                  </a:moveTo>
                  <a:lnTo>
                    <a:pt x="8581180" y="0"/>
                  </a:lnTo>
                  <a:lnTo>
                    <a:pt x="8581180" y="761219"/>
                  </a:lnTo>
                  <a:lnTo>
                    <a:pt x="0" y="761219"/>
                  </a:lnTo>
                  <a:close/>
                </a:path>
              </a:pathLst>
            </a:custGeom>
            <a:solidFill>
              <a:srgbClr val="EEF6FF"/>
            </a:solidFill>
            <a:ln cap="sq" cmpd="sng" w="9525">
              <a:solidFill>
                <a:srgbClr val="20538B"/>
              </a:solidFill>
              <a:prstDash val="solid"/>
              <a:miter lim="8000"/>
              <a:headEnd len="sm" w="sm" type="none"/>
              <a:tailEnd len="sm" w="sm" type="none"/>
            </a:ln>
          </p:spPr>
        </p:sp>
        <p:sp>
          <p:nvSpPr>
            <p:cNvPr id="1618" name="Google Shape;1618;h32a9095667746e33_4_37"/>
            <p:cNvSpPr txBox="1"/>
            <p:nvPr/>
          </p:nvSpPr>
          <p:spPr>
            <a:xfrm>
              <a:off x="0" y="-38100"/>
              <a:ext cx="8581200" cy="799200"/>
            </a:xfrm>
            <a:prstGeom prst="rect">
              <a:avLst/>
            </a:prstGeom>
            <a:noFill/>
            <a:ln>
              <a:noFill/>
            </a:ln>
          </p:spPr>
          <p:txBody>
            <a:bodyPr anchorCtr="0" anchor="ctr" bIns="39175" lIns="39175" spcFirstLastPara="1" rIns="39175" wrap="square" tIns="39175">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619" name="Google Shape;1619;h32a9095667746e33_4_37"/>
          <p:cNvSpPr/>
          <p:nvPr/>
        </p:nvSpPr>
        <p:spPr>
          <a:xfrm>
            <a:off x="15531691" y="160918"/>
            <a:ext cx="996214" cy="1021758"/>
          </a:xfrm>
          <a:custGeom>
            <a:rect b="b" l="l" r="r" t="t"/>
            <a:pathLst>
              <a:path extrusionOk="0" h="1021758" w="996214">
                <a:moveTo>
                  <a:pt x="0" y="0"/>
                </a:moveTo>
                <a:lnTo>
                  <a:pt x="996214" y="0"/>
                </a:lnTo>
                <a:lnTo>
                  <a:pt x="996214" y="1021758"/>
                </a:lnTo>
                <a:lnTo>
                  <a:pt x="0" y="1021758"/>
                </a:lnTo>
                <a:lnTo>
                  <a:pt x="0" y="0"/>
                </a:lnTo>
                <a:close/>
              </a:path>
            </a:pathLst>
          </a:custGeom>
          <a:blipFill rotWithShape="1">
            <a:blip r:embed="rId3">
              <a:alphaModFix/>
            </a:blip>
            <a:stretch>
              <a:fillRect b="0" l="0" r="0" t="0"/>
            </a:stretch>
          </a:blipFill>
          <a:ln>
            <a:noFill/>
          </a:ln>
        </p:spPr>
      </p:sp>
      <p:sp>
        <p:nvSpPr>
          <p:cNvPr id="1620" name="Google Shape;1620;h32a9095667746e33_4_37"/>
          <p:cNvSpPr/>
          <p:nvPr/>
        </p:nvSpPr>
        <p:spPr>
          <a:xfrm>
            <a:off x="9388185" y="4333816"/>
            <a:ext cx="272321" cy="272321"/>
          </a:xfrm>
          <a:custGeom>
            <a:rect b="b" l="l" r="r" t="t"/>
            <a:pathLst>
              <a:path extrusionOk="0" h="272321" w="272321">
                <a:moveTo>
                  <a:pt x="0" y="0"/>
                </a:moveTo>
                <a:lnTo>
                  <a:pt x="272321" y="0"/>
                </a:lnTo>
                <a:lnTo>
                  <a:pt x="272321" y="272321"/>
                </a:lnTo>
                <a:lnTo>
                  <a:pt x="0" y="272321"/>
                </a:lnTo>
                <a:lnTo>
                  <a:pt x="0" y="0"/>
                </a:lnTo>
                <a:close/>
              </a:path>
            </a:pathLst>
          </a:custGeom>
          <a:blipFill rotWithShape="1">
            <a:blip r:embed="rId4">
              <a:alphaModFix/>
            </a:blip>
            <a:stretch>
              <a:fillRect b="0" l="0" r="0" t="0"/>
            </a:stretch>
          </a:blipFill>
          <a:ln>
            <a:noFill/>
          </a:ln>
        </p:spPr>
      </p:sp>
      <p:sp>
        <p:nvSpPr>
          <p:cNvPr id="1621" name="Google Shape;1621;h32a9095667746e33_4_37"/>
          <p:cNvSpPr txBox="1"/>
          <p:nvPr/>
        </p:nvSpPr>
        <p:spPr>
          <a:xfrm>
            <a:off x="2395000" y="893150"/>
            <a:ext cx="14258700" cy="769500"/>
          </a:xfrm>
          <a:prstGeom prst="rect">
            <a:avLst/>
          </a:prstGeom>
          <a:noFill/>
          <a:ln>
            <a:noFill/>
          </a:ln>
        </p:spPr>
        <p:txBody>
          <a:bodyPr anchorCtr="0" anchor="t" bIns="0" lIns="0" spcFirstLastPara="1" rIns="0" wrap="square" tIns="0">
            <a:spAutoFit/>
          </a:bodyPr>
          <a:lstStyle/>
          <a:p>
            <a:pPr indent="0" lvl="0" marL="0" marR="0" rtl="0" algn="l">
              <a:lnSpc>
                <a:spcPct val="192000"/>
              </a:lnSpc>
              <a:spcBef>
                <a:spcPts val="0"/>
              </a:spcBef>
              <a:spcAft>
                <a:spcPts val="0"/>
              </a:spcAft>
              <a:buNone/>
            </a:pPr>
            <a:r>
              <a:rPr b="1" i="0" lang="en-US" sz="5000" u="none" cap="none" strike="noStrike">
                <a:solidFill>
                  <a:srgbClr val="20538B"/>
                </a:solidFill>
                <a:latin typeface="Arial"/>
                <a:ea typeface="Arial"/>
                <a:cs typeface="Arial"/>
                <a:sym typeface="Arial"/>
              </a:rPr>
              <a:t>취약점 분석 및 시나리오</a:t>
            </a:r>
            <a:r>
              <a:rPr b="1" lang="en-US" sz="5000">
                <a:solidFill>
                  <a:srgbClr val="20538B"/>
                </a:solidFill>
              </a:rPr>
              <a:t> </a:t>
            </a:r>
            <a:r>
              <a:rPr b="1" lang="en-US" sz="3500">
                <a:solidFill>
                  <a:srgbClr val="20538B"/>
                </a:solidFill>
              </a:rPr>
              <a:t>- 정보 누출(cont’d)</a:t>
            </a:r>
            <a:endParaRPr b="1" i="0" sz="3500" u="none" cap="none" strike="noStrike">
              <a:solidFill>
                <a:srgbClr val="20538B"/>
              </a:solidFill>
              <a:latin typeface="Arial"/>
              <a:ea typeface="Arial"/>
              <a:cs typeface="Arial"/>
              <a:sym typeface="Arial"/>
            </a:endParaRPr>
          </a:p>
        </p:txBody>
      </p:sp>
      <p:sp>
        <p:nvSpPr>
          <p:cNvPr id="1622" name="Google Shape;1622;h32a9095667746e33_4_37"/>
          <p:cNvSpPr txBox="1"/>
          <p:nvPr/>
        </p:nvSpPr>
        <p:spPr>
          <a:xfrm>
            <a:off x="1437501" y="920715"/>
            <a:ext cx="834600" cy="751200"/>
          </a:xfrm>
          <a:prstGeom prst="rect">
            <a:avLst/>
          </a:prstGeom>
          <a:noFill/>
          <a:ln>
            <a:noFill/>
          </a:ln>
        </p:spPr>
        <p:txBody>
          <a:bodyPr anchorCtr="0" anchor="t" bIns="0" lIns="0" spcFirstLastPara="1" rIns="0" wrap="square" tIns="0">
            <a:spAutoFit/>
          </a:bodyPr>
          <a:lstStyle/>
          <a:p>
            <a:pPr indent="0" lvl="0" marL="0" marR="0" rtl="0" algn="l">
              <a:lnSpc>
                <a:spcPct val="192009"/>
              </a:lnSpc>
              <a:spcBef>
                <a:spcPts val="0"/>
              </a:spcBef>
              <a:spcAft>
                <a:spcPts val="0"/>
              </a:spcAft>
              <a:buNone/>
            </a:pPr>
            <a:r>
              <a:rPr b="1" i="0" lang="en-US" sz="4881" u="none" cap="none" strike="noStrike">
                <a:solidFill>
                  <a:srgbClr val="CBDDEF"/>
                </a:solidFill>
                <a:latin typeface="Arial"/>
                <a:ea typeface="Arial"/>
                <a:cs typeface="Arial"/>
                <a:sym typeface="Arial"/>
              </a:rPr>
              <a:t>0</a:t>
            </a:r>
            <a:r>
              <a:rPr b="1" lang="en-US" sz="4881">
                <a:solidFill>
                  <a:srgbClr val="CBDDEF"/>
                </a:solidFill>
              </a:rPr>
              <a:t>4</a:t>
            </a:r>
            <a:endParaRPr/>
          </a:p>
        </p:txBody>
      </p:sp>
      <p:sp>
        <p:nvSpPr>
          <p:cNvPr id="1623" name="Google Shape;1623;h32a9095667746e33_4_37"/>
          <p:cNvSpPr txBox="1"/>
          <p:nvPr/>
        </p:nvSpPr>
        <p:spPr>
          <a:xfrm>
            <a:off x="9757649" y="4254413"/>
            <a:ext cx="6140400" cy="4311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US" sz="2800">
                <a:solidFill>
                  <a:srgbClr val="20538B"/>
                </a:solidFill>
              </a:rPr>
              <a:t>점검 항목 2. </a:t>
            </a:r>
            <a:r>
              <a:rPr b="1" lang="en-US" sz="2800">
                <a:solidFill>
                  <a:srgbClr val="20538B"/>
                </a:solidFill>
              </a:rPr>
              <a:t>개인정보 열람 페이지</a:t>
            </a:r>
            <a:endParaRPr/>
          </a:p>
        </p:txBody>
      </p:sp>
      <p:sp>
        <p:nvSpPr>
          <p:cNvPr id="1624" name="Google Shape;1624;h32a9095667746e33_4_37"/>
          <p:cNvSpPr txBox="1"/>
          <p:nvPr/>
        </p:nvSpPr>
        <p:spPr>
          <a:xfrm>
            <a:off x="9757650" y="4853515"/>
            <a:ext cx="6567300" cy="2543700"/>
          </a:xfrm>
          <a:prstGeom prst="rect">
            <a:avLst/>
          </a:prstGeom>
          <a:noFill/>
          <a:ln>
            <a:noFill/>
          </a:ln>
        </p:spPr>
        <p:txBody>
          <a:bodyPr anchorCtr="0" anchor="t" bIns="0" lIns="0" spcFirstLastPara="1" rIns="0" wrap="square" tIns="0">
            <a:spAutoFit/>
          </a:bodyPr>
          <a:lstStyle/>
          <a:p>
            <a:pPr indent="-349250" lvl="0" marL="457200" marR="0" rtl="0" algn="l">
              <a:lnSpc>
                <a:spcPct val="155000"/>
              </a:lnSpc>
              <a:spcBef>
                <a:spcPts val="0"/>
              </a:spcBef>
              <a:spcAft>
                <a:spcPts val="0"/>
              </a:spcAft>
              <a:buClr>
                <a:srgbClr val="20538B"/>
              </a:buClr>
              <a:buSzPts val="1900"/>
              <a:buChar char="-"/>
            </a:pPr>
            <a:r>
              <a:rPr lang="en-US" sz="1900">
                <a:solidFill>
                  <a:srgbClr val="20538B"/>
                </a:solidFill>
              </a:rPr>
              <a:t>마이페이지, 개인정보 수정 등</a:t>
            </a:r>
            <a:endParaRPr sz="1900">
              <a:solidFill>
                <a:srgbClr val="20538B"/>
              </a:solidFill>
            </a:endParaRPr>
          </a:p>
          <a:p>
            <a:pPr indent="-349250" lvl="0" marL="457200" marR="0" rtl="0" algn="l">
              <a:lnSpc>
                <a:spcPct val="155000"/>
              </a:lnSpc>
              <a:spcBef>
                <a:spcPts val="0"/>
              </a:spcBef>
              <a:spcAft>
                <a:spcPts val="0"/>
              </a:spcAft>
              <a:buClr>
                <a:srgbClr val="20538B"/>
              </a:buClr>
              <a:buSzPts val="1900"/>
              <a:buChar char="-"/>
            </a:pPr>
            <a:r>
              <a:rPr lang="en-US" sz="1900">
                <a:solidFill>
                  <a:srgbClr val="20538B"/>
                </a:solidFill>
              </a:rPr>
              <a:t>메인 페이지에서 개인정보 열람 페이지로 추정되는 경로 식별</a:t>
            </a:r>
            <a:endParaRPr sz="1900">
              <a:solidFill>
                <a:srgbClr val="20538B"/>
              </a:solidFill>
            </a:endParaRPr>
          </a:p>
          <a:p>
            <a:pPr indent="-349250" lvl="0" marL="457200" marR="0" rtl="0" algn="l">
              <a:lnSpc>
                <a:spcPct val="155000"/>
              </a:lnSpc>
              <a:spcBef>
                <a:spcPts val="0"/>
              </a:spcBef>
              <a:spcAft>
                <a:spcPts val="0"/>
              </a:spcAft>
              <a:buClr>
                <a:srgbClr val="20538B"/>
              </a:buClr>
              <a:buSzPts val="1900"/>
              <a:buChar char="-"/>
            </a:pPr>
            <a:r>
              <a:rPr lang="en-US" sz="1900">
                <a:solidFill>
                  <a:srgbClr val="20538B"/>
                </a:solidFill>
              </a:rPr>
              <a:t>각 </a:t>
            </a:r>
            <a:r>
              <a:rPr lang="en-US" sz="1900">
                <a:solidFill>
                  <a:srgbClr val="20538B"/>
                </a:solidFill>
              </a:rPr>
              <a:t>경로에서 중요정보가 평문으로 노출되는지 확인</a:t>
            </a:r>
            <a:endParaRPr sz="1900">
              <a:solidFill>
                <a:srgbClr val="20538B"/>
              </a:solidFill>
            </a:endParaRPr>
          </a:p>
          <a:p>
            <a:pPr indent="0" lvl="0" marL="0" marR="0" rtl="0" algn="l">
              <a:lnSpc>
                <a:spcPct val="155000"/>
              </a:lnSpc>
              <a:spcBef>
                <a:spcPts val="0"/>
              </a:spcBef>
              <a:spcAft>
                <a:spcPts val="0"/>
              </a:spcAft>
              <a:buNone/>
            </a:pPr>
            <a:r>
              <a:t/>
            </a:r>
            <a:endParaRPr sz="1900">
              <a:solidFill>
                <a:srgbClr val="20538B"/>
              </a:solidFill>
            </a:endParaRPr>
          </a:p>
          <a:p>
            <a:pPr indent="0" lvl="0" marL="0" marR="0" rtl="0" algn="l">
              <a:lnSpc>
                <a:spcPct val="155000"/>
              </a:lnSpc>
              <a:spcBef>
                <a:spcPts val="0"/>
              </a:spcBef>
              <a:spcAft>
                <a:spcPts val="0"/>
              </a:spcAft>
              <a:buNone/>
            </a:pPr>
            <a:r>
              <a:t/>
            </a:r>
            <a:endParaRPr b="0" i="0" sz="1800" u="none" cap="none" strike="noStrike">
              <a:solidFill>
                <a:srgbClr val="94B6DA"/>
              </a:solidFill>
              <a:latin typeface="Arial"/>
              <a:ea typeface="Arial"/>
              <a:cs typeface="Arial"/>
              <a:sym typeface="Arial"/>
            </a:endParaRPr>
          </a:p>
        </p:txBody>
      </p:sp>
      <p:pic>
        <p:nvPicPr>
          <p:cNvPr id="1625" name="Google Shape;1625;h32a9095667746e33_4_37"/>
          <p:cNvPicPr preferRelativeResize="0"/>
          <p:nvPr/>
        </p:nvPicPr>
        <p:blipFill>
          <a:blip r:embed="rId5">
            <a:alphaModFix/>
          </a:blip>
          <a:stretch>
            <a:fillRect/>
          </a:stretch>
        </p:blipFill>
        <p:spPr>
          <a:xfrm>
            <a:off x="2690800" y="3274263"/>
            <a:ext cx="5191125" cy="4829175"/>
          </a:xfrm>
          <a:prstGeom prst="rect">
            <a:avLst/>
          </a:prstGeom>
          <a:noFill/>
          <a:ln>
            <a:noFill/>
          </a:ln>
        </p:spPr>
      </p:pic>
      <p:sp>
        <p:nvSpPr>
          <p:cNvPr id="1626" name="Google Shape;1626;h32a9095667746e33_4_37"/>
          <p:cNvSpPr/>
          <p:nvPr/>
        </p:nvSpPr>
        <p:spPr>
          <a:xfrm>
            <a:off x="2762250" y="3302000"/>
            <a:ext cx="5191200" cy="4984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20538B"/>
              </a:solidFill>
              <a:latin typeface="Calibri"/>
              <a:ea typeface="Calibri"/>
              <a:cs typeface="Calibri"/>
              <a:sym typeface="Calibri"/>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0" name="Shape 1630"/>
        <p:cNvGrpSpPr/>
        <p:nvPr/>
      </p:nvGrpSpPr>
      <p:grpSpPr>
        <a:xfrm>
          <a:off x="0" y="0"/>
          <a:ext cx="0" cy="0"/>
          <a:chOff x="0" y="0"/>
          <a:chExt cx="0" cy="0"/>
        </a:xfrm>
      </p:grpSpPr>
      <p:grpSp>
        <p:nvGrpSpPr>
          <p:cNvPr id="1631" name="Google Shape;1631;h26f5b0a23d79581a_7_29"/>
          <p:cNvGrpSpPr/>
          <p:nvPr/>
        </p:nvGrpSpPr>
        <p:grpSpPr>
          <a:xfrm>
            <a:off x="-1081199" y="3274283"/>
            <a:ext cx="20615733" cy="7012716"/>
            <a:chOff x="-99239" y="-86"/>
            <a:chExt cx="27487644" cy="9350288"/>
          </a:xfrm>
        </p:grpSpPr>
        <p:grpSp>
          <p:nvGrpSpPr>
            <p:cNvPr id="1632" name="Google Shape;1632;h26f5b0a23d79581a_7_29"/>
            <p:cNvGrpSpPr/>
            <p:nvPr/>
          </p:nvGrpSpPr>
          <p:grpSpPr>
            <a:xfrm rot="-5400000">
              <a:off x="11107617" y="-11206942"/>
              <a:ext cx="4770761" cy="27184472"/>
              <a:chOff x="0" y="-38100"/>
              <a:chExt cx="1831597" cy="10436700"/>
            </a:xfrm>
          </p:grpSpPr>
          <p:sp>
            <p:nvSpPr>
              <p:cNvPr id="1633" name="Google Shape;1633;h26f5b0a23d79581a_7_29"/>
              <p:cNvSpPr/>
              <p:nvPr/>
            </p:nvSpPr>
            <p:spPr>
              <a:xfrm>
                <a:off x="0" y="0"/>
                <a:ext cx="1831597" cy="10398600"/>
              </a:xfrm>
              <a:custGeom>
                <a:rect b="b" l="l" r="r" t="t"/>
                <a:pathLst>
                  <a:path extrusionOk="0" h="10398600" w="1831597">
                    <a:moveTo>
                      <a:pt x="0" y="0"/>
                    </a:moveTo>
                    <a:lnTo>
                      <a:pt x="1831597" y="0"/>
                    </a:lnTo>
                    <a:lnTo>
                      <a:pt x="1831597" y="10398600"/>
                    </a:lnTo>
                    <a:lnTo>
                      <a:pt x="0" y="10398600"/>
                    </a:lnTo>
                    <a:close/>
                  </a:path>
                </a:pathLst>
              </a:custGeom>
              <a:solidFill>
                <a:srgbClr val="CBDDEF"/>
              </a:solidFill>
              <a:ln>
                <a:noFill/>
              </a:ln>
            </p:spPr>
          </p:sp>
          <p:sp>
            <p:nvSpPr>
              <p:cNvPr id="1634" name="Google Shape;1634;h26f5b0a23d79581a_7_29"/>
              <p:cNvSpPr txBox="1"/>
              <p:nvPr/>
            </p:nvSpPr>
            <p:spPr>
              <a:xfrm>
                <a:off x="0" y="-38100"/>
                <a:ext cx="1831500" cy="10436700"/>
              </a:xfrm>
              <a:prstGeom prst="rect">
                <a:avLst/>
              </a:prstGeom>
              <a:noFill/>
              <a:ln>
                <a:noFill/>
              </a:ln>
            </p:spPr>
            <p:txBody>
              <a:bodyPr anchorCtr="0" anchor="ctr" bIns="27000" lIns="27000" spcFirstLastPara="1" rIns="27000" wrap="square" tIns="27000">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635" name="Google Shape;1635;h26f5b0a23d79581a_7_29"/>
            <p:cNvGrpSpPr/>
            <p:nvPr/>
          </p:nvGrpSpPr>
          <p:grpSpPr>
            <a:xfrm rot="-5400000">
              <a:off x="11637133" y="-6401070"/>
              <a:ext cx="4579844" cy="26922700"/>
              <a:chOff x="0" y="-38100"/>
              <a:chExt cx="1758300" cy="10336200"/>
            </a:xfrm>
          </p:grpSpPr>
          <p:sp>
            <p:nvSpPr>
              <p:cNvPr id="1636" name="Google Shape;1636;h26f5b0a23d79581a_7_29"/>
              <p:cNvSpPr/>
              <p:nvPr/>
            </p:nvSpPr>
            <p:spPr>
              <a:xfrm>
                <a:off x="0" y="0"/>
                <a:ext cx="1758210" cy="10298040"/>
              </a:xfrm>
              <a:custGeom>
                <a:rect b="b" l="l" r="r" t="t"/>
                <a:pathLst>
                  <a:path extrusionOk="0" h="10298040" w="1758210">
                    <a:moveTo>
                      <a:pt x="0" y="0"/>
                    </a:moveTo>
                    <a:lnTo>
                      <a:pt x="1758210" y="0"/>
                    </a:lnTo>
                    <a:lnTo>
                      <a:pt x="1758210" y="10298040"/>
                    </a:lnTo>
                    <a:lnTo>
                      <a:pt x="0" y="10298040"/>
                    </a:lnTo>
                    <a:close/>
                  </a:path>
                </a:pathLst>
              </a:custGeom>
              <a:solidFill>
                <a:srgbClr val="94B6DA"/>
              </a:solidFill>
              <a:ln>
                <a:noFill/>
              </a:ln>
            </p:spPr>
          </p:sp>
          <p:sp>
            <p:nvSpPr>
              <p:cNvPr id="1637" name="Google Shape;1637;h26f5b0a23d79581a_7_29"/>
              <p:cNvSpPr txBox="1"/>
              <p:nvPr/>
            </p:nvSpPr>
            <p:spPr>
              <a:xfrm>
                <a:off x="0" y="-38100"/>
                <a:ext cx="1758300" cy="10336200"/>
              </a:xfrm>
              <a:prstGeom prst="rect">
                <a:avLst/>
              </a:prstGeom>
              <a:noFill/>
              <a:ln>
                <a:noFill/>
              </a:ln>
            </p:spPr>
            <p:txBody>
              <a:bodyPr anchorCtr="0" anchor="ctr" bIns="27000" lIns="27000" spcFirstLastPara="1" rIns="27000" wrap="square" tIns="27000">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grpSp>
        <p:nvGrpSpPr>
          <p:cNvPr id="1638" name="Google Shape;1638;h26f5b0a23d79581a_7_29"/>
          <p:cNvGrpSpPr/>
          <p:nvPr/>
        </p:nvGrpSpPr>
        <p:grpSpPr>
          <a:xfrm>
            <a:off x="731085" y="622850"/>
            <a:ext cx="16825838" cy="9050174"/>
            <a:chOff x="0" y="-108814"/>
            <a:chExt cx="22434451" cy="12066898"/>
          </a:xfrm>
        </p:grpSpPr>
        <p:grpSp>
          <p:nvGrpSpPr>
            <p:cNvPr id="1639" name="Google Shape;1639;h26f5b0a23d79581a_7_29"/>
            <p:cNvGrpSpPr/>
            <p:nvPr/>
          </p:nvGrpSpPr>
          <p:grpSpPr>
            <a:xfrm>
              <a:off x="26537" y="10214891"/>
              <a:ext cx="22386840" cy="1743193"/>
              <a:chOff x="0" y="-47625"/>
              <a:chExt cx="9809754" cy="763855"/>
            </a:xfrm>
          </p:grpSpPr>
          <p:sp>
            <p:nvSpPr>
              <p:cNvPr id="1640" name="Google Shape;1640;h26f5b0a23d79581a_7_29"/>
              <p:cNvSpPr/>
              <p:nvPr/>
            </p:nvSpPr>
            <p:spPr>
              <a:xfrm>
                <a:off x="0" y="0"/>
                <a:ext cx="9809754" cy="716230"/>
              </a:xfrm>
              <a:custGeom>
                <a:rect b="b" l="l" r="r" t="t"/>
                <a:pathLst>
                  <a:path extrusionOk="0" h="716230" w="9809754">
                    <a:moveTo>
                      <a:pt x="0" y="0"/>
                    </a:moveTo>
                    <a:lnTo>
                      <a:pt x="9809754" y="0"/>
                    </a:lnTo>
                    <a:lnTo>
                      <a:pt x="9809754" y="716230"/>
                    </a:lnTo>
                    <a:lnTo>
                      <a:pt x="0" y="716230"/>
                    </a:lnTo>
                    <a:close/>
                  </a:path>
                </a:pathLst>
              </a:custGeom>
              <a:solidFill>
                <a:srgbClr val="20538B"/>
              </a:solidFill>
              <a:ln cap="sq" cmpd="sng" w="38100">
                <a:solidFill>
                  <a:srgbClr val="20538B"/>
                </a:solidFill>
                <a:prstDash val="solid"/>
                <a:miter lim="8000"/>
                <a:headEnd len="sm" w="sm" type="none"/>
                <a:tailEnd len="sm" w="sm" type="none"/>
              </a:ln>
            </p:spPr>
          </p:sp>
          <p:sp>
            <p:nvSpPr>
              <p:cNvPr id="1641" name="Google Shape;1641;h26f5b0a23d79581a_7_29"/>
              <p:cNvSpPr txBox="1"/>
              <p:nvPr/>
            </p:nvSpPr>
            <p:spPr>
              <a:xfrm>
                <a:off x="0" y="-47625"/>
                <a:ext cx="9809700" cy="763800"/>
              </a:xfrm>
              <a:prstGeom prst="rect">
                <a:avLst/>
              </a:prstGeom>
              <a:noFill/>
              <a:ln>
                <a:noFill/>
              </a:ln>
            </p:spPr>
            <p:txBody>
              <a:bodyPr anchorCtr="0" anchor="ctr" bIns="50800" lIns="50800" spcFirstLastPara="1" rIns="50800" wrap="square" tIns="50800">
                <a:noAutofit/>
              </a:bodyPr>
              <a:lstStyle/>
              <a:p>
                <a:pPr indent="0" lvl="0" marL="0" marR="0" rtl="0" algn="ctr">
                  <a:lnSpc>
                    <a:spcPct val="175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642" name="Google Shape;1642;h26f5b0a23d79581a_7_29"/>
            <p:cNvGrpSpPr/>
            <p:nvPr/>
          </p:nvGrpSpPr>
          <p:grpSpPr>
            <a:xfrm>
              <a:off x="0" y="-108814"/>
              <a:ext cx="22434451" cy="11946166"/>
              <a:chOff x="0" y="-47625"/>
              <a:chExt cx="9819000" cy="5228539"/>
            </a:xfrm>
          </p:grpSpPr>
          <p:sp>
            <p:nvSpPr>
              <p:cNvPr id="1643" name="Google Shape;1643;h26f5b0a23d79581a_7_29"/>
              <p:cNvSpPr/>
              <p:nvPr/>
            </p:nvSpPr>
            <p:spPr>
              <a:xfrm>
                <a:off x="0" y="0"/>
                <a:ext cx="9818922" cy="5180914"/>
              </a:xfrm>
              <a:custGeom>
                <a:rect b="b" l="l" r="r" t="t"/>
                <a:pathLst>
                  <a:path extrusionOk="0" h="5180914" w="9818922">
                    <a:moveTo>
                      <a:pt x="0" y="0"/>
                    </a:moveTo>
                    <a:lnTo>
                      <a:pt x="9818922" y="0"/>
                    </a:lnTo>
                    <a:lnTo>
                      <a:pt x="9818922" y="5180914"/>
                    </a:lnTo>
                    <a:lnTo>
                      <a:pt x="0" y="5180914"/>
                    </a:lnTo>
                    <a:close/>
                  </a:path>
                </a:pathLst>
              </a:custGeom>
              <a:solidFill>
                <a:srgbClr val="FFFFFF"/>
              </a:solidFill>
              <a:ln cap="sq" cmpd="sng" w="38100">
                <a:solidFill>
                  <a:srgbClr val="20538B"/>
                </a:solidFill>
                <a:prstDash val="solid"/>
                <a:miter lim="8000"/>
                <a:headEnd len="sm" w="sm" type="none"/>
                <a:tailEnd len="sm" w="sm" type="none"/>
              </a:ln>
            </p:spPr>
          </p:sp>
          <p:sp>
            <p:nvSpPr>
              <p:cNvPr id="1644" name="Google Shape;1644;h26f5b0a23d79581a_7_29"/>
              <p:cNvSpPr txBox="1"/>
              <p:nvPr/>
            </p:nvSpPr>
            <p:spPr>
              <a:xfrm>
                <a:off x="0" y="-47625"/>
                <a:ext cx="9819000" cy="5228400"/>
              </a:xfrm>
              <a:prstGeom prst="rect">
                <a:avLst/>
              </a:prstGeom>
              <a:noFill/>
              <a:ln>
                <a:noFill/>
              </a:ln>
            </p:spPr>
            <p:txBody>
              <a:bodyPr anchorCtr="0" anchor="ctr" bIns="50800" lIns="50800" spcFirstLastPara="1" rIns="50800" wrap="square" tIns="50800">
                <a:noAutofit/>
              </a:bodyPr>
              <a:lstStyle/>
              <a:p>
                <a:pPr indent="0" lvl="0" marL="0" marR="0" rtl="0" algn="ctr">
                  <a:lnSpc>
                    <a:spcPct val="175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grpSp>
        <p:nvGrpSpPr>
          <p:cNvPr id="1645" name="Google Shape;1645;h26f5b0a23d79581a_7_29"/>
          <p:cNvGrpSpPr/>
          <p:nvPr/>
        </p:nvGrpSpPr>
        <p:grpSpPr>
          <a:xfrm>
            <a:off x="763743" y="662704"/>
            <a:ext cx="16759942" cy="1561150"/>
            <a:chOff x="0" y="-38100"/>
            <a:chExt cx="8581200" cy="799319"/>
          </a:xfrm>
        </p:grpSpPr>
        <p:sp>
          <p:nvSpPr>
            <p:cNvPr id="1646" name="Google Shape;1646;h26f5b0a23d79581a_7_29"/>
            <p:cNvSpPr/>
            <p:nvPr/>
          </p:nvSpPr>
          <p:spPr>
            <a:xfrm>
              <a:off x="0" y="0"/>
              <a:ext cx="8581180" cy="761219"/>
            </a:xfrm>
            <a:custGeom>
              <a:rect b="b" l="l" r="r" t="t"/>
              <a:pathLst>
                <a:path extrusionOk="0" h="761219" w="8581180">
                  <a:moveTo>
                    <a:pt x="0" y="0"/>
                  </a:moveTo>
                  <a:lnTo>
                    <a:pt x="8581180" y="0"/>
                  </a:lnTo>
                  <a:lnTo>
                    <a:pt x="8581180" y="761219"/>
                  </a:lnTo>
                  <a:lnTo>
                    <a:pt x="0" y="761219"/>
                  </a:lnTo>
                  <a:close/>
                </a:path>
              </a:pathLst>
            </a:custGeom>
            <a:solidFill>
              <a:srgbClr val="EEF6FF"/>
            </a:solidFill>
            <a:ln cap="sq" cmpd="sng" w="9525">
              <a:solidFill>
                <a:srgbClr val="20538B"/>
              </a:solidFill>
              <a:prstDash val="solid"/>
              <a:miter lim="8000"/>
              <a:headEnd len="sm" w="sm" type="none"/>
              <a:tailEnd len="sm" w="sm" type="none"/>
            </a:ln>
          </p:spPr>
        </p:sp>
        <p:sp>
          <p:nvSpPr>
            <p:cNvPr id="1647" name="Google Shape;1647;h26f5b0a23d79581a_7_29"/>
            <p:cNvSpPr txBox="1"/>
            <p:nvPr/>
          </p:nvSpPr>
          <p:spPr>
            <a:xfrm>
              <a:off x="0" y="-38100"/>
              <a:ext cx="8581200" cy="799200"/>
            </a:xfrm>
            <a:prstGeom prst="rect">
              <a:avLst/>
            </a:prstGeom>
            <a:noFill/>
            <a:ln>
              <a:noFill/>
            </a:ln>
          </p:spPr>
          <p:txBody>
            <a:bodyPr anchorCtr="0" anchor="ctr" bIns="39175" lIns="39175" spcFirstLastPara="1" rIns="39175" wrap="square" tIns="39175">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648" name="Google Shape;1648;h26f5b0a23d79581a_7_29"/>
          <p:cNvSpPr/>
          <p:nvPr/>
        </p:nvSpPr>
        <p:spPr>
          <a:xfrm>
            <a:off x="15531691" y="160918"/>
            <a:ext cx="996214" cy="1021758"/>
          </a:xfrm>
          <a:custGeom>
            <a:rect b="b" l="l" r="r" t="t"/>
            <a:pathLst>
              <a:path extrusionOk="0" h="1021758" w="996214">
                <a:moveTo>
                  <a:pt x="0" y="0"/>
                </a:moveTo>
                <a:lnTo>
                  <a:pt x="996214" y="0"/>
                </a:lnTo>
                <a:lnTo>
                  <a:pt x="996214" y="1021758"/>
                </a:lnTo>
                <a:lnTo>
                  <a:pt x="0" y="1021758"/>
                </a:lnTo>
                <a:lnTo>
                  <a:pt x="0" y="0"/>
                </a:lnTo>
                <a:close/>
              </a:path>
            </a:pathLst>
          </a:custGeom>
          <a:blipFill rotWithShape="1">
            <a:blip r:embed="rId3">
              <a:alphaModFix/>
            </a:blip>
            <a:stretch>
              <a:fillRect b="0" l="0" r="0" t="0"/>
            </a:stretch>
          </a:blipFill>
          <a:ln>
            <a:noFill/>
          </a:ln>
        </p:spPr>
      </p:sp>
      <p:sp>
        <p:nvSpPr>
          <p:cNvPr id="1649" name="Google Shape;1649;h26f5b0a23d79581a_7_29"/>
          <p:cNvSpPr/>
          <p:nvPr/>
        </p:nvSpPr>
        <p:spPr>
          <a:xfrm>
            <a:off x="1296048" y="6015466"/>
            <a:ext cx="272321" cy="272321"/>
          </a:xfrm>
          <a:custGeom>
            <a:rect b="b" l="l" r="r" t="t"/>
            <a:pathLst>
              <a:path extrusionOk="0" h="272321" w="272321">
                <a:moveTo>
                  <a:pt x="0" y="0"/>
                </a:moveTo>
                <a:lnTo>
                  <a:pt x="272321" y="0"/>
                </a:lnTo>
                <a:lnTo>
                  <a:pt x="272321" y="272321"/>
                </a:lnTo>
                <a:lnTo>
                  <a:pt x="0" y="272321"/>
                </a:lnTo>
                <a:lnTo>
                  <a:pt x="0" y="0"/>
                </a:lnTo>
                <a:close/>
              </a:path>
            </a:pathLst>
          </a:custGeom>
          <a:blipFill rotWithShape="1">
            <a:blip r:embed="rId4">
              <a:alphaModFix/>
            </a:blip>
            <a:stretch>
              <a:fillRect b="0" l="0" r="0" t="0"/>
            </a:stretch>
          </a:blipFill>
          <a:ln>
            <a:noFill/>
          </a:ln>
        </p:spPr>
      </p:sp>
      <p:sp>
        <p:nvSpPr>
          <p:cNvPr id="1650" name="Google Shape;1650;h26f5b0a23d79581a_7_29"/>
          <p:cNvSpPr txBox="1"/>
          <p:nvPr/>
        </p:nvSpPr>
        <p:spPr>
          <a:xfrm>
            <a:off x="2395000" y="893150"/>
            <a:ext cx="14258700" cy="769500"/>
          </a:xfrm>
          <a:prstGeom prst="rect">
            <a:avLst/>
          </a:prstGeom>
          <a:noFill/>
          <a:ln>
            <a:noFill/>
          </a:ln>
        </p:spPr>
        <p:txBody>
          <a:bodyPr anchorCtr="0" anchor="t" bIns="0" lIns="0" spcFirstLastPara="1" rIns="0" wrap="square" tIns="0">
            <a:spAutoFit/>
          </a:bodyPr>
          <a:lstStyle/>
          <a:p>
            <a:pPr indent="0" lvl="0" marL="0" marR="0" rtl="0" algn="l">
              <a:lnSpc>
                <a:spcPct val="192000"/>
              </a:lnSpc>
              <a:spcBef>
                <a:spcPts val="0"/>
              </a:spcBef>
              <a:spcAft>
                <a:spcPts val="0"/>
              </a:spcAft>
              <a:buNone/>
            </a:pPr>
            <a:r>
              <a:rPr b="1" i="0" lang="en-US" sz="5000" u="none" cap="none" strike="noStrike">
                <a:solidFill>
                  <a:srgbClr val="20538B"/>
                </a:solidFill>
                <a:latin typeface="Arial"/>
                <a:ea typeface="Arial"/>
                <a:cs typeface="Arial"/>
                <a:sym typeface="Arial"/>
              </a:rPr>
              <a:t>취약점 분석 및 시나리오</a:t>
            </a:r>
            <a:r>
              <a:rPr b="1" lang="en-US" sz="5000">
                <a:solidFill>
                  <a:srgbClr val="20538B"/>
                </a:solidFill>
              </a:rPr>
              <a:t> </a:t>
            </a:r>
            <a:r>
              <a:rPr b="1" lang="en-US" sz="3500">
                <a:solidFill>
                  <a:srgbClr val="20538B"/>
                </a:solidFill>
              </a:rPr>
              <a:t>- 정보 누출(cont’d)</a:t>
            </a:r>
            <a:endParaRPr b="1" i="0" sz="3500" u="none" cap="none" strike="noStrike">
              <a:solidFill>
                <a:srgbClr val="20538B"/>
              </a:solidFill>
              <a:latin typeface="Arial"/>
              <a:ea typeface="Arial"/>
              <a:cs typeface="Arial"/>
              <a:sym typeface="Arial"/>
            </a:endParaRPr>
          </a:p>
        </p:txBody>
      </p:sp>
      <p:sp>
        <p:nvSpPr>
          <p:cNvPr id="1651" name="Google Shape;1651;h26f5b0a23d79581a_7_29"/>
          <p:cNvSpPr txBox="1"/>
          <p:nvPr/>
        </p:nvSpPr>
        <p:spPr>
          <a:xfrm>
            <a:off x="1437501" y="920715"/>
            <a:ext cx="834600" cy="751200"/>
          </a:xfrm>
          <a:prstGeom prst="rect">
            <a:avLst/>
          </a:prstGeom>
          <a:noFill/>
          <a:ln>
            <a:noFill/>
          </a:ln>
        </p:spPr>
        <p:txBody>
          <a:bodyPr anchorCtr="0" anchor="t" bIns="0" lIns="0" spcFirstLastPara="1" rIns="0" wrap="square" tIns="0">
            <a:spAutoFit/>
          </a:bodyPr>
          <a:lstStyle/>
          <a:p>
            <a:pPr indent="0" lvl="0" marL="0" marR="0" rtl="0" algn="l">
              <a:lnSpc>
                <a:spcPct val="192009"/>
              </a:lnSpc>
              <a:spcBef>
                <a:spcPts val="0"/>
              </a:spcBef>
              <a:spcAft>
                <a:spcPts val="0"/>
              </a:spcAft>
              <a:buNone/>
            </a:pPr>
            <a:r>
              <a:rPr b="1" i="0" lang="en-US" sz="4881" u="none" cap="none" strike="noStrike">
                <a:solidFill>
                  <a:srgbClr val="CBDDEF"/>
                </a:solidFill>
                <a:latin typeface="Arial"/>
                <a:ea typeface="Arial"/>
                <a:cs typeface="Arial"/>
                <a:sym typeface="Arial"/>
              </a:rPr>
              <a:t>0</a:t>
            </a:r>
            <a:r>
              <a:rPr b="1" lang="en-US" sz="4881">
                <a:solidFill>
                  <a:srgbClr val="CBDDEF"/>
                </a:solidFill>
              </a:rPr>
              <a:t>4</a:t>
            </a:r>
            <a:endParaRPr/>
          </a:p>
        </p:txBody>
      </p:sp>
      <p:sp>
        <p:nvSpPr>
          <p:cNvPr id="1652" name="Google Shape;1652;h26f5b0a23d79581a_7_29"/>
          <p:cNvSpPr txBox="1"/>
          <p:nvPr/>
        </p:nvSpPr>
        <p:spPr>
          <a:xfrm>
            <a:off x="1678074" y="5936076"/>
            <a:ext cx="6140400" cy="4311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US" sz="2800">
                <a:solidFill>
                  <a:srgbClr val="20538B"/>
                </a:solidFill>
              </a:rPr>
              <a:t>개인정보 열람 페이지 진단 </a:t>
            </a:r>
            <a:r>
              <a:rPr b="1" lang="en-US" sz="2800">
                <a:solidFill>
                  <a:srgbClr val="20538B"/>
                </a:solidFill>
              </a:rPr>
              <a:t>주요 함수</a:t>
            </a:r>
            <a:endParaRPr/>
          </a:p>
        </p:txBody>
      </p:sp>
      <p:sp>
        <p:nvSpPr>
          <p:cNvPr id="1653" name="Google Shape;1653;h26f5b0a23d79581a_7_29"/>
          <p:cNvSpPr txBox="1"/>
          <p:nvPr/>
        </p:nvSpPr>
        <p:spPr>
          <a:xfrm>
            <a:off x="11808500" y="6533225"/>
            <a:ext cx="5245800" cy="3450300"/>
          </a:xfrm>
          <a:prstGeom prst="rect">
            <a:avLst/>
          </a:prstGeom>
          <a:noFill/>
          <a:ln>
            <a:noFill/>
          </a:ln>
        </p:spPr>
        <p:txBody>
          <a:bodyPr anchorCtr="0" anchor="t" bIns="0" lIns="0" spcFirstLastPara="1" rIns="0" wrap="square" tIns="0">
            <a:spAutoFit/>
          </a:bodyPr>
          <a:lstStyle/>
          <a:p>
            <a:pPr indent="-349250" lvl="0" marL="457200" marR="0" rtl="0" algn="l">
              <a:lnSpc>
                <a:spcPct val="155000"/>
              </a:lnSpc>
              <a:spcBef>
                <a:spcPts val="0"/>
              </a:spcBef>
              <a:spcAft>
                <a:spcPts val="0"/>
              </a:spcAft>
              <a:buClr>
                <a:srgbClr val="20538B"/>
              </a:buClr>
              <a:buSzPts val="1900"/>
              <a:buChar char="-"/>
            </a:pPr>
            <a:r>
              <a:rPr b="1" lang="en-US" sz="1900">
                <a:solidFill>
                  <a:srgbClr val="20538B"/>
                </a:solidFill>
              </a:rPr>
              <a:t>check_personal_info()</a:t>
            </a:r>
            <a:endParaRPr b="1" sz="1900">
              <a:solidFill>
                <a:srgbClr val="20538B"/>
              </a:solidFill>
            </a:endParaRPr>
          </a:p>
          <a:p>
            <a:pPr indent="-349250" lvl="1" marL="914400" marR="0" rtl="0" algn="l">
              <a:lnSpc>
                <a:spcPct val="155000"/>
              </a:lnSpc>
              <a:spcBef>
                <a:spcPts val="0"/>
              </a:spcBef>
              <a:spcAft>
                <a:spcPts val="0"/>
              </a:spcAft>
              <a:buClr>
                <a:srgbClr val="20538B"/>
              </a:buClr>
              <a:buSzPts val="1900"/>
              <a:buChar char="-"/>
            </a:pPr>
            <a:r>
              <a:rPr lang="en-US" sz="1900">
                <a:solidFill>
                  <a:srgbClr val="20538B"/>
                </a:solidFill>
              </a:rPr>
              <a:t>find_personal_info() 에서 확인된 개인정보 중 중요 정보가 노출되는지 확인</a:t>
            </a:r>
            <a:endParaRPr sz="1900">
              <a:solidFill>
                <a:srgbClr val="20538B"/>
              </a:solidFill>
            </a:endParaRPr>
          </a:p>
          <a:p>
            <a:pPr indent="-349250" lvl="1" marL="914400" marR="0" rtl="0" algn="l">
              <a:lnSpc>
                <a:spcPct val="155000"/>
              </a:lnSpc>
              <a:spcBef>
                <a:spcPts val="0"/>
              </a:spcBef>
              <a:spcAft>
                <a:spcPts val="0"/>
              </a:spcAft>
              <a:buClr>
                <a:srgbClr val="20538B"/>
              </a:buClr>
              <a:buSzPts val="1900"/>
              <a:buChar char="-"/>
            </a:pPr>
            <a:r>
              <a:rPr lang="en-US" sz="1900">
                <a:solidFill>
                  <a:srgbClr val="20538B"/>
                </a:solidFill>
              </a:rPr>
              <a:t>정규표현식을 이용하여 주민번호, 카드번호, 비밀번호, 계좌번호가 평문으로 노출되는지 식별</a:t>
            </a:r>
            <a:endParaRPr sz="1900">
              <a:solidFill>
                <a:srgbClr val="20538B"/>
              </a:solidFill>
            </a:endParaRPr>
          </a:p>
          <a:p>
            <a:pPr indent="0" lvl="0" marL="0" marR="0" rtl="0" algn="l">
              <a:lnSpc>
                <a:spcPct val="155000"/>
              </a:lnSpc>
              <a:spcBef>
                <a:spcPts val="0"/>
              </a:spcBef>
              <a:spcAft>
                <a:spcPts val="0"/>
              </a:spcAft>
              <a:buNone/>
            </a:pPr>
            <a:r>
              <a:t/>
            </a:r>
            <a:endParaRPr b="0" i="0" sz="1800" u="none" cap="none" strike="noStrike">
              <a:solidFill>
                <a:srgbClr val="94B6DA"/>
              </a:solidFill>
              <a:latin typeface="Arial"/>
              <a:ea typeface="Arial"/>
              <a:cs typeface="Arial"/>
              <a:sym typeface="Arial"/>
            </a:endParaRPr>
          </a:p>
        </p:txBody>
      </p:sp>
      <p:pic>
        <p:nvPicPr>
          <p:cNvPr id="1654" name="Google Shape;1654;h26f5b0a23d79581a_7_29"/>
          <p:cNvPicPr preferRelativeResize="0"/>
          <p:nvPr/>
        </p:nvPicPr>
        <p:blipFill>
          <a:blip r:embed="rId5">
            <a:alphaModFix/>
          </a:blip>
          <a:stretch>
            <a:fillRect/>
          </a:stretch>
        </p:blipFill>
        <p:spPr>
          <a:xfrm>
            <a:off x="4303788" y="3160950"/>
            <a:ext cx="10441126" cy="2522125"/>
          </a:xfrm>
          <a:prstGeom prst="rect">
            <a:avLst/>
          </a:prstGeom>
          <a:noFill/>
          <a:ln>
            <a:noFill/>
          </a:ln>
        </p:spPr>
      </p:pic>
      <p:sp>
        <p:nvSpPr>
          <p:cNvPr id="1655" name="Google Shape;1655;h26f5b0a23d79581a_7_29"/>
          <p:cNvSpPr txBox="1"/>
          <p:nvPr/>
        </p:nvSpPr>
        <p:spPr>
          <a:xfrm>
            <a:off x="1193775" y="6533225"/>
            <a:ext cx="5725800" cy="2997000"/>
          </a:xfrm>
          <a:prstGeom prst="rect">
            <a:avLst/>
          </a:prstGeom>
          <a:noFill/>
          <a:ln>
            <a:noFill/>
          </a:ln>
        </p:spPr>
        <p:txBody>
          <a:bodyPr anchorCtr="0" anchor="t" bIns="0" lIns="0" spcFirstLastPara="1" rIns="0" wrap="square" tIns="0">
            <a:spAutoFit/>
          </a:bodyPr>
          <a:lstStyle/>
          <a:p>
            <a:pPr indent="-349250" lvl="0" marL="457200" marR="0" rtl="0" algn="l">
              <a:lnSpc>
                <a:spcPct val="155000"/>
              </a:lnSpc>
              <a:spcBef>
                <a:spcPts val="0"/>
              </a:spcBef>
              <a:spcAft>
                <a:spcPts val="0"/>
              </a:spcAft>
              <a:buClr>
                <a:srgbClr val="20538B"/>
              </a:buClr>
              <a:buSzPts val="1900"/>
              <a:buChar char="-"/>
            </a:pPr>
            <a:r>
              <a:rPr b="1" lang="en-US" sz="1900">
                <a:solidFill>
                  <a:srgbClr val="20538B"/>
                </a:solidFill>
              </a:rPr>
              <a:t>find_mypage()</a:t>
            </a:r>
            <a:endParaRPr b="1" sz="1900">
              <a:solidFill>
                <a:srgbClr val="20538B"/>
              </a:solidFill>
            </a:endParaRPr>
          </a:p>
          <a:p>
            <a:pPr indent="-349250" lvl="1" marL="914400" marR="0" rtl="0" algn="l">
              <a:lnSpc>
                <a:spcPct val="155000"/>
              </a:lnSpc>
              <a:spcBef>
                <a:spcPts val="0"/>
              </a:spcBef>
              <a:spcAft>
                <a:spcPts val="0"/>
              </a:spcAft>
              <a:buClr>
                <a:srgbClr val="20538B"/>
              </a:buClr>
              <a:buSzPts val="1900"/>
              <a:buChar char="-"/>
            </a:pPr>
            <a:r>
              <a:rPr lang="en-US" sz="1900">
                <a:solidFill>
                  <a:srgbClr val="20538B"/>
                </a:solidFill>
              </a:rPr>
              <a:t>로그인된 세션의 메인 페이지에서 개인정보를 확인할 수 있을 것으로 추정되는 경로를 키워드 기반으로 식별</a:t>
            </a:r>
            <a:endParaRPr sz="1900">
              <a:solidFill>
                <a:srgbClr val="20538B"/>
              </a:solidFill>
            </a:endParaRPr>
          </a:p>
          <a:p>
            <a:pPr indent="-349250" lvl="1" marL="914400" marR="0" rtl="0" algn="l">
              <a:lnSpc>
                <a:spcPct val="155000"/>
              </a:lnSpc>
              <a:spcBef>
                <a:spcPts val="0"/>
              </a:spcBef>
              <a:spcAft>
                <a:spcPts val="0"/>
              </a:spcAft>
              <a:buClr>
                <a:srgbClr val="20538B"/>
              </a:buClr>
              <a:buSzPts val="1900"/>
              <a:buChar char="-"/>
            </a:pPr>
            <a:r>
              <a:rPr lang="en-US" sz="1900">
                <a:solidFill>
                  <a:srgbClr val="20538B"/>
                </a:solidFill>
              </a:rPr>
              <a:t>실제 식별 경로 : /student/mypage, /student/profile</a:t>
            </a:r>
            <a:endParaRPr sz="1900">
              <a:solidFill>
                <a:srgbClr val="20538B"/>
              </a:solidFill>
            </a:endParaRPr>
          </a:p>
          <a:p>
            <a:pPr indent="0" lvl="0" marL="0" marR="0" rtl="0" algn="l">
              <a:lnSpc>
                <a:spcPct val="155000"/>
              </a:lnSpc>
              <a:spcBef>
                <a:spcPts val="0"/>
              </a:spcBef>
              <a:spcAft>
                <a:spcPts val="0"/>
              </a:spcAft>
              <a:buNone/>
            </a:pPr>
            <a:r>
              <a:t/>
            </a:r>
            <a:endParaRPr b="0" i="0" sz="1800" u="none" cap="none" strike="noStrike">
              <a:solidFill>
                <a:srgbClr val="94B6DA"/>
              </a:solidFill>
              <a:latin typeface="Arial"/>
              <a:ea typeface="Arial"/>
              <a:cs typeface="Arial"/>
              <a:sym typeface="Arial"/>
            </a:endParaRPr>
          </a:p>
        </p:txBody>
      </p:sp>
      <p:sp>
        <p:nvSpPr>
          <p:cNvPr id="1656" name="Google Shape;1656;h26f5b0a23d79581a_7_29"/>
          <p:cNvSpPr txBox="1"/>
          <p:nvPr/>
        </p:nvSpPr>
        <p:spPr>
          <a:xfrm>
            <a:off x="6491413" y="6620175"/>
            <a:ext cx="5470500" cy="2997000"/>
          </a:xfrm>
          <a:prstGeom prst="rect">
            <a:avLst/>
          </a:prstGeom>
          <a:noFill/>
          <a:ln>
            <a:noFill/>
          </a:ln>
        </p:spPr>
        <p:txBody>
          <a:bodyPr anchorCtr="0" anchor="t" bIns="0" lIns="0" spcFirstLastPara="1" rIns="0" wrap="square" tIns="0">
            <a:spAutoFit/>
          </a:bodyPr>
          <a:lstStyle/>
          <a:p>
            <a:pPr indent="-349250" lvl="0" marL="457200" marR="0" rtl="0" algn="l">
              <a:lnSpc>
                <a:spcPct val="155000"/>
              </a:lnSpc>
              <a:spcBef>
                <a:spcPts val="0"/>
              </a:spcBef>
              <a:spcAft>
                <a:spcPts val="0"/>
              </a:spcAft>
              <a:buClr>
                <a:srgbClr val="20538B"/>
              </a:buClr>
              <a:buSzPts val="1900"/>
              <a:buChar char="-"/>
            </a:pPr>
            <a:r>
              <a:rPr b="1" lang="en-US" sz="1900">
                <a:solidFill>
                  <a:srgbClr val="20538B"/>
                </a:solidFill>
              </a:rPr>
              <a:t>find_personal_info()</a:t>
            </a:r>
            <a:endParaRPr b="1" sz="1900">
              <a:solidFill>
                <a:srgbClr val="20538B"/>
              </a:solidFill>
            </a:endParaRPr>
          </a:p>
          <a:p>
            <a:pPr indent="-349250" lvl="1" marL="914400" marR="0" rtl="0" algn="l">
              <a:lnSpc>
                <a:spcPct val="155000"/>
              </a:lnSpc>
              <a:spcBef>
                <a:spcPts val="0"/>
              </a:spcBef>
              <a:spcAft>
                <a:spcPts val="0"/>
              </a:spcAft>
              <a:buClr>
                <a:srgbClr val="20538B"/>
              </a:buClr>
              <a:buSzPts val="1900"/>
              <a:buChar char="-"/>
            </a:pPr>
            <a:r>
              <a:rPr lang="en-US" sz="1900">
                <a:solidFill>
                  <a:srgbClr val="20538B"/>
                </a:solidFill>
              </a:rPr>
              <a:t>find_mypage() 에서 식별된 경로에서 표시되는 개인정보 확인</a:t>
            </a:r>
            <a:endParaRPr sz="1900">
              <a:solidFill>
                <a:srgbClr val="20538B"/>
              </a:solidFill>
            </a:endParaRPr>
          </a:p>
          <a:p>
            <a:pPr indent="-349250" lvl="1" marL="914400" marR="0" rtl="0" algn="l">
              <a:lnSpc>
                <a:spcPct val="155000"/>
              </a:lnSpc>
              <a:spcBef>
                <a:spcPts val="0"/>
              </a:spcBef>
              <a:spcAft>
                <a:spcPts val="0"/>
              </a:spcAft>
              <a:buClr>
                <a:srgbClr val="20538B"/>
              </a:buClr>
              <a:buSzPts val="1900"/>
              <a:buChar char="-"/>
            </a:pPr>
            <a:r>
              <a:rPr lang="en-US" sz="1900">
                <a:solidFill>
                  <a:srgbClr val="20538B"/>
                </a:solidFill>
              </a:rPr>
              <a:t>테이블 또는 &lt;input&gt; 태그를 통해 표시되는 것을 전제로 하며, {“이름” : “김철수”} 형식의 딕셔너리 반환</a:t>
            </a:r>
            <a:endParaRPr sz="1900">
              <a:solidFill>
                <a:srgbClr val="20538B"/>
              </a:solidFill>
            </a:endParaRPr>
          </a:p>
          <a:p>
            <a:pPr indent="0" lvl="0" marL="0" marR="0" rtl="0" algn="l">
              <a:lnSpc>
                <a:spcPct val="155000"/>
              </a:lnSpc>
              <a:spcBef>
                <a:spcPts val="0"/>
              </a:spcBef>
              <a:spcAft>
                <a:spcPts val="0"/>
              </a:spcAft>
              <a:buNone/>
            </a:pPr>
            <a:r>
              <a:t/>
            </a:r>
            <a:endParaRPr b="0" i="0" sz="1800" u="none" cap="none" strike="noStrike">
              <a:solidFill>
                <a:srgbClr val="94B6DA"/>
              </a:solidFill>
              <a:latin typeface="Arial"/>
              <a:ea typeface="Arial"/>
              <a:cs typeface="Arial"/>
              <a:sym typeface="Arial"/>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0" name="Shape 1660"/>
        <p:cNvGrpSpPr/>
        <p:nvPr/>
      </p:nvGrpSpPr>
      <p:grpSpPr>
        <a:xfrm>
          <a:off x="0" y="0"/>
          <a:ext cx="0" cy="0"/>
          <a:chOff x="0" y="0"/>
          <a:chExt cx="0" cy="0"/>
        </a:xfrm>
      </p:grpSpPr>
      <p:grpSp>
        <p:nvGrpSpPr>
          <p:cNvPr id="1661" name="Google Shape;1661;h32a9095667746e33_4_70"/>
          <p:cNvGrpSpPr/>
          <p:nvPr/>
        </p:nvGrpSpPr>
        <p:grpSpPr>
          <a:xfrm>
            <a:off x="-1081199" y="3274283"/>
            <a:ext cx="20615733" cy="7012716"/>
            <a:chOff x="-99239" y="-86"/>
            <a:chExt cx="27487644" cy="9350288"/>
          </a:xfrm>
        </p:grpSpPr>
        <p:grpSp>
          <p:nvGrpSpPr>
            <p:cNvPr id="1662" name="Google Shape;1662;h32a9095667746e33_4_70"/>
            <p:cNvGrpSpPr/>
            <p:nvPr/>
          </p:nvGrpSpPr>
          <p:grpSpPr>
            <a:xfrm rot="-5400000">
              <a:off x="11107617" y="-11206942"/>
              <a:ext cx="4770761" cy="27184472"/>
              <a:chOff x="0" y="-38100"/>
              <a:chExt cx="1831597" cy="10436700"/>
            </a:xfrm>
          </p:grpSpPr>
          <p:sp>
            <p:nvSpPr>
              <p:cNvPr id="1663" name="Google Shape;1663;h32a9095667746e33_4_70"/>
              <p:cNvSpPr/>
              <p:nvPr/>
            </p:nvSpPr>
            <p:spPr>
              <a:xfrm>
                <a:off x="0" y="0"/>
                <a:ext cx="1831597" cy="10398600"/>
              </a:xfrm>
              <a:custGeom>
                <a:rect b="b" l="l" r="r" t="t"/>
                <a:pathLst>
                  <a:path extrusionOk="0" h="10398600" w="1831597">
                    <a:moveTo>
                      <a:pt x="0" y="0"/>
                    </a:moveTo>
                    <a:lnTo>
                      <a:pt x="1831597" y="0"/>
                    </a:lnTo>
                    <a:lnTo>
                      <a:pt x="1831597" y="10398600"/>
                    </a:lnTo>
                    <a:lnTo>
                      <a:pt x="0" y="10398600"/>
                    </a:lnTo>
                    <a:close/>
                  </a:path>
                </a:pathLst>
              </a:custGeom>
              <a:solidFill>
                <a:srgbClr val="CBDDEF"/>
              </a:solidFill>
              <a:ln>
                <a:noFill/>
              </a:ln>
            </p:spPr>
          </p:sp>
          <p:sp>
            <p:nvSpPr>
              <p:cNvPr id="1664" name="Google Shape;1664;h32a9095667746e33_4_70"/>
              <p:cNvSpPr txBox="1"/>
              <p:nvPr/>
            </p:nvSpPr>
            <p:spPr>
              <a:xfrm>
                <a:off x="0" y="-38100"/>
                <a:ext cx="1831500" cy="10436700"/>
              </a:xfrm>
              <a:prstGeom prst="rect">
                <a:avLst/>
              </a:prstGeom>
              <a:noFill/>
              <a:ln>
                <a:noFill/>
              </a:ln>
            </p:spPr>
            <p:txBody>
              <a:bodyPr anchorCtr="0" anchor="ctr" bIns="27000" lIns="27000" spcFirstLastPara="1" rIns="27000" wrap="square" tIns="27000">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665" name="Google Shape;1665;h32a9095667746e33_4_70"/>
            <p:cNvGrpSpPr/>
            <p:nvPr/>
          </p:nvGrpSpPr>
          <p:grpSpPr>
            <a:xfrm rot="-5400000">
              <a:off x="11637133" y="-6401070"/>
              <a:ext cx="4579844" cy="26922700"/>
              <a:chOff x="0" y="-38100"/>
              <a:chExt cx="1758300" cy="10336200"/>
            </a:xfrm>
          </p:grpSpPr>
          <p:sp>
            <p:nvSpPr>
              <p:cNvPr id="1666" name="Google Shape;1666;h32a9095667746e33_4_70"/>
              <p:cNvSpPr/>
              <p:nvPr/>
            </p:nvSpPr>
            <p:spPr>
              <a:xfrm>
                <a:off x="0" y="0"/>
                <a:ext cx="1758210" cy="10298040"/>
              </a:xfrm>
              <a:custGeom>
                <a:rect b="b" l="l" r="r" t="t"/>
                <a:pathLst>
                  <a:path extrusionOk="0" h="10298040" w="1758210">
                    <a:moveTo>
                      <a:pt x="0" y="0"/>
                    </a:moveTo>
                    <a:lnTo>
                      <a:pt x="1758210" y="0"/>
                    </a:lnTo>
                    <a:lnTo>
                      <a:pt x="1758210" y="10298040"/>
                    </a:lnTo>
                    <a:lnTo>
                      <a:pt x="0" y="10298040"/>
                    </a:lnTo>
                    <a:close/>
                  </a:path>
                </a:pathLst>
              </a:custGeom>
              <a:solidFill>
                <a:srgbClr val="94B6DA"/>
              </a:solidFill>
              <a:ln>
                <a:noFill/>
              </a:ln>
            </p:spPr>
          </p:sp>
          <p:sp>
            <p:nvSpPr>
              <p:cNvPr id="1667" name="Google Shape;1667;h32a9095667746e33_4_70"/>
              <p:cNvSpPr txBox="1"/>
              <p:nvPr/>
            </p:nvSpPr>
            <p:spPr>
              <a:xfrm>
                <a:off x="0" y="-38100"/>
                <a:ext cx="1758300" cy="10336200"/>
              </a:xfrm>
              <a:prstGeom prst="rect">
                <a:avLst/>
              </a:prstGeom>
              <a:noFill/>
              <a:ln>
                <a:noFill/>
              </a:ln>
            </p:spPr>
            <p:txBody>
              <a:bodyPr anchorCtr="0" anchor="ctr" bIns="27000" lIns="27000" spcFirstLastPara="1" rIns="27000" wrap="square" tIns="27000">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grpSp>
        <p:nvGrpSpPr>
          <p:cNvPr id="1668" name="Google Shape;1668;h32a9095667746e33_4_70"/>
          <p:cNvGrpSpPr/>
          <p:nvPr/>
        </p:nvGrpSpPr>
        <p:grpSpPr>
          <a:xfrm>
            <a:off x="731085" y="622850"/>
            <a:ext cx="16825838" cy="9050174"/>
            <a:chOff x="0" y="-108814"/>
            <a:chExt cx="22434451" cy="12066898"/>
          </a:xfrm>
        </p:grpSpPr>
        <p:grpSp>
          <p:nvGrpSpPr>
            <p:cNvPr id="1669" name="Google Shape;1669;h32a9095667746e33_4_70"/>
            <p:cNvGrpSpPr/>
            <p:nvPr/>
          </p:nvGrpSpPr>
          <p:grpSpPr>
            <a:xfrm>
              <a:off x="26537" y="10214891"/>
              <a:ext cx="22386840" cy="1743193"/>
              <a:chOff x="0" y="-47625"/>
              <a:chExt cx="9809754" cy="763855"/>
            </a:xfrm>
          </p:grpSpPr>
          <p:sp>
            <p:nvSpPr>
              <p:cNvPr id="1670" name="Google Shape;1670;h32a9095667746e33_4_70"/>
              <p:cNvSpPr/>
              <p:nvPr/>
            </p:nvSpPr>
            <p:spPr>
              <a:xfrm>
                <a:off x="0" y="0"/>
                <a:ext cx="9809754" cy="716230"/>
              </a:xfrm>
              <a:custGeom>
                <a:rect b="b" l="l" r="r" t="t"/>
                <a:pathLst>
                  <a:path extrusionOk="0" h="716230" w="9809754">
                    <a:moveTo>
                      <a:pt x="0" y="0"/>
                    </a:moveTo>
                    <a:lnTo>
                      <a:pt x="9809754" y="0"/>
                    </a:lnTo>
                    <a:lnTo>
                      <a:pt x="9809754" y="716230"/>
                    </a:lnTo>
                    <a:lnTo>
                      <a:pt x="0" y="716230"/>
                    </a:lnTo>
                    <a:close/>
                  </a:path>
                </a:pathLst>
              </a:custGeom>
              <a:solidFill>
                <a:srgbClr val="20538B"/>
              </a:solidFill>
              <a:ln cap="sq" cmpd="sng" w="38100">
                <a:solidFill>
                  <a:srgbClr val="20538B"/>
                </a:solidFill>
                <a:prstDash val="solid"/>
                <a:miter lim="8000"/>
                <a:headEnd len="sm" w="sm" type="none"/>
                <a:tailEnd len="sm" w="sm" type="none"/>
              </a:ln>
            </p:spPr>
          </p:sp>
          <p:sp>
            <p:nvSpPr>
              <p:cNvPr id="1671" name="Google Shape;1671;h32a9095667746e33_4_70"/>
              <p:cNvSpPr txBox="1"/>
              <p:nvPr/>
            </p:nvSpPr>
            <p:spPr>
              <a:xfrm>
                <a:off x="0" y="-47625"/>
                <a:ext cx="9809700" cy="763800"/>
              </a:xfrm>
              <a:prstGeom prst="rect">
                <a:avLst/>
              </a:prstGeom>
              <a:noFill/>
              <a:ln>
                <a:noFill/>
              </a:ln>
            </p:spPr>
            <p:txBody>
              <a:bodyPr anchorCtr="0" anchor="ctr" bIns="50800" lIns="50800" spcFirstLastPara="1" rIns="50800" wrap="square" tIns="50800">
                <a:noAutofit/>
              </a:bodyPr>
              <a:lstStyle/>
              <a:p>
                <a:pPr indent="0" lvl="0" marL="0" marR="0" rtl="0" algn="ctr">
                  <a:lnSpc>
                    <a:spcPct val="175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672" name="Google Shape;1672;h32a9095667746e33_4_70"/>
            <p:cNvGrpSpPr/>
            <p:nvPr/>
          </p:nvGrpSpPr>
          <p:grpSpPr>
            <a:xfrm>
              <a:off x="0" y="-108814"/>
              <a:ext cx="22434451" cy="11946166"/>
              <a:chOff x="0" y="-47625"/>
              <a:chExt cx="9819000" cy="5228539"/>
            </a:xfrm>
          </p:grpSpPr>
          <p:sp>
            <p:nvSpPr>
              <p:cNvPr id="1673" name="Google Shape;1673;h32a9095667746e33_4_70"/>
              <p:cNvSpPr/>
              <p:nvPr/>
            </p:nvSpPr>
            <p:spPr>
              <a:xfrm>
                <a:off x="0" y="0"/>
                <a:ext cx="9818922" cy="5180914"/>
              </a:xfrm>
              <a:custGeom>
                <a:rect b="b" l="l" r="r" t="t"/>
                <a:pathLst>
                  <a:path extrusionOk="0" h="5180914" w="9818922">
                    <a:moveTo>
                      <a:pt x="0" y="0"/>
                    </a:moveTo>
                    <a:lnTo>
                      <a:pt x="9818922" y="0"/>
                    </a:lnTo>
                    <a:lnTo>
                      <a:pt x="9818922" y="5180914"/>
                    </a:lnTo>
                    <a:lnTo>
                      <a:pt x="0" y="5180914"/>
                    </a:lnTo>
                    <a:close/>
                  </a:path>
                </a:pathLst>
              </a:custGeom>
              <a:solidFill>
                <a:srgbClr val="FFFFFF"/>
              </a:solidFill>
              <a:ln cap="sq" cmpd="sng" w="38100">
                <a:solidFill>
                  <a:srgbClr val="20538B"/>
                </a:solidFill>
                <a:prstDash val="solid"/>
                <a:miter lim="8000"/>
                <a:headEnd len="sm" w="sm" type="none"/>
                <a:tailEnd len="sm" w="sm" type="none"/>
              </a:ln>
            </p:spPr>
          </p:sp>
          <p:sp>
            <p:nvSpPr>
              <p:cNvPr id="1674" name="Google Shape;1674;h32a9095667746e33_4_70"/>
              <p:cNvSpPr txBox="1"/>
              <p:nvPr/>
            </p:nvSpPr>
            <p:spPr>
              <a:xfrm>
                <a:off x="0" y="-47625"/>
                <a:ext cx="9819000" cy="5228400"/>
              </a:xfrm>
              <a:prstGeom prst="rect">
                <a:avLst/>
              </a:prstGeom>
              <a:noFill/>
              <a:ln>
                <a:noFill/>
              </a:ln>
            </p:spPr>
            <p:txBody>
              <a:bodyPr anchorCtr="0" anchor="ctr" bIns="50800" lIns="50800" spcFirstLastPara="1" rIns="50800" wrap="square" tIns="50800">
                <a:noAutofit/>
              </a:bodyPr>
              <a:lstStyle/>
              <a:p>
                <a:pPr indent="0" lvl="0" marL="0" marR="0" rtl="0" algn="ctr">
                  <a:lnSpc>
                    <a:spcPct val="175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grpSp>
        <p:nvGrpSpPr>
          <p:cNvPr id="1675" name="Google Shape;1675;h32a9095667746e33_4_70"/>
          <p:cNvGrpSpPr/>
          <p:nvPr/>
        </p:nvGrpSpPr>
        <p:grpSpPr>
          <a:xfrm>
            <a:off x="763743" y="662704"/>
            <a:ext cx="16759942" cy="1561150"/>
            <a:chOff x="0" y="-38100"/>
            <a:chExt cx="8581200" cy="799319"/>
          </a:xfrm>
        </p:grpSpPr>
        <p:sp>
          <p:nvSpPr>
            <p:cNvPr id="1676" name="Google Shape;1676;h32a9095667746e33_4_70"/>
            <p:cNvSpPr/>
            <p:nvPr/>
          </p:nvSpPr>
          <p:spPr>
            <a:xfrm>
              <a:off x="0" y="0"/>
              <a:ext cx="8581180" cy="761219"/>
            </a:xfrm>
            <a:custGeom>
              <a:rect b="b" l="l" r="r" t="t"/>
              <a:pathLst>
                <a:path extrusionOk="0" h="761219" w="8581180">
                  <a:moveTo>
                    <a:pt x="0" y="0"/>
                  </a:moveTo>
                  <a:lnTo>
                    <a:pt x="8581180" y="0"/>
                  </a:lnTo>
                  <a:lnTo>
                    <a:pt x="8581180" y="761219"/>
                  </a:lnTo>
                  <a:lnTo>
                    <a:pt x="0" y="761219"/>
                  </a:lnTo>
                  <a:close/>
                </a:path>
              </a:pathLst>
            </a:custGeom>
            <a:solidFill>
              <a:srgbClr val="EEF6FF"/>
            </a:solidFill>
            <a:ln cap="sq" cmpd="sng" w="9525">
              <a:solidFill>
                <a:srgbClr val="20538B"/>
              </a:solidFill>
              <a:prstDash val="solid"/>
              <a:miter lim="8000"/>
              <a:headEnd len="sm" w="sm" type="none"/>
              <a:tailEnd len="sm" w="sm" type="none"/>
            </a:ln>
          </p:spPr>
        </p:sp>
        <p:sp>
          <p:nvSpPr>
            <p:cNvPr id="1677" name="Google Shape;1677;h32a9095667746e33_4_70"/>
            <p:cNvSpPr txBox="1"/>
            <p:nvPr/>
          </p:nvSpPr>
          <p:spPr>
            <a:xfrm>
              <a:off x="0" y="-38100"/>
              <a:ext cx="8581200" cy="799200"/>
            </a:xfrm>
            <a:prstGeom prst="rect">
              <a:avLst/>
            </a:prstGeom>
            <a:noFill/>
            <a:ln>
              <a:noFill/>
            </a:ln>
          </p:spPr>
          <p:txBody>
            <a:bodyPr anchorCtr="0" anchor="ctr" bIns="39175" lIns="39175" spcFirstLastPara="1" rIns="39175" wrap="square" tIns="39175">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678" name="Google Shape;1678;h32a9095667746e33_4_70"/>
          <p:cNvSpPr/>
          <p:nvPr/>
        </p:nvSpPr>
        <p:spPr>
          <a:xfrm>
            <a:off x="15531691" y="160918"/>
            <a:ext cx="996214" cy="1021758"/>
          </a:xfrm>
          <a:custGeom>
            <a:rect b="b" l="l" r="r" t="t"/>
            <a:pathLst>
              <a:path extrusionOk="0" h="1021758" w="996214">
                <a:moveTo>
                  <a:pt x="0" y="0"/>
                </a:moveTo>
                <a:lnTo>
                  <a:pt x="996214" y="0"/>
                </a:lnTo>
                <a:lnTo>
                  <a:pt x="996214" y="1021758"/>
                </a:lnTo>
                <a:lnTo>
                  <a:pt x="0" y="1021758"/>
                </a:lnTo>
                <a:lnTo>
                  <a:pt x="0" y="0"/>
                </a:lnTo>
                <a:close/>
              </a:path>
            </a:pathLst>
          </a:custGeom>
          <a:blipFill rotWithShape="1">
            <a:blip r:embed="rId3">
              <a:alphaModFix/>
            </a:blip>
            <a:stretch>
              <a:fillRect b="0" l="0" r="0" t="0"/>
            </a:stretch>
          </a:blipFill>
          <a:ln>
            <a:noFill/>
          </a:ln>
        </p:spPr>
      </p:sp>
      <p:sp>
        <p:nvSpPr>
          <p:cNvPr id="1679" name="Google Shape;1679;h32a9095667746e33_4_70"/>
          <p:cNvSpPr/>
          <p:nvPr/>
        </p:nvSpPr>
        <p:spPr>
          <a:xfrm>
            <a:off x="10209135" y="4333816"/>
            <a:ext cx="272321" cy="272321"/>
          </a:xfrm>
          <a:custGeom>
            <a:rect b="b" l="l" r="r" t="t"/>
            <a:pathLst>
              <a:path extrusionOk="0" h="272321" w="272321">
                <a:moveTo>
                  <a:pt x="0" y="0"/>
                </a:moveTo>
                <a:lnTo>
                  <a:pt x="272321" y="0"/>
                </a:lnTo>
                <a:lnTo>
                  <a:pt x="272321" y="272321"/>
                </a:lnTo>
                <a:lnTo>
                  <a:pt x="0" y="272321"/>
                </a:lnTo>
                <a:lnTo>
                  <a:pt x="0" y="0"/>
                </a:lnTo>
                <a:close/>
              </a:path>
            </a:pathLst>
          </a:custGeom>
          <a:blipFill rotWithShape="1">
            <a:blip r:embed="rId4">
              <a:alphaModFix/>
            </a:blip>
            <a:stretch>
              <a:fillRect b="0" l="0" r="0" t="0"/>
            </a:stretch>
          </a:blipFill>
          <a:ln>
            <a:noFill/>
          </a:ln>
        </p:spPr>
      </p:sp>
      <p:sp>
        <p:nvSpPr>
          <p:cNvPr id="1680" name="Google Shape;1680;h32a9095667746e33_4_70"/>
          <p:cNvSpPr txBox="1"/>
          <p:nvPr/>
        </p:nvSpPr>
        <p:spPr>
          <a:xfrm>
            <a:off x="2395000" y="893150"/>
            <a:ext cx="14258700" cy="769500"/>
          </a:xfrm>
          <a:prstGeom prst="rect">
            <a:avLst/>
          </a:prstGeom>
          <a:noFill/>
          <a:ln>
            <a:noFill/>
          </a:ln>
        </p:spPr>
        <p:txBody>
          <a:bodyPr anchorCtr="0" anchor="t" bIns="0" lIns="0" spcFirstLastPara="1" rIns="0" wrap="square" tIns="0">
            <a:spAutoFit/>
          </a:bodyPr>
          <a:lstStyle/>
          <a:p>
            <a:pPr indent="0" lvl="0" marL="0" marR="0" rtl="0" algn="l">
              <a:lnSpc>
                <a:spcPct val="192000"/>
              </a:lnSpc>
              <a:spcBef>
                <a:spcPts val="0"/>
              </a:spcBef>
              <a:spcAft>
                <a:spcPts val="0"/>
              </a:spcAft>
              <a:buNone/>
            </a:pPr>
            <a:r>
              <a:rPr b="1" i="0" lang="en-US" sz="5000" u="none" cap="none" strike="noStrike">
                <a:solidFill>
                  <a:srgbClr val="20538B"/>
                </a:solidFill>
                <a:latin typeface="Arial"/>
                <a:ea typeface="Arial"/>
                <a:cs typeface="Arial"/>
                <a:sym typeface="Arial"/>
              </a:rPr>
              <a:t>취약점 분석 및 시나리오</a:t>
            </a:r>
            <a:r>
              <a:rPr b="1" lang="en-US" sz="5000">
                <a:solidFill>
                  <a:srgbClr val="20538B"/>
                </a:solidFill>
              </a:rPr>
              <a:t> </a:t>
            </a:r>
            <a:r>
              <a:rPr b="1" lang="en-US" sz="3500">
                <a:solidFill>
                  <a:srgbClr val="20538B"/>
                </a:solidFill>
              </a:rPr>
              <a:t>- 정보 누출(cont’d)</a:t>
            </a:r>
            <a:endParaRPr b="1" i="0" sz="3500" u="none" cap="none" strike="noStrike">
              <a:solidFill>
                <a:srgbClr val="20538B"/>
              </a:solidFill>
              <a:latin typeface="Arial"/>
              <a:ea typeface="Arial"/>
              <a:cs typeface="Arial"/>
              <a:sym typeface="Arial"/>
            </a:endParaRPr>
          </a:p>
        </p:txBody>
      </p:sp>
      <p:sp>
        <p:nvSpPr>
          <p:cNvPr id="1681" name="Google Shape;1681;h32a9095667746e33_4_70"/>
          <p:cNvSpPr txBox="1"/>
          <p:nvPr/>
        </p:nvSpPr>
        <p:spPr>
          <a:xfrm>
            <a:off x="1437501" y="920715"/>
            <a:ext cx="834600" cy="751200"/>
          </a:xfrm>
          <a:prstGeom prst="rect">
            <a:avLst/>
          </a:prstGeom>
          <a:noFill/>
          <a:ln>
            <a:noFill/>
          </a:ln>
        </p:spPr>
        <p:txBody>
          <a:bodyPr anchorCtr="0" anchor="t" bIns="0" lIns="0" spcFirstLastPara="1" rIns="0" wrap="square" tIns="0">
            <a:spAutoFit/>
          </a:bodyPr>
          <a:lstStyle/>
          <a:p>
            <a:pPr indent="0" lvl="0" marL="0" marR="0" rtl="0" algn="l">
              <a:lnSpc>
                <a:spcPct val="192009"/>
              </a:lnSpc>
              <a:spcBef>
                <a:spcPts val="0"/>
              </a:spcBef>
              <a:spcAft>
                <a:spcPts val="0"/>
              </a:spcAft>
              <a:buNone/>
            </a:pPr>
            <a:r>
              <a:rPr b="1" i="0" lang="en-US" sz="4881" u="none" cap="none" strike="noStrike">
                <a:solidFill>
                  <a:srgbClr val="CBDDEF"/>
                </a:solidFill>
                <a:latin typeface="Arial"/>
                <a:ea typeface="Arial"/>
                <a:cs typeface="Arial"/>
                <a:sym typeface="Arial"/>
              </a:rPr>
              <a:t>0</a:t>
            </a:r>
            <a:r>
              <a:rPr b="1" lang="en-US" sz="4881">
                <a:solidFill>
                  <a:srgbClr val="CBDDEF"/>
                </a:solidFill>
              </a:rPr>
              <a:t>4</a:t>
            </a:r>
            <a:endParaRPr/>
          </a:p>
        </p:txBody>
      </p:sp>
      <p:sp>
        <p:nvSpPr>
          <p:cNvPr id="1682" name="Google Shape;1682;h32a9095667746e33_4_70"/>
          <p:cNvSpPr txBox="1"/>
          <p:nvPr/>
        </p:nvSpPr>
        <p:spPr>
          <a:xfrm>
            <a:off x="10695874" y="4254413"/>
            <a:ext cx="6140400" cy="4311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US" sz="2800">
                <a:solidFill>
                  <a:srgbClr val="20538B"/>
                </a:solidFill>
              </a:rPr>
              <a:t>점검 항목 1. </a:t>
            </a:r>
            <a:r>
              <a:rPr b="1" lang="en-US" sz="2800">
                <a:solidFill>
                  <a:srgbClr val="20538B"/>
                </a:solidFill>
              </a:rPr>
              <a:t>주석 점검 결과</a:t>
            </a:r>
            <a:endParaRPr/>
          </a:p>
        </p:txBody>
      </p:sp>
      <p:sp>
        <p:nvSpPr>
          <p:cNvPr id="1683" name="Google Shape;1683;h32a9095667746e33_4_70"/>
          <p:cNvSpPr txBox="1"/>
          <p:nvPr/>
        </p:nvSpPr>
        <p:spPr>
          <a:xfrm>
            <a:off x="10482425" y="4903790"/>
            <a:ext cx="6567300" cy="745800"/>
          </a:xfrm>
          <a:prstGeom prst="rect">
            <a:avLst/>
          </a:prstGeom>
          <a:noFill/>
          <a:ln>
            <a:noFill/>
          </a:ln>
        </p:spPr>
        <p:txBody>
          <a:bodyPr anchorCtr="0" anchor="t" bIns="0" lIns="0" spcFirstLastPara="1" rIns="0" wrap="square" tIns="0">
            <a:spAutoFit/>
          </a:bodyPr>
          <a:lstStyle/>
          <a:p>
            <a:pPr indent="-349250" lvl="0" marL="457200" marR="0" rtl="0" algn="l">
              <a:lnSpc>
                <a:spcPct val="155000"/>
              </a:lnSpc>
              <a:spcBef>
                <a:spcPts val="0"/>
              </a:spcBef>
              <a:spcAft>
                <a:spcPts val="0"/>
              </a:spcAft>
              <a:buClr>
                <a:srgbClr val="20538B"/>
              </a:buClr>
              <a:buSzPts val="1900"/>
              <a:buChar char="-"/>
            </a:pPr>
            <a:r>
              <a:rPr lang="en-US" sz="1900">
                <a:solidFill>
                  <a:srgbClr val="20538B"/>
                </a:solidFill>
              </a:rPr>
              <a:t>주석에 ‘default id’가 있는 /login 경로는 ‘vulnerable’</a:t>
            </a:r>
            <a:endParaRPr sz="1900">
              <a:solidFill>
                <a:srgbClr val="20538B"/>
              </a:solidFill>
            </a:endParaRPr>
          </a:p>
          <a:p>
            <a:pPr indent="-349250" lvl="0" marL="457200" marR="0" rtl="0" algn="l">
              <a:lnSpc>
                <a:spcPct val="155000"/>
              </a:lnSpc>
              <a:spcBef>
                <a:spcPts val="0"/>
              </a:spcBef>
              <a:spcAft>
                <a:spcPts val="0"/>
              </a:spcAft>
              <a:buClr>
                <a:srgbClr val="20538B"/>
              </a:buClr>
              <a:buSzPts val="1900"/>
              <a:buChar char="-"/>
            </a:pPr>
            <a:r>
              <a:rPr lang="en-US" sz="1900">
                <a:solidFill>
                  <a:srgbClr val="20538B"/>
                </a:solidFill>
              </a:rPr>
              <a:t>주석에 중요 정보가 없는 경로는 ‘pass’</a:t>
            </a:r>
            <a:endParaRPr sz="1900">
              <a:solidFill>
                <a:srgbClr val="20538B"/>
              </a:solidFill>
            </a:endParaRPr>
          </a:p>
        </p:txBody>
      </p:sp>
      <p:pic>
        <p:nvPicPr>
          <p:cNvPr id="1684" name="Google Shape;1684;h32a9095667746e33_4_70"/>
          <p:cNvPicPr preferRelativeResize="0"/>
          <p:nvPr/>
        </p:nvPicPr>
        <p:blipFill>
          <a:blip r:embed="rId5">
            <a:alphaModFix/>
          </a:blip>
          <a:stretch>
            <a:fillRect/>
          </a:stretch>
        </p:blipFill>
        <p:spPr>
          <a:xfrm>
            <a:off x="1411975" y="4030875"/>
            <a:ext cx="8582725" cy="2888550"/>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8" name="Shape 1688"/>
        <p:cNvGrpSpPr/>
        <p:nvPr/>
      </p:nvGrpSpPr>
      <p:grpSpPr>
        <a:xfrm>
          <a:off x="0" y="0"/>
          <a:ext cx="0" cy="0"/>
          <a:chOff x="0" y="0"/>
          <a:chExt cx="0" cy="0"/>
        </a:xfrm>
      </p:grpSpPr>
      <p:grpSp>
        <p:nvGrpSpPr>
          <p:cNvPr id="1689" name="Google Shape;1689;h32a9095667746e33_4_99"/>
          <p:cNvGrpSpPr/>
          <p:nvPr/>
        </p:nvGrpSpPr>
        <p:grpSpPr>
          <a:xfrm>
            <a:off x="-1081199" y="3274283"/>
            <a:ext cx="20615733" cy="7012716"/>
            <a:chOff x="-99239" y="-86"/>
            <a:chExt cx="27487644" cy="9350288"/>
          </a:xfrm>
        </p:grpSpPr>
        <p:grpSp>
          <p:nvGrpSpPr>
            <p:cNvPr id="1690" name="Google Shape;1690;h32a9095667746e33_4_99"/>
            <p:cNvGrpSpPr/>
            <p:nvPr/>
          </p:nvGrpSpPr>
          <p:grpSpPr>
            <a:xfrm rot="-5400000">
              <a:off x="11107617" y="-11206942"/>
              <a:ext cx="4770761" cy="27184472"/>
              <a:chOff x="0" y="-38100"/>
              <a:chExt cx="1831597" cy="10436700"/>
            </a:xfrm>
          </p:grpSpPr>
          <p:sp>
            <p:nvSpPr>
              <p:cNvPr id="1691" name="Google Shape;1691;h32a9095667746e33_4_99"/>
              <p:cNvSpPr/>
              <p:nvPr/>
            </p:nvSpPr>
            <p:spPr>
              <a:xfrm>
                <a:off x="0" y="0"/>
                <a:ext cx="1831597" cy="10398600"/>
              </a:xfrm>
              <a:custGeom>
                <a:rect b="b" l="l" r="r" t="t"/>
                <a:pathLst>
                  <a:path extrusionOk="0" h="10398600" w="1831597">
                    <a:moveTo>
                      <a:pt x="0" y="0"/>
                    </a:moveTo>
                    <a:lnTo>
                      <a:pt x="1831597" y="0"/>
                    </a:lnTo>
                    <a:lnTo>
                      <a:pt x="1831597" y="10398600"/>
                    </a:lnTo>
                    <a:lnTo>
                      <a:pt x="0" y="10398600"/>
                    </a:lnTo>
                    <a:close/>
                  </a:path>
                </a:pathLst>
              </a:custGeom>
              <a:solidFill>
                <a:srgbClr val="CBDDEF"/>
              </a:solidFill>
              <a:ln>
                <a:noFill/>
              </a:ln>
            </p:spPr>
          </p:sp>
          <p:sp>
            <p:nvSpPr>
              <p:cNvPr id="1692" name="Google Shape;1692;h32a9095667746e33_4_99"/>
              <p:cNvSpPr txBox="1"/>
              <p:nvPr/>
            </p:nvSpPr>
            <p:spPr>
              <a:xfrm>
                <a:off x="0" y="-38100"/>
                <a:ext cx="1831500" cy="10436700"/>
              </a:xfrm>
              <a:prstGeom prst="rect">
                <a:avLst/>
              </a:prstGeom>
              <a:noFill/>
              <a:ln>
                <a:noFill/>
              </a:ln>
            </p:spPr>
            <p:txBody>
              <a:bodyPr anchorCtr="0" anchor="ctr" bIns="27000" lIns="27000" spcFirstLastPara="1" rIns="27000" wrap="square" tIns="27000">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693" name="Google Shape;1693;h32a9095667746e33_4_99"/>
            <p:cNvGrpSpPr/>
            <p:nvPr/>
          </p:nvGrpSpPr>
          <p:grpSpPr>
            <a:xfrm rot="-5400000">
              <a:off x="11637133" y="-6401070"/>
              <a:ext cx="4579844" cy="26922700"/>
              <a:chOff x="0" y="-38100"/>
              <a:chExt cx="1758300" cy="10336200"/>
            </a:xfrm>
          </p:grpSpPr>
          <p:sp>
            <p:nvSpPr>
              <p:cNvPr id="1694" name="Google Shape;1694;h32a9095667746e33_4_99"/>
              <p:cNvSpPr/>
              <p:nvPr/>
            </p:nvSpPr>
            <p:spPr>
              <a:xfrm>
                <a:off x="0" y="0"/>
                <a:ext cx="1758210" cy="10298040"/>
              </a:xfrm>
              <a:custGeom>
                <a:rect b="b" l="l" r="r" t="t"/>
                <a:pathLst>
                  <a:path extrusionOk="0" h="10298040" w="1758210">
                    <a:moveTo>
                      <a:pt x="0" y="0"/>
                    </a:moveTo>
                    <a:lnTo>
                      <a:pt x="1758210" y="0"/>
                    </a:lnTo>
                    <a:lnTo>
                      <a:pt x="1758210" y="10298040"/>
                    </a:lnTo>
                    <a:lnTo>
                      <a:pt x="0" y="10298040"/>
                    </a:lnTo>
                    <a:close/>
                  </a:path>
                </a:pathLst>
              </a:custGeom>
              <a:solidFill>
                <a:srgbClr val="94B6DA"/>
              </a:solidFill>
              <a:ln>
                <a:noFill/>
              </a:ln>
            </p:spPr>
          </p:sp>
          <p:sp>
            <p:nvSpPr>
              <p:cNvPr id="1695" name="Google Shape;1695;h32a9095667746e33_4_99"/>
              <p:cNvSpPr txBox="1"/>
              <p:nvPr/>
            </p:nvSpPr>
            <p:spPr>
              <a:xfrm>
                <a:off x="0" y="-38100"/>
                <a:ext cx="1758300" cy="10336200"/>
              </a:xfrm>
              <a:prstGeom prst="rect">
                <a:avLst/>
              </a:prstGeom>
              <a:noFill/>
              <a:ln>
                <a:noFill/>
              </a:ln>
            </p:spPr>
            <p:txBody>
              <a:bodyPr anchorCtr="0" anchor="ctr" bIns="27000" lIns="27000" spcFirstLastPara="1" rIns="27000" wrap="square" tIns="27000">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grpSp>
        <p:nvGrpSpPr>
          <p:cNvPr id="1696" name="Google Shape;1696;h32a9095667746e33_4_99"/>
          <p:cNvGrpSpPr/>
          <p:nvPr/>
        </p:nvGrpSpPr>
        <p:grpSpPr>
          <a:xfrm>
            <a:off x="731085" y="622850"/>
            <a:ext cx="16825838" cy="9050174"/>
            <a:chOff x="0" y="-108814"/>
            <a:chExt cx="22434451" cy="12066898"/>
          </a:xfrm>
        </p:grpSpPr>
        <p:grpSp>
          <p:nvGrpSpPr>
            <p:cNvPr id="1697" name="Google Shape;1697;h32a9095667746e33_4_99"/>
            <p:cNvGrpSpPr/>
            <p:nvPr/>
          </p:nvGrpSpPr>
          <p:grpSpPr>
            <a:xfrm>
              <a:off x="26537" y="10214891"/>
              <a:ext cx="22386840" cy="1743193"/>
              <a:chOff x="0" y="-47625"/>
              <a:chExt cx="9809754" cy="763855"/>
            </a:xfrm>
          </p:grpSpPr>
          <p:sp>
            <p:nvSpPr>
              <p:cNvPr id="1698" name="Google Shape;1698;h32a9095667746e33_4_99"/>
              <p:cNvSpPr/>
              <p:nvPr/>
            </p:nvSpPr>
            <p:spPr>
              <a:xfrm>
                <a:off x="0" y="0"/>
                <a:ext cx="9809754" cy="716230"/>
              </a:xfrm>
              <a:custGeom>
                <a:rect b="b" l="l" r="r" t="t"/>
                <a:pathLst>
                  <a:path extrusionOk="0" h="716230" w="9809754">
                    <a:moveTo>
                      <a:pt x="0" y="0"/>
                    </a:moveTo>
                    <a:lnTo>
                      <a:pt x="9809754" y="0"/>
                    </a:lnTo>
                    <a:lnTo>
                      <a:pt x="9809754" y="716230"/>
                    </a:lnTo>
                    <a:lnTo>
                      <a:pt x="0" y="716230"/>
                    </a:lnTo>
                    <a:close/>
                  </a:path>
                </a:pathLst>
              </a:custGeom>
              <a:solidFill>
                <a:srgbClr val="20538B"/>
              </a:solidFill>
              <a:ln cap="sq" cmpd="sng" w="38100">
                <a:solidFill>
                  <a:srgbClr val="20538B"/>
                </a:solidFill>
                <a:prstDash val="solid"/>
                <a:miter lim="8000"/>
                <a:headEnd len="sm" w="sm" type="none"/>
                <a:tailEnd len="sm" w="sm" type="none"/>
              </a:ln>
            </p:spPr>
          </p:sp>
          <p:sp>
            <p:nvSpPr>
              <p:cNvPr id="1699" name="Google Shape;1699;h32a9095667746e33_4_99"/>
              <p:cNvSpPr txBox="1"/>
              <p:nvPr/>
            </p:nvSpPr>
            <p:spPr>
              <a:xfrm>
                <a:off x="0" y="-47625"/>
                <a:ext cx="9809700" cy="763800"/>
              </a:xfrm>
              <a:prstGeom prst="rect">
                <a:avLst/>
              </a:prstGeom>
              <a:noFill/>
              <a:ln>
                <a:noFill/>
              </a:ln>
            </p:spPr>
            <p:txBody>
              <a:bodyPr anchorCtr="0" anchor="ctr" bIns="50800" lIns="50800" spcFirstLastPara="1" rIns="50800" wrap="square" tIns="50800">
                <a:noAutofit/>
              </a:bodyPr>
              <a:lstStyle/>
              <a:p>
                <a:pPr indent="0" lvl="0" marL="0" marR="0" rtl="0" algn="ctr">
                  <a:lnSpc>
                    <a:spcPct val="175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700" name="Google Shape;1700;h32a9095667746e33_4_99"/>
            <p:cNvGrpSpPr/>
            <p:nvPr/>
          </p:nvGrpSpPr>
          <p:grpSpPr>
            <a:xfrm>
              <a:off x="0" y="-108814"/>
              <a:ext cx="22434451" cy="11946166"/>
              <a:chOff x="0" y="-47625"/>
              <a:chExt cx="9819000" cy="5228539"/>
            </a:xfrm>
          </p:grpSpPr>
          <p:sp>
            <p:nvSpPr>
              <p:cNvPr id="1701" name="Google Shape;1701;h32a9095667746e33_4_99"/>
              <p:cNvSpPr/>
              <p:nvPr/>
            </p:nvSpPr>
            <p:spPr>
              <a:xfrm>
                <a:off x="0" y="0"/>
                <a:ext cx="9818922" cy="5180914"/>
              </a:xfrm>
              <a:custGeom>
                <a:rect b="b" l="l" r="r" t="t"/>
                <a:pathLst>
                  <a:path extrusionOk="0" h="5180914" w="9818922">
                    <a:moveTo>
                      <a:pt x="0" y="0"/>
                    </a:moveTo>
                    <a:lnTo>
                      <a:pt x="9818922" y="0"/>
                    </a:lnTo>
                    <a:lnTo>
                      <a:pt x="9818922" y="5180914"/>
                    </a:lnTo>
                    <a:lnTo>
                      <a:pt x="0" y="5180914"/>
                    </a:lnTo>
                    <a:close/>
                  </a:path>
                </a:pathLst>
              </a:custGeom>
              <a:solidFill>
                <a:srgbClr val="FFFFFF"/>
              </a:solidFill>
              <a:ln cap="sq" cmpd="sng" w="38100">
                <a:solidFill>
                  <a:srgbClr val="20538B"/>
                </a:solidFill>
                <a:prstDash val="solid"/>
                <a:miter lim="8000"/>
                <a:headEnd len="sm" w="sm" type="none"/>
                <a:tailEnd len="sm" w="sm" type="none"/>
              </a:ln>
            </p:spPr>
          </p:sp>
          <p:sp>
            <p:nvSpPr>
              <p:cNvPr id="1702" name="Google Shape;1702;h32a9095667746e33_4_99"/>
              <p:cNvSpPr txBox="1"/>
              <p:nvPr/>
            </p:nvSpPr>
            <p:spPr>
              <a:xfrm>
                <a:off x="0" y="-47625"/>
                <a:ext cx="9819000" cy="5228400"/>
              </a:xfrm>
              <a:prstGeom prst="rect">
                <a:avLst/>
              </a:prstGeom>
              <a:noFill/>
              <a:ln>
                <a:noFill/>
              </a:ln>
            </p:spPr>
            <p:txBody>
              <a:bodyPr anchorCtr="0" anchor="ctr" bIns="50800" lIns="50800" spcFirstLastPara="1" rIns="50800" wrap="square" tIns="50800">
                <a:noAutofit/>
              </a:bodyPr>
              <a:lstStyle/>
              <a:p>
                <a:pPr indent="0" lvl="0" marL="0" marR="0" rtl="0" algn="ctr">
                  <a:lnSpc>
                    <a:spcPct val="175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grpSp>
        <p:nvGrpSpPr>
          <p:cNvPr id="1703" name="Google Shape;1703;h32a9095667746e33_4_99"/>
          <p:cNvGrpSpPr/>
          <p:nvPr/>
        </p:nvGrpSpPr>
        <p:grpSpPr>
          <a:xfrm>
            <a:off x="763743" y="662704"/>
            <a:ext cx="16759942" cy="1561150"/>
            <a:chOff x="0" y="-38100"/>
            <a:chExt cx="8581200" cy="799319"/>
          </a:xfrm>
        </p:grpSpPr>
        <p:sp>
          <p:nvSpPr>
            <p:cNvPr id="1704" name="Google Shape;1704;h32a9095667746e33_4_99"/>
            <p:cNvSpPr/>
            <p:nvPr/>
          </p:nvSpPr>
          <p:spPr>
            <a:xfrm>
              <a:off x="0" y="0"/>
              <a:ext cx="8581180" cy="761219"/>
            </a:xfrm>
            <a:custGeom>
              <a:rect b="b" l="l" r="r" t="t"/>
              <a:pathLst>
                <a:path extrusionOk="0" h="761219" w="8581180">
                  <a:moveTo>
                    <a:pt x="0" y="0"/>
                  </a:moveTo>
                  <a:lnTo>
                    <a:pt x="8581180" y="0"/>
                  </a:lnTo>
                  <a:lnTo>
                    <a:pt x="8581180" y="761219"/>
                  </a:lnTo>
                  <a:lnTo>
                    <a:pt x="0" y="761219"/>
                  </a:lnTo>
                  <a:close/>
                </a:path>
              </a:pathLst>
            </a:custGeom>
            <a:solidFill>
              <a:srgbClr val="EEF6FF"/>
            </a:solidFill>
            <a:ln cap="sq" cmpd="sng" w="9525">
              <a:solidFill>
                <a:srgbClr val="20538B"/>
              </a:solidFill>
              <a:prstDash val="solid"/>
              <a:miter lim="8000"/>
              <a:headEnd len="sm" w="sm" type="none"/>
              <a:tailEnd len="sm" w="sm" type="none"/>
            </a:ln>
          </p:spPr>
        </p:sp>
        <p:sp>
          <p:nvSpPr>
            <p:cNvPr id="1705" name="Google Shape;1705;h32a9095667746e33_4_99"/>
            <p:cNvSpPr txBox="1"/>
            <p:nvPr/>
          </p:nvSpPr>
          <p:spPr>
            <a:xfrm>
              <a:off x="0" y="-38100"/>
              <a:ext cx="8581200" cy="799200"/>
            </a:xfrm>
            <a:prstGeom prst="rect">
              <a:avLst/>
            </a:prstGeom>
            <a:noFill/>
            <a:ln>
              <a:noFill/>
            </a:ln>
          </p:spPr>
          <p:txBody>
            <a:bodyPr anchorCtr="0" anchor="ctr" bIns="39175" lIns="39175" spcFirstLastPara="1" rIns="39175" wrap="square" tIns="39175">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706" name="Google Shape;1706;h32a9095667746e33_4_99"/>
          <p:cNvSpPr/>
          <p:nvPr/>
        </p:nvSpPr>
        <p:spPr>
          <a:xfrm>
            <a:off x="15531691" y="160918"/>
            <a:ext cx="996214" cy="1021758"/>
          </a:xfrm>
          <a:custGeom>
            <a:rect b="b" l="l" r="r" t="t"/>
            <a:pathLst>
              <a:path extrusionOk="0" h="1021758" w="996214">
                <a:moveTo>
                  <a:pt x="0" y="0"/>
                </a:moveTo>
                <a:lnTo>
                  <a:pt x="996214" y="0"/>
                </a:lnTo>
                <a:lnTo>
                  <a:pt x="996214" y="1021758"/>
                </a:lnTo>
                <a:lnTo>
                  <a:pt x="0" y="1021758"/>
                </a:lnTo>
                <a:lnTo>
                  <a:pt x="0" y="0"/>
                </a:lnTo>
                <a:close/>
              </a:path>
            </a:pathLst>
          </a:custGeom>
          <a:blipFill rotWithShape="1">
            <a:blip r:embed="rId3">
              <a:alphaModFix/>
            </a:blip>
            <a:stretch>
              <a:fillRect b="0" l="0" r="0" t="0"/>
            </a:stretch>
          </a:blipFill>
          <a:ln>
            <a:noFill/>
          </a:ln>
        </p:spPr>
      </p:sp>
      <p:sp>
        <p:nvSpPr>
          <p:cNvPr id="1707" name="Google Shape;1707;h32a9095667746e33_4_99"/>
          <p:cNvSpPr/>
          <p:nvPr/>
        </p:nvSpPr>
        <p:spPr>
          <a:xfrm>
            <a:off x="9388185" y="4333816"/>
            <a:ext cx="272321" cy="272321"/>
          </a:xfrm>
          <a:custGeom>
            <a:rect b="b" l="l" r="r" t="t"/>
            <a:pathLst>
              <a:path extrusionOk="0" h="272321" w="272321">
                <a:moveTo>
                  <a:pt x="0" y="0"/>
                </a:moveTo>
                <a:lnTo>
                  <a:pt x="272321" y="0"/>
                </a:lnTo>
                <a:lnTo>
                  <a:pt x="272321" y="272321"/>
                </a:lnTo>
                <a:lnTo>
                  <a:pt x="0" y="272321"/>
                </a:lnTo>
                <a:lnTo>
                  <a:pt x="0" y="0"/>
                </a:lnTo>
                <a:close/>
              </a:path>
            </a:pathLst>
          </a:custGeom>
          <a:blipFill rotWithShape="1">
            <a:blip r:embed="rId4">
              <a:alphaModFix/>
            </a:blip>
            <a:stretch>
              <a:fillRect b="0" l="0" r="0" t="0"/>
            </a:stretch>
          </a:blipFill>
          <a:ln>
            <a:noFill/>
          </a:ln>
        </p:spPr>
      </p:sp>
      <p:sp>
        <p:nvSpPr>
          <p:cNvPr id="1708" name="Google Shape;1708;h32a9095667746e33_4_99"/>
          <p:cNvSpPr txBox="1"/>
          <p:nvPr/>
        </p:nvSpPr>
        <p:spPr>
          <a:xfrm>
            <a:off x="2395000" y="893150"/>
            <a:ext cx="14258700" cy="769500"/>
          </a:xfrm>
          <a:prstGeom prst="rect">
            <a:avLst/>
          </a:prstGeom>
          <a:noFill/>
          <a:ln>
            <a:noFill/>
          </a:ln>
        </p:spPr>
        <p:txBody>
          <a:bodyPr anchorCtr="0" anchor="t" bIns="0" lIns="0" spcFirstLastPara="1" rIns="0" wrap="square" tIns="0">
            <a:spAutoFit/>
          </a:bodyPr>
          <a:lstStyle/>
          <a:p>
            <a:pPr indent="0" lvl="0" marL="0" marR="0" rtl="0" algn="l">
              <a:lnSpc>
                <a:spcPct val="192000"/>
              </a:lnSpc>
              <a:spcBef>
                <a:spcPts val="0"/>
              </a:spcBef>
              <a:spcAft>
                <a:spcPts val="0"/>
              </a:spcAft>
              <a:buNone/>
            </a:pPr>
            <a:r>
              <a:rPr b="1" i="0" lang="en-US" sz="5000" u="none" cap="none" strike="noStrike">
                <a:solidFill>
                  <a:srgbClr val="20538B"/>
                </a:solidFill>
                <a:latin typeface="Arial"/>
                <a:ea typeface="Arial"/>
                <a:cs typeface="Arial"/>
                <a:sym typeface="Arial"/>
              </a:rPr>
              <a:t>취약점 분석 및 시나리오</a:t>
            </a:r>
            <a:r>
              <a:rPr b="1" lang="en-US" sz="5000">
                <a:solidFill>
                  <a:srgbClr val="20538B"/>
                </a:solidFill>
              </a:rPr>
              <a:t> </a:t>
            </a:r>
            <a:r>
              <a:rPr b="1" lang="en-US" sz="3500">
                <a:solidFill>
                  <a:srgbClr val="20538B"/>
                </a:solidFill>
              </a:rPr>
              <a:t>- 정보 누출(cont’d)</a:t>
            </a:r>
            <a:endParaRPr b="1" i="0" sz="3500" u="none" cap="none" strike="noStrike">
              <a:solidFill>
                <a:srgbClr val="20538B"/>
              </a:solidFill>
              <a:latin typeface="Arial"/>
              <a:ea typeface="Arial"/>
              <a:cs typeface="Arial"/>
              <a:sym typeface="Arial"/>
            </a:endParaRPr>
          </a:p>
        </p:txBody>
      </p:sp>
      <p:sp>
        <p:nvSpPr>
          <p:cNvPr id="1709" name="Google Shape;1709;h32a9095667746e33_4_99"/>
          <p:cNvSpPr txBox="1"/>
          <p:nvPr/>
        </p:nvSpPr>
        <p:spPr>
          <a:xfrm>
            <a:off x="1437501" y="920715"/>
            <a:ext cx="834600" cy="751200"/>
          </a:xfrm>
          <a:prstGeom prst="rect">
            <a:avLst/>
          </a:prstGeom>
          <a:noFill/>
          <a:ln>
            <a:noFill/>
          </a:ln>
        </p:spPr>
        <p:txBody>
          <a:bodyPr anchorCtr="0" anchor="t" bIns="0" lIns="0" spcFirstLastPara="1" rIns="0" wrap="square" tIns="0">
            <a:spAutoFit/>
          </a:bodyPr>
          <a:lstStyle/>
          <a:p>
            <a:pPr indent="0" lvl="0" marL="0" marR="0" rtl="0" algn="l">
              <a:lnSpc>
                <a:spcPct val="192009"/>
              </a:lnSpc>
              <a:spcBef>
                <a:spcPts val="0"/>
              </a:spcBef>
              <a:spcAft>
                <a:spcPts val="0"/>
              </a:spcAft>
              <a:buNone/>
            </a:pPr>
            <a:r>
              <a:rPr b="1" i="0" lang="en-US" sz="4881" u="none" cap="none" strike="noStrike">
                <a:solidFill>
                  <a:srgbClr val="CBDDEF"/>
                </a:solidFill>
                <a:latin typeface="Arial"/>
                <a:ea typeface="Arial"/>
                <a:cs typeface="Arial"/>
                <a:sym typeface="Arial"/>
              </a:rPr>
              <a:t>0</a:t>
            </a:r>
            <a:r>
              <a:rPr b="1" lang="en-US" sz="4881">
                <a:solidFill>
                  <a:srgbClr val="CBDDEF"/>
                </a:solidFill>
              </a:rPr>
              <a:t>4</a:t>
            </a:r>
            <a:endParaRPr/>
          </a:p>
        </p:txBody>
      </p:sp>
      <p:sp>
        <p:nvSpPr>
          <p:cNvPr id="1710" name="Google Shape;1710;h32a9095667746e33_4_99"/>
          <p:cNvSpPr txBox="1"/>
          <p:nvPr/>
        </p:nvSpPr>
        <p:spPr>
          <a:xfrm>
            <a:off x="9757650" y="4254425"/>
            <a:ext cx="7431900" cy="4311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US" sz="2800">
                <a:solidFill>
                  <a:srgbClr val="20538B"/>
                </a:solidFill>
              </a:rPr>
              <a:t>점검 항목 2. 개인정보 열람 페이지 </a:t>
            </a:r>
            <a:r>
              <a:rPr b="1" lang="en-US" sz="2800">
                <a:solidFill>
                  <a:srgbClr val="20538B"/>
                </a:solidFill>
              </a:rPr>
              <a:t>점검 결과</a:t>
            </a:r>
            <a:endParaRPr/>
          </a:p>
        </p:txBody>
      </p:sp>
      <p:sp>
        <p:nvSpPr>
          <p:cNvPr id="1711" name="Google Shape;1711;h32a9095667746e33_4_99"/>
          <p:cNvSpPr txBox="1"/>
          <p:nvPr/>
        </p:nvSpPr>
        <p:spPr>
          <a:xfrm>
            <a:off x="9757650" y="4853515"/>
            <a:ext cx="6567300" cy="2090400"/>
          </a:xfrm>
          <a:prstGeom prst="rect">
            <a:avLst/>
          </a:prstGeom>
          <a:noFill/>
          <a:ln>
            <a:noFill/>
          </a:ln>
        </p:spPr>
        <p:txBody>
          <a:bodyPr anchorCtr="0" anchor="t" bIns="0" lIns="0" spcFirstLastPara="1" rIns="0" wrap="square" tIns="0">
            <a:spAutoFit/>
          </a:bodyPr>
          <a:lstStyle/>
          <a:p>
            <a:pPr indent="-349250" lvl="0" marL="457200" marR="0" rtl="0" algn="l">
              <a:lnSpc>
                <a:spcPct val="155000"/>
              </a:lnSpc>
              <a:spcBef>
                <a:spcPts val="0"/>
              </a:spcBef>
              <a:spcAft>
                <a:spcPts val="0"/>
              </a:spcAft>
              <a:buClr>
                <a:srgbClr val="20538B"/>
              </a:buClr>
              <a:buSzPts val="1900"/>
              <a:buChar char="-"/>
            </a:pPr>
            <a:r>
              <a:rPr lang="en-US" sz="1900">
                <a:solidFill>
                  <a:srgbClr val="20538B"/>
                </a:solidFill>
              </a:rPr>
              <a:t>개인정보 열람 페이지로 식별한 경로 </a:t>
            </a:r>
            <a:br>
              <a:rPr lang="en-US" sz="1900">
                <a:solidFill>
                  <a:srgbClr val="20538B"/>
                </a:solidFill>
              </a:rPr>
            </a:br>
            <a:r>
              <a:rPr lang="en-US" sz="1900">
                <a:solidFill>
                  <a:srgbClr val="20538B"/>
                </a:solidFill>
              </a:rPr>
              <a:t>        : /student/mypage, /student/profile</a:t>
            </a:r>
            <a:endParaRPr sz="1900">
              <a:solidFill>
                <a:srgbClr val="20538B"/>
              </a:solidFill>
            </a:endParaRPr>
          </a:p>
          <a:p>
            <a:pPr indent="-349250" lvl="0" marL="457200" rtl="0" algn="l">
              <a:lnSpc>
                <a:spcPct val="155000"/>
              </a:lnSpc>
              <a:spcBef>
                <a:spcPts val="0"/>
              </a:spcBef>
              <a:spcAft>
                <a:spcPts val="0"/>
              </a:spcAft>
              <a:buClr>
                <a:srgbClr val="20538B"/>
              </a:buClr>
              <a:buSzPts val="1900"/>
              <a:buChar char="-"/>
            </a:pPr>
            <a:r>
              <a:rPr lang="en-US" sz="1900">
                <a:solidFill>
                  <a:srgbClr val="20538B"/>
                </a:solidFill>
              </a:rPr>
              <a:t>로그인한 상태에서 접근하므로 전화번호 등의 단순</a:t>
            </a:r>
            <a:br>
              <a:rPr lang="en-US" sz="1900">
                <a:solidFill>
                  <a:srgbClr val="20538B"/>
                </a:solidFill>
              </a:rPr>
            </a:br>
            <a:r>
              <a:rPr lang="en-US" sz="1900">
                <a:solidFill>
                  <a:srgbClr val="20538B"/>
                </a:solidFill>
              </a:rPr>
              <a:t>개인정보 노출은 양호한 것으로 판단</a:t>
            </a:r>
            <a:endParaRPr sz="1900">
              <a:solidFill>
                <a:srgbClr val="20538B"/>
              </a:solidFill>
            </a:endParaRPr>
          </a:p>
          <a:p>
            <a:pPr indent="0" lvl="0" marL="0" marR="0" rtl="0" algn="l">
              <a:lnSpc>
                <a:spcPct val="155000"/>
              </a:lnSpc>
              <a:spcBef>
                <a:spcPts val="0"/>
              </a:spcBef>
              <a:spcAft>
                <a:spcPts val="0"/>
              </a:spcAft>
              <a:buNone/>
            </a:pPr>
            <a:r>
              <a:t/>
            </a:r>
            <a:endParaRPr b="0" i="0" sz="1800" u="none" cap="none" strike="noStrike">
              <a:solidFill>
                <a:srgbClr val="94B6DA"/>
              </a:solidFill>
              <a:latin typeface="Arial"/>
              <a:ea typeface="Arial"/>
              <a:cs typeface="Arial"/>
              <a:sym typeface="Arial"/>
            </a:endParaRPr>
          </a:p>
        </p:txBody>
      </p:sp>
      <p:pic>
        <p:nvPicPr>
          <p:cNvPr id="1712" name="Google Shape;1712;h32a9095667746e33_4_99"/>
          <p:cNvPicPr preferRelativeResize="0"/>
          <p:nvPr/>
        </p:nvPicPr>
        <p:blipFill>
          <a:blip r:embed="rId5">
            <a:alphaModFix/>
          </a:blip>
          <a:stretch>
            <a:fillRect/>
          </a:stretch>
        </p:blipFill>
        <p:spPr>
          <a:xfrm>
            <a:off x="1684157" y="3997525"/>
            <a:ext cx="7507026" cy="3173225"/>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6" name="Shape 1716"/>
        <p:cNvGrpSpPr/>
        <p:nvPr/>
      </p:nvGrpSpPr>
      <p:grpSpPr>
        <a:xfrm>
          <a:off x="0" y="0"/>
          <a:ext cx="0" cy="0"/>
          <a:chOff x="0" y="0"/>
          <a:chExt cx="0" cy="0"/>
        </a:xfrm>
      </p:grpSpPr>
      <p:grpSp>
        <p:nvGrpSpPr>
          <p:cNvPr id="1717" name="Google Shape;1717;h32a9095667746e33_4_162"/>
          <p:cNvGrpSpPr/>
          <p:nvPr/>
        </p:nvGrpSpPr>
        <p:grpSpPr>
          <a:xfrm>
            <a:off x="-1081199" y="3274283"/>
            <a:ext cx="20615733" cy="7012716"/>
            <a:chOff x="-99239" y="-86"/>
            <a:chExt cx="27487644" cy="9350288"/>
          </a:xfrm>
        </p:grpSpPr>
        <p:grpSp>
          <p:nvGrpSpPr>
            <p:cNvPr id="1718" name="Google Shape;1718;h32a9095667746e33_4_162"/>
            <p:cNvGrpSpPr/>
            <p:nvPr/>
          </p:nvGrpSpPr>
          <p:grpSpPr>
            <a:xfrm rot="-5400000">
              <a:off x="11107617" y="-11206942"/>
              <a:ext cx="4770761" cy="27184472"/>
              <a:chOff x="0" y="-38100"/>
              <a:chExt cx="1831597" cy="10436700"/>
            </a:xfrm>
          </p:grpSpPr>
          <p:sp>
            <p:nvSpPr>
              <p:cNvPr id="1719" name="Google Shape;1719;h32a9095667746e33_4_162"/>
              <p:cNvSpPr/>
              <p:nvPr/>
            </p:nvSpPr>
            <p:spPr>
              <a:xfrm>
                <a:off x="0" y="0"/>
                <a:ext cx="1831597" cy="10398600"/>
              </a:xfrm>
              <a:custGeom>
                <a:rect b="b" l="l" r="r" t="t"/>
                <a:pathLst>
                  <a:path extrusionOk="0" h="10398600" w="1831597">
                    <a:moveTo>
                      <a:pt x="0" y="0"/>
                    </a:moveTo>
                    <a:lnTo>
                      <a:pt x="1831597" y="0"/>
                    </a:lnTo>
                    <a:lnTo>
                      <a:pt x="1831597" y="10398600"/>
                    </a:lnTo>
                    <a:lnTo>
                      <a:pt x="0" y="10398600"/>
                    </a:lnTo>
                    <a:close/>
                  </a:path>
                </a:pathLst>
              </a:custGeom>
              <a:solidFill>
                <a:srgbClr val="CBDDEF"/>
              </a:solidFill>
              <a:ln>
                <a:noFill/>
              </a:ln>
            </p:spPr>
          </p:sp>
          <p:sp>
            <p:nvSpPr>
              <p:cNvPr id="1720" name="Google Shape;1720;h32a9095667746e33_4_162"/>
              <p:cNvSpPr txBox="1"/>
              <p:nvPr/>
            </p:nvSpPr>
            <p:spPr>
              <a:xfrm>
                <a:off x="0" y="-38100"/>
                <a:ext cx="1831500" cy="10436700"/>
              </a:xfrm>
              <a:prstGeom prst="rect">
                <a:avLst/>
              </a:prstGeom>
              <a:noFill/>
              <a:ln>
                <a:noFill/>
              </a:ln>
            </p:spPr>
            <p:txBody>
              <a:bodyPr anchorCtr="0" anchor="ctr" bIns="27000" lIns="27000" spcFirstLastPara="1" rIns="27000" wrap="square" tIns="27000">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721" name="Google Shape;1721;h32a9095667746e33_4_162"/>
            <p:cNvGrpSpPr/>
            <p:nvPr/>
          </p:nvGrpSpPr>
          <p:grpSpPr>
            <a:xfrm rot="-5400000">
              <a:off x="11637133" y="-6401070"/>
              <a:ext cx="4579844" cy="26922700"/>
              <a:chOff x="0" y="-38100"/>
              <a:chExt cx="1758300" cy="10336200"/>
            </a:xfrm>
          </p:grpSpPr>
          <p:sp>
            <p:nvSpPr>
              <p:cNvPr id="1722" name="Google Shape;1722;h32a9095667746e33_4_162"/>
              <p:cNvSpPr/>
              <p:nvPr/>
            </p:nvSpPr>
            <p:spPr>
              <a:xfrm>
                <a:off x="0" y="0"/>
                <a:ext cx="1758210" cy="10298040"/>
              </a:xfrm>
              <a:custGeom>
                <a:rect b="b" l="l" r="r" t="t"/>
                <a:pathLst>
                  <a:path extrusionOk="0" h="10298040" w="1758210">
                    <a:moveTo>
                      <a:pt x="0" y="0"/>
                    </a:moveTo>
                    <a:lnTo>
                      <a:pt x="1758210" y="0"/>
                    </a:lnTo>
                    <a:lnTo>
                      <a:pt x="1758210" y="10298040"/>
                    </a:lnTo>
                    <a:lnTo>
                      <a:pt x="0" y="10298040"/>
                    </a:lnTo>
                    <a:close/>
                  </a:path>
                </a:pathLst>
              </a:custGeom>
              <a:solidFill>
                <a:srgbClr val="94B6DA"/>
              </a:solidFill>
              <a:ln>
                <a:noFill/>
              </a:ln>
            </p:spPr>
          </p:sp>
          <p:sp>
            <p:nvSpPr>
              <p:cNvPr id="1723" name="Google Shape;1723;h32a9095667746e33_4_162"/>
              <p:cNvSpPr txBox="1"/>
              <p:nvPr/>
            </p:nvSpPr>
            <p:spPr>
              <a:xfrm>
                <a:off x="0" y="-38100"/>
                <a:ext cx="1758300" cy="10336200"/>
              </a:xfrm>
              <a:prstGeom prst="rect">
                <a:avLst/>
              </a:prstGeom>
              <a:noFill/>
              <a:ln>
                <a:noFill/>
              </a:ln>
            </p:spPr>
            <p:txBody>
              <a:bodyPr anchorCtr="0" anchor="ctr" bIns="27000" lIns="27000" spcFirstLastPara="1" rIns="27000" wrap="square" tIns="27000">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grpSp>
        <p:nvGrpSpPr>
          <p:cNvPr id="1724" name="Google Shape;1724;h32a9095667746e33_4_162"/>
          <p:cNvGrpSpPr/>
          <p:nvPr/>
        </p:nvGrpSpPr>
        <p:grpSpPr>
          <a:xfrm>
            <a:off x="731085" y="622850"/>
            <a:ext cx="16825838" cy="9050174"/>
            <a:chOff x="0" y="-108814"/>
            <a:chExt cx="22434451" cy="12066898"/>
          </a:xfrm>
        </p:grpSpPr>
        <p:grpSp>
          <p:nvGrpSpPr>
            <p:cNvPr id="1725" name="Google Shape;1725;h32a9095667746e33_4_162"/>
            <p:cNvGrpSpPr/>
            <p:nvPr/>
          </p:nvGrpSpPr>
          <p:grpSpPr>
            <a:xfrm>
              <a:off x="26537" y="10214891"/>
              <a:ext cx="22386840" cy="1743193"/>
              <a:chOff x="0" y="-47625"/>
              <a:chExt cx="9809754" cy="763855"/>
            </a:xfrm>
          </p:grpSpPr>
          <p:sp>
            <p:nvSpPr>
              <p:cNvPr id="1726" name="Google Shape;1726;h32a9095667746e33_4_162"/>
              <p:cNvSpPr/>
              <p:nvPr/>
            </p:nvSpPr>
            <p:spPr>
              <a:xfrm>
                <a:off x="0" y="0"/>
                <a:ext cx="9809754" cy="716230"/>
              </a:xfrm>
              <a:custGeom>
                <a:rect b="b" l="l" r="r" t="t"/>
                <a:pathLst>
                  <a:path extrusionOk="0" h="716230" w="9809754">
                    <a:moveTo>
                      <a:pt x="0" y="0"/>
                    </a:moveTo>
                    <a:lnTo>
                      <a:pt x="9809754" y="0"/>
                    </a:lnTo>
                    <a:lnTo>
                      <a:pt x="9809754" y="716230"/>
                    </a:lnTo>
                    <a:lnTo>
                      <a:pt x="0" y="716230"/>
                    </a:lnTo>
                    <a:close/>
                  </a:path>
                </a:pathLst>
              </a:custGeom>
              <a:solidFill>
                <a:srgbClr val="20538B"/>
              </a:solidFill>
              <a:ln cap="sq" cmpd="sng" w="38100">
                <a:solidFill>
                  <a:srgbClr val="20538B"/>
                </a:solidFill>
                <a:prstDash val="solid"/>
                <a:miter lim="8000"/>
                <a:headEnd len="sm" w="sm" type="none"/>
                <a:tailEnd len="sm" w="sm" type="none"/>
              </a:ln>
            </p:spPr>
          </p:sp>
          <p:sp>
            <p:nvSpPr>
              <p:cNvPr id="1727" name="Google Shape;1727;h32a9095667746e33_4_162"/>
              <p:cNvSpPr txBox="1"/>
              <p:nvPr/>
            </p:nvSpPr>
            <p:spPr>
              <a:xfrm>
                <a:off x="0" y="-47625"/>
                <a:ext cx="9809700" cy="763800"/>
              </a:xfrm>
              <a:prstGeom prst="rect">
                <a:avLst/>
              </a:prstGeom>
              <a:noFill/>
              <a:ln>
                <a:noFill/>
              </a:ln>
            </p:spPr>
            <p:txBody>
              <a:bodyPr anchorCtr="0" anchor="ctr" bIns="50800" lIns="50800" spcFirstLastPara="1" rIns="50800" wrap="square" tIns="50800">
                <a:noAutofit/>
              </a:bodyPr>
              <a:lstStyle/>
              <a:p>
                <a:pPr indent="0" lvl="0" marL="0" marR="0" rtl="0" algn="ctr">
                  <a:lnSpc>
                    <a:spcPct val="175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728" name="Google Shape;1728;h32a9095667746e33_4_162"/>
            <p:cNvGrpSpPr/>
            <p:nvPr/>
          </p:nvGrpSpPr>
          <p:grpSpPr>
            <a:xfrm>
              <a:off x="0" y="-108814"/>
              <a:ext cx="22434451" cy="11946166"/>
              <a:chOff x="0" y="-47625"/>
              <a:chExt cx="9819000" cy="5228539"/>
            </a:xfrm>
          </p:grpSpPr>
          <p:sp>
            <p:nvSpPr>
              <p:cNvPr id="1729" name="Google Shape;1729;h32a9095667746e33_4_162"/>
              <p:cNvSpPr/>
              <p:nvPr/>
            </p:nvSpPr>
            <p:spPr>
              <a:xfrm>
                <a:off x="0" y="0"/>
                <a:ext cx="9818922" cy="5180914"/>
              </a:xfrm>
              <a:custGeom>
                <a:rect b="b" l="l" r="r" t="t"/>
                <a:pathLst>
                  <a:path extrusionOk="0" h="5180914" w="9818922">
                    <a:moveTo>
                      <a:pt x="0" y="0"/>
                    </a:moveTo>
                    <a:lnTo>
                      <a:pt x="9818922" y="0"/>
                    </a:lnTo>
                    <a:lnTo>
                      <a:pt x="9818922" y="5180914"/>
                    </a:lnTo>
                    <a:lnTo>
                      <a:pt x="0" y="5180914"/>
                    </a:lnTo>
                    <a:close/>
                  </a:path>
                </a:pathLst>
              </a:custGeom>
              <a:solidFill>
                <a:srgbClr val="FFFFFF"/>
              </a:solidFill>
              <a:ln cap="sq" cmpd="sng" w="38100">
                <a:solidFill>
                  <a:srgbClr val="20538B"/>
                </a:solidFill>
                <a:prstDash val="solid"/>
                <a:miter lim="8000"/>
                <a:headEnd len="sm" w="sm" type="none"/>
                <a:tailEnd len="sm" w="sm" type="none"/>
              </a:ln>
            </p:spPr>
          </p:sp>
          <p:sp>
            <p:nvSpPr>
              <p:cNvPr id="1730" name="Google Shape;1730;h32a9095667746e33_4_162"/>
              <p:cNvSpPr txBox="1"/>
              <p:nvPr/>
            </p:nvSpPr>
            <p:spPr>
              <a:xfrm>
                <a:off x="0" y="-47625"/>
                <a:ext cx="9819000" cy="5228400"/>
              </a:xfrm>
              <a:prstGeom prst="rect">
                <a:avLst/>
              </a:prstGeom>
              <a:noFill/>
              <a:ln>
                <a:noFill/>
              </a:ln>
            </p:spPr>
            <p:txBody>
              <a:bodyPr anchorCtr="0" anchor="ctr" bIns="50800" lIns="50800" spcFirstLastPara="1" rIns="50800" wrap="square" tIns="50800">
                <a:noAutofit/>
              </a:bodyPr>
              <a:lstStyle/>
              <a:p>
                <a:pPr indent="0" lvl="0" marL="0" marR="0" rtl="0" algn="ctr">
                  <a:lnSpc>
                    <a:spcPct val="175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grpSp>
        <p:nvGrpSpPr>
          <p:cNvPr id="1731" name="Google Shape;1731;h32a9095667746e33_4_162"/>
          <p:cNvGrpSpPr/>
          <p:nvPr/>
        </p:nvGrpSpPr>
        <p:grpSpPr>
          <a:xfrm>
            <a:off x="763743" y="662704"/>
            <a:ext cx="16759942" cy="1561150"/>
            <a:chOff x="0" y="-38100"/>
            <a:chExt cx="8581200" cy="799319"/>
          </a:xfrm>
        </p:grpSpPr>
        <p:sp>
          <p:nvSpPr>
            <p:cNvPr id="1732" name="Google Shape;1732;h32a9095667746e33_4_162"/>
            <p:cNvSpPr/>
            <p:nvPr/>
          </p:nvSpPr>
          <p:spPr>
            <a:xfrm>
              <a:off x="0" y="0"/>
              <a:ext cx="8581180" cy="761219"/>
            </a:xfrm>
            <a:custGeom>
              <a:rect b="b" l="l" r="r" t="t"/>
              <a:pathLst>
                <a:path extrusionOk="0" h="761219" w="8581180">
                  <a:moveTo>
                    <a:pt x="0" y="0"/>
                  </a:moveTo>
                  <a:lnTo>
                    <a:pt x="8581180" y="0"/>
                  </a:lnTo>
                  <a:lnTo>
                    <a:pt x="8581180" y="761219"/>
                  </a:lnTo>
                  <a:lnTo>
                    <a:pt x="0" y="761219"/>
                  </a:lnTo>
                  <a:close/>
                </a:path>
              </a:pathLst>
            </a:custGeom>
            <a:solidFill>
              <a:srgbClr val="EEF6FF"/>
            </a:solidFill>
            <a:ln cap="sq" cmpd="sng" w="9525">
              <a:solidFill>
                <a:srgbClr val="20538B"/>
              </a:solidFill>
              <a:prstDash val="solid"/>
              <a:miter lim="8000"/>
              <a:headEnd len="sm" w="sm" type="none"/>
              <a:tailEnd len="sm" w="sm" type="none"/>
            </a:ln>
          </p:spPr>
        </p:sp>
        <p:sp>
          <p:nvSpPr>
            <p:cNvPr id="1733" name="Google Shape;1733;h32a9095667746e33_4_162"/>
            <p:cNvSpPr txBox="1"/>
            <p:nvPr/>
          </p:nvSpPr>
          <p:spPr>
            <a:xfrm>
              <a:off x="0" y="-38100"/>
              <a:ext cx="8581200" cy="799200"/>
            </a:xfrm>
            <a:prstGeom prst="rect">
              <a:avLst/>
            </a:prstGeom>
            <a:noFill/>
            <a:ln>
              <a:noFill/>
            </a:ln>
          </p:spPr>
          <p:txBody>
            <a:bodyPr anchorCtr="0" anchor="ctr" bIns="39175" lIns="39175" spcFirstLastPara="1" rIns="39175" wrap="square" tIns="39175">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734" name="Google Shape;1734;h32a9095667746e33_4_162"/>
          <p:cNvSpPr/>
          <p:nvPr/>
        </p:nvSpPr>
        <p:spPr>
          <a:xfrm>
            <a:off x="15531691" y="160918"/>
            <a:ext cx="996214" cy="1021758"/>
          </a:xfrm>
          <a:custGeom>
            <a:rect b="b" l="l" r="r" t="t"/>
            <a:pathLst>
              <a:path extrusionOk="0" h="1021758" w="996214">
                <a:moveTo>
                  <a:pt x="0" y="0"/>
                </a:moveTo>
                <a:lnTo>
                  <a:pt x="996214" y="0"/>
                </a:lnTo>
                <a:lnTo>
                  <a:pt x="996214" y="1021758"/>
                </a:lnTo>
                <a:lnTo>
                  <a:pt x="0" y="1021758"/>
                </a:lnTo>
                <a:lnTo>
                  <a:pt x="0" y="0"/>
                </a:lnTo>
                <a:close/>
              </a:path>
            </a:pathLst>
          </a:custGeom>
          <a:blipFill rotWithShape="1">
            <a:blip r:embed="rId3">
              <a:alphaModFix/>
            </a:blip>
            <a:stretch>
              <a:fillRect b="0" l="0" r="0" t="0"/>
            </a:stretch>
          </a:blipFill>
          <a:ln>
            <a:noFill/>
          </a:ln>
        </p:spPr>
      </p:sp>
      <p:sp>
        <p:nvSpPr>
          <p:cNvPr id="1735" name="Google Shape;1735;h32a9095667746e33_4_162"/>
          <p:cNvSpPr/>
          <p:nvPr/>
        </p:nvSpPr>
        <p:spPr>
          <a:xfrm>
            <a:off x="9363698" y="3007766"/>
            <a:ext cx="272321" cy="272321"/>
          </a:xfrm>
          <a:custGeom>
            <a:rect b="b" l="l" r="r" t="t"/>
            <a:pathLst>
              <a:path extrusionOk="0" h="272321" w="272321">
                <a:moveTo>
                  <a:pt x="0" y="0"/>
                </a:moveTo>
                <a:lnTo>
                  <a:pt x="272321" y="0"/>
                </a:lnTo>
                <a:lnTo>
                  <a:pt x="272321" y="272321"/>
                </a:lnTo>
                <a:lnTo>
                  <a:pt x="0" y="272321"/>
                </a:lnTo>
                <a:lnTo>
                  <a:pt x="0" y="0"/>
                </a:lnTo>
                <a:close/>
              </a:path>
            </a:pathLst>
          </a:custGeom>
          <a:blipFill rotWithShape="1">
            <a:blip r:embed="rId4">
              <a:alphaModFix/>
            </a:blip>
            <a:stretch>
              <a:fillRect b="0" l="0" r="0" t="0"/>
            </a:stretch>
          </a:blipFill>
          <a:ln>
            <a:noFill/>
          </a:ln>
        </p:spPr>
      </p:sp>
      <p:sp>
        <p:nvSpPr>
          <p:cNvPr id="1736" name="Google Shape;1736;h32a9095667746e33_4_162"/>
          <p:cNvSpPr txBox="1"/>
          <p:nvPr/>
        </p:nvSpPr>
        <p:spPr>
          <a:xfrm>
            <a:off x="2395000" y="893150"/>
            <a:ext cx="11214600" cy="769500"/>
          </a:xfrm>
          <a:prstGeom prst="rect">
            <a:avLst/>
          </a:prstGeom>
          <a:noFill/>
          <a:ln>
            <a:noFill/>
          </a:ln>
        </p:spPr>
        <p:txBody>
          <a:bodyPr anchorCtr="0" anchor="t" bIns="0" lIns="0" spcFirstLastPara="1" rIns="0" wrap="square" tIns="0">
            <a:spAutoFit/>
          </a:bodyPr>
          <a:lstStyle/>
          <a:p>
            <a:pPr indent="0" lvl="0" marL="0" marR="0" rtl="0" algn="l">
              <a:lnSpc>
                <a:spcPct val="192000"/>
              </a:lnSpc>
              <a:spcBef>
                <a:spcPts val="0"/>
              </a:spcBef>
              <a:spcAft>
                <a:spcPts val="0"/>
              </a:spcAft>
              <a:buNone/>
            </a:pPr>
            <a:r>
              <a:rPr b="1" i="0" lang="en-US" sz="5000" u="none" cap="none" strike="noStrike">
                <a:solidFill>
                  <a:srgbClr val="20538B"/>
                </a:solidFill>
                <a:latin typeface="Arial"/>
                <a:ea typeface="Arial"/>
                <a:cs typeface="Arial"/>
                <a:sym typeface="Arial"/>
              </a:rPr>
              <a:t>취약점 분석 및 시나리오</a:t>
            </a:r>
            <a:r>
              <a:rPr b="1" lang="en-US" sz="5000">
                <a:solidFill>
                  <a:srgbClr val="20538B"/>
                </a:solidFill>
              </a:rPr>
              <a:t> </a:t>
            </a:r>
            <a:r>
              <a:rPr b="1" lang="en-US" sz="3500">
                <a:solidFill>
                  <a:srgbClr val="20538B"/>
                </a:solidFill>
              </a:rPr>
              <a:t>- </a:t>
            </a:r>
            <a:r>
              <a:rPr b="1" lang="en-US" sz="3500">
                <a:solidFill>
                  <a:srgbClr val="20538B"/>
                </a:solidFill>
              </a:rPr>
              <a:t>약한 비밀번호 정책</a:t>
            </a:r>
            <a:endParaRPr b="1" i="0" sz="3500" u="none" cap="none" strike="noStrike">
              <a:solidFill>
                <a:srgbClr val="20538B"/>
              </a:solidFill>
              <a:latin typeface="Arial"/>
              <a:ea typeface="Arial"/>
              <a:cs typeface="Arial"/>
              <a:sym typeface="Arial"/>
            </a:endParaRPr>
          </a:p>
        </p:txBody>
      </p:sp>
      <p:sp>
        <p:nvSpPr>
          <p:cNvPr id="1737" name="Google Shape;1737;h32a9095667746e33_4_162"/>
          <p:cNvSpPr txBox="1"/>
          <p:nvPr/>
        </p:nvSpPr>
        <p:spPr>
          <a:xfrm>
            <a:off x="1437501" y="920715"/>
            <a:ext cx="834600" cy="751200"/>
          </a:xfrm>
          <a:prstGeom prst="rect">
            <a:avLst/>
          </a:prstGeom>
          <a:noFill/>
          <a:ln>
            <a:noFill/>
          </a:ln>
        </p:spPr>
        <p:txBody>
          <a:bodyPr anchorCtr="0" anchor="t" bIns="0" lIns="0" spcFirstLastPara="1" rIns="0" wrap="square" tIns="0">
            <a:spAutoFit/>
          </a:bodyPr>
          <a:lstStyle/>
          <a:p>
            <a:pPr indent="0" lvl="0" marL="0" marR="0" rtl="0" algn="l">
              <a:lnSpc>
                <a:spcPct val="192009"/>
              </a:lnSpc>
              <a:spcBef>
                <a:spcPts val="0"/>
              </a:spcBef>
              <a:spcAft>
                <a:spcPts val="0"/>
              </a:spcAft>
              <a:buNone/>
            </a:pPr>
            <a:r>
              <a:rPr b="1" i="0" lang="en-US" sz="4881" u="none" cap="none" strike="noStrike">
                <a:solidFill>
                  <a:srgbClr val="CBDDEF"/>
                </a:solidFill>
                <a:latin typeface="Arial"/>
                <a:ea typeface="Arial"/>
                <a:cs typeface="Arial"/>
                <a:sym typeface="Arial"/>
              </a:rPr>
              <a:t>0</a:t>
            </a:r>
            <a:r>
              <a:rPr b="1" lang="en-US" sz="4881">
                <a:solidFill>
                  <a:srgbClr val="CBDDEF"/>
                </a:solidFill>
              </a:rPr>
              <a:t>4</a:t>
            </a:r>
            <a:endParaRPr/>
          </a:p>
        </p:txBody>
      </p:sp>
      <p:sp>
        <p:nvSpPr>
          <p:cNvPr id="1738" name="Google Shape;1738;h32a9095667746e33_4_162"/>
          <p:cNvSpPr txBox="1"/>
          <p:nvPr/>
        </p:nvSpPr>
        <p:spPr>
          <a:xfrm>
            <a:off x="9757649" y="2853963"/>
            <a:ext cx="6140400" cy="4311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US" sz="2800">
                <a:solidFill>
                  <a:srgbClr val="20538B"/>
                </a:solidFill>
              </a:rPr>
              <a:t>가이드 항목</a:t>
            </a:r>
            <a:endParaRPr/>
          </a:p>
        </p:txBody>
      </p:sp>
      <p:sp>
        <p:nvSpPr>
          <p:cNvPr id="1739" name="Google Shape;1739;h32a9095667746e33_4_162"/>
          <p:cNvSpPr txBox="1"/>
          <p:nvPr/>
        </p:nvSpPr>
        <p:spPr>
          <a:xfrm>
            <a:off x="9757650" y="3424775"/>
            <a:ext cx="7097100" cy="730500"/>
          </a:xfrm>
          <a:prstGeom prst="rect">
            <a:avLst/>
          </a:prstGeom>
          <a:noFill/>
          <a:ln>
            <a:noFill/>
          </a:ln>
        </p:spPr>
        <p:txBody>
          <a:bodyPr anchorCtr="0" anchor="t" bIns="0" lIns="0" spcFirstLastPara="1" rIns="0" wrap="square" tIns="0">
            <a:spAutoFit/>
          </a:bodyPr>
          <a:lstStyle/>
          <a:p>
            <a:pPr indent="0" lvl="0" marL="0" marR="0" rtl="0" algn="l">
              <a:lnSpc>
                <a:spcPct val="155000"/>
              </a:lnSpc>
              <a:spcBef>
                <a:spcPts val="0"/>
              </a:spcBef>
              <a:spcAft>
                <a:spcPts val="0"/>
              </a:spcAft>
              <a:buNone/>
            </a:pPr>
            <a:r>
              <a:rPr lang="en-US" sz="1900">
                <a:solidFill>
                  <a:srgbClr val="20538B"/>
                </a:solidFill>
              </a:rPr>
              <a:t>주요정보통신기반시설 취약점 - </a:t>
            </a:r>
            <a:r>
              <a:rPr lang="en-US" sz="1900">
                <a:solidFill>
                  <a:srgbClr val="20538B"/>
                </a:solidFill>
              </a:rPr>
              <a:t>약한 비밀번호 정책</a:t>
            </a:r>
            <a:r>
              <a:rPr lang="en-US" sz="1900">
                <a:solidFill>
                  <a:srgbClr val="20538B"/>
                </a:solidFill>
              </a:rPr>
              <a:t>(위험도 : 상)</a:t>
            </a:r>
            <a:endParaRPr sz="1900">
              <a:solidFill>
                <a:srgbClr val="20538B"/>
              </a:solidFill>
            </a:endParaRPr>
          </a:p>
          <a:p>
            <a:pPr indent="0" lvl="0" marL="0" marR="0" rtl="0" algn="l">
              <a:lnSpc>
                <a:spcPct val="155000"/>
              </a:lnSpc>
              <a:spcBef>
                <a:spcPts val="0"/>
              </a:spcBef>
              <a:spcAft>
                <a:spcPts val="0"/>
              </a:spcAft>
              <a:buNone/>
            </a:pPr>
            <a:r>
              <a:t/>
            </a:r>
            <a:endParaRPr b="0" i="0" sz="1800" u="none" cap="none" strike="noStrike">
              <a:solidFill>
                <a:srgbClr val="94B6DA"/>
              </a:solidFill>
              <a:latin typeface="Arial"/>
              <a:ea typeface="Arial"/>
              <a:cs typeface="Arial"/>
              <a:sym typeface="Arial"/>
            </a:endParaRPr>
          </a:p>
        </p:txBody>
      </p:sp>
      <p:sp>
        <p:nvSpPr>
          <p:cNvPr id="1740" name="Google Shape;1740;h32a9095667746e33_4_162"/>
          <p:cNvSpPr/>
          <p:nvPr/>
        </p:nvSpPr>
        <p:spPr>
          <a:xfrm>
            <a:off x="9363698" y="4327691"/>
            <a:ext cx="272321" cy="272321"/>
          </a:xfrm>
          <a:custGeom>
            <a:rect b="b" l="l" r="r" t="t"/>
            <a:pathLst>
              <a:path extrusionOk="0" h="272321" w="272321">
                <a:moveTo>
                  <a:pt x="0" y="0"/>
                </a:moveTo>
                <a:lnTo>
                  <a:pt x="272321" y="0"/>
                </a:lnTo>
                <a:lnTo>
                  <a:pt x="272321" y="272321"/>
                </a:lnTo>
                <a:lnTo>
                  <a:pt x="0" y="272321"/>
                </a:lnTo>
                <a:lnTo>
                  <a:pt x="0" y="0"/>
                </a:lnTo>
                <a:close/>
              </a:path>
            </a:pathLst>
          </a:custGeom>
          <a:blipFill rotWithShape="1">
            <a:blip r:embed="rId4">
              <a:alphaModFix/>
            </a:blip>
            <a:stretch>
              <a:fillRect b="0" l="0" r="0" t="0"/>
            </a:stretch>
          </a:blipFill>
          <a:ln>
            <a:noFill/>
          </a:ln>
        </p:spPr>
      </p:sp>
      <p:sp>
        <p:nvSpPr>
          <p:cNvPr id="1741" name="Google Shape;1741;h32a9095667746e33_4_162"/>
          <p:cNvSpPr txBox="1"/>
          <p:nvPr/>
        </p:nvSpPr>
        <p:spPr>
          <a:xfrm>
            <a:off x="9757649" y="4221188"/>
            <a:ext cx="6140400" cy="4311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US" sz="2800">
                <a:solidFill>
                  <a:srgbClr val="20538B"/>
                </a:solidFill>
              </a:rPr>
              <a:t>판단 기준</a:t>
            </a:r>
            <a:endParaRPr/>
          </a:p>
        </p:txBody>
      </p:sp>
      <p:sp>
        <p:nvSpPr>
          <p:cNvPr id="1742" name="Google Shape;1742;h32a9095667746e33_4_162"/>
          <p:cNvSpPr txBox="1"/>
          <p:nvPr/>
        </p:nvSpPr>
        <p:spPr>
          <a:xfrm>
            <a:off x="9757650" y="4801975"/>
            <a:ext cx="7331400" cy="3903600"/>
          </a:xfrm>
          <a:prstGeom prst="rect">
            <a:avLst/>
          </a:prstGeom>
          <a:noFill/>
          <a:ln>
            <a:noFill/>
          </a:ln>
        </p:spPr>
        <p:txBody>
          <a:bodyPr anchorCtr="0" anchor="t" bIns="0" lIns="0" spcFirstLastPara="1" rIns="0" wrap="square" tIns="0">
            <a:spAutoFit/>
          </a:bodyPr>
          <a:lstStyle/>
          <a:p>
            <a:pPr indent="-349250" lvl="0" marL="457200" marR="0" rtl="0" algn="l">
              <a:lnSpc>
                <a:spcPct val="155000"/>
              </a:lnSpc>
              <a:spcBef>
                <a:spcPts val="0"/>
              </a:spcBef>
              <a:spcAft>
                <a:spcPts val="0"/>
              </a:spcAft>
              <a:buClr>
                <a:srgbClr val="20538B"/>
              </a:buClr>
              <a:buSzPts val="1900"/>
              <a:buChar char="-"/>
            </a:pPr>
            <a:r>
              <a:rPr b="1" lang="en-US" sz="1900">
                <a:solidFill>
                  <a:srgbClr val="20538B"/>
                </a:solidFill>
              </a:rPr>
              <a:t>취약</a:t>
            </a:r>
            <a:endParaRPr sz="1900">
              <a:solidFill>
                <a:srgbClr val="20538B"/>
              </a:solidFill>
            </a:endParaRPr>
          </a:p>
          <a:p>
            <a:pPr indent="0" lvl="0" marL="457200" marR="0" rtl="0" algn="l">
              <a:lnSpc>
                <a:spcPct val="155000"/>
              </a:lnSpc>
              <a:spcBef>
                <a:spcPts val="0"/>
              </a:spcBef>
              <a:spcAft>
                <a:spcPts val="0"/>
              </a:spcAft>
              <a:buNone/>
            </a:pPr>
            <a:r>
              <a:rPr lang="en-US" sz="1900">
                <a:solidFill>
                  <a:srgbClr val="20538B"/>
                </a:solidFill>
              </a:rPr>
              <a:t>관리자 및 사용자 계정의 비밀번호가 유추하기 쉬운 값으로 설정되어 있거나 낮은 복잡성의 비밀번호 정책이 설정되어 있는 경우</a:t>
            </a:r>
            <a:endParaRPr sz="1900">
              <a:solidFill>
                <a:srgbClr val="20538B"/>
              </a:solidFill>
            </a:endParaRPr>
          </a:p>
          <a:p>
            <a:pPr indent="-349250" lvl="0" marL="457200" marR="0" rtl="0" algn="l">
              <a:lnSpc>
                <a:spcPct val="155000"/>
              </a:lnSpc>
              <a:spcBef>
                <a:spcPts val="0"/>
              </a:spcBef>
              <a:spcAft>
                <a:spcPts val="0"/>
              </a:spcAft>
              <a:buClr>
                <a:srgbClr val="20538B"/>
              </a:buClr>
              <a:buSzPts val="1900"/>
              <a:buChar char="-"/>
            </a:pPr>
            <a:r>
              <a:rPr b="1" lang="en-US" sz="1900">
                <a:solidFill>
                  <a:srgbClr val="20538B"/>
                </a:solidFill>
              </a:rPr>
              <a:t>양호</a:t>
            </a:r>
            <a:endParaRPr sz="1900">
              <a:solidFill>
                <a:srgbClr val="20538B"/>
              </a:solidFill>
            </a:endParaRPr>
          </a:p>
          <a:p>
            <a:pPr indent="0" lvl="0" marL="457200" marR="0" rtl="0" algn="l">
              <a:lnSpc>
                <a:spcPct val="155000"/>
              </a:lnSpc>
              <a:spcBef>
                <a:spcPts val="0"/>
              </a:spcBef>
              <a:spcAft>
                <a:spcPts val="0"/>
              </a:spcAft>
              <a:buNone/>
            </a:pPr>
            <a:r>
              <a:rPr lang="en-US" sz="1900">
                <a:solidFill>
                  <a:srgbClr val="20538B"/>
                </a:solidFill>
              </a:rPr>
              <a:t>관리자 및 사용자 계정의 비밀번호가 유추하기 어려운 값으로 설정되어 있거나 높은 복잡성의 비밀번호 정책이 설정되어 있는 경우</a:t>
            </a:r>
            <a:endParaRPr sz="1900">
              <a:solidFill>
                <a:srgbClr val="20538B"/>
              </a:solidFill>
            </a:endParaRPr>
          </a:p>
          <a:p>
            <a:pPr indent="0" lvl="0" marL="0" marR="0" rtl="0" algn="l">
              <a:lnSpc>
                <a:spcPct val="155000"/>
              </a:lnSpc>
              <a:spcBef>
                <a:spcPts val="0"/>
              </a:spcBef>
              <a:spcAft>
                <a:spcPts val="0"/>
              </a:spcAft>
              <a:buNone/>
            </a:pPr>
            <a:r>
              <a:t/>
            </a:r>
            <a:endParaRPr b="0" i="0" sz="1800" u="none" cap="none" strike="noStrike">
              <a:solidFill>
                <a:srgbClr val="94B6DA"/>
              </a:solidFill>
              <a:latin typeface="Arial"/>
              <a:ea typeface="Arial"/>
              <a:cs typeface="Arial"/>
              <a:sym typeface="Arial"/>
            </a:endParaRPr>
          </a:p>
        </p:txBody>
      </p:sp>
      <p:pic>
        <p:nvPicPr>
          <p:cNvPr id="1743" name="Google Shape;1743;h32a9095667746e33_4_162"/>
          <p:cNvPicPr preferRelativeResize="0"/>
          <p:nvPr/>
        </p:nvPicPr>
        <p:blipFill>
          <a:blip r:embed="rId5">
            <a:alphaModFix/>
          </a:blip>
          <a:stretch>
            <a:fillRect/>
          </a:stretch>
        </p:blipFill>
        <p:spPr>
          <a:xfrm>
            <a:off x="2663075" y="2609575"/>
            <a:ext cx="5153025" cy="6096000"/>
          </a:xfrm>
          <a:prstGeom prst="rect">
            <a:avLst/>
          </a:prstGeom>
          <a:noFill/>
          <a:ln>
            <a:noFill/>
          </a:ln>
        </p:spPr>
      </p:pic>
      <p:sp>
        <p:nvSpPr>
          <p:cNvPr id="1744" name="Google Shape;1744;h32a9095667746e33_4_162"/>
          <p:cNvSpPr/>
          <p:nvPr/>
        </p:nvSpPr>
        <p:spPr>
          <a:xfrm>
            <a:off x="2395000" y="2764425"/>
            <a:ext cx="5697300" cy="6096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20538B"/>
              </a:solidFill>
              <a:latin typeface="Calibri"/>
              <a:ea typeface="Calibri"/>
              <a:cs typeface="Calibri"/>
              <a:sym typeface="Calibri"/>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8" name="Shape 1748"/>
        <p:cNvGrpSpPr/>
        <p:nvPr/>
      </p:nvGrpSpPr>
      <p:grpSpPr>
        <a:xfrm>
          <a:off x="0" y="0"/>
          <a:ext cx="0" cy="0"/>
          <a:chOff x="0" y="0"/>
          <a:chExt cx="0" cy="0"/>
        </a:xfrm>
      </p:grpSpPr>
      <p:grpSp>
        <p:nvGrpSpPr>
          <p:cNvPr id="1749" name="Google Shape;1749;h32a9095667746e33_4_195"/>
          <p:cNvGrpSpPr/>
          <p:nvPr/>
        </p:nvGrpSpPr>
        <p:grpSpPr>
          <a:xfrm>
            <a:off x="-1081199" y="3274283"/>
            <a:ext cx="20615733" cy="7012716"/>
            <a:chOff x="-99239" y="-86"/>
            <a:chExt cx="27487644" cy="9350288"/>
          </a:xfrm>
        </p:grpSpPr>
        <p:grpSp>
          <p:nvGrpSpPr>
            <p:cNvPr id="1750" name="Google Shape;1750;h32a9095667746e33_4_195"/>
            <p:cNvGrpSpPr/>
            <p:nvPr/>
          </p:nvGrpSpPr>
          <p:grpSpPr>
            <a:xfrm rot="-5400000">
              <a:off x="11107617" y="-11206942"/>
              <a:ext cx="4770761" cy="27184472"/>
              <a:chOff x="0" y="-38100"/>
              <a:chExt cx="1831597" cy="10436700"/>
            </a:xfrm>
          </p:grpSpPr>
          <p:sp>
            <p:nvSpPr>
              <p:cNvPr id="1751" name="Google Shape;1751;h32a9095667746e33_4_195"/>
              <p:cNvSpPr/>
              <p:nvPr/>
            </p:nvSpPr>
            <p:spPr>
              <a:xfrm>
                <a:off x="0" y="0"/>
                <a:ext cx="1831597" cy="10398600"/>
              </a:xfrm>
              <a:custGeom>
                <a:rect b="b" l="l" r="r" t="t"/>
                <a:pathLst>
                  <a:path extrusionOk="0" h="10398600" w="1831597">
                    <a:moveTo>
                      <a:pt x="0" y="0"/>
                    </a:moveTo>
                    <a:lnTo>
                      <a:pt x="1831597" y="0"/>
                    </a:lnTo>
                    <a:lnTo>
                      <a:pt x="1831597" y="10398600"/>
                    </a:lnTo>
                    <a:lnTo>
                      <a:pt x="0" y="10398600"/>
                    </a:lnTo>
                    <a:close/>
                  </a:path>
                </a:pathLst>
              </a:custGeom>
              <a:solidFill>
                <a:srgbClr val="CBDDEF"/>
              </a:solidFill>
              <a:ln>
                <a:noFill/>
              </a:ln>
            </p:spPr>
          </p:sp>
          <p:sp>
            <p:nvSpPr>
              <p:cNvPr id="1752" name="Google Shape;1752;h32a9095667746e33_4_195"/>
              <p:cNvSpPr txBox="1"/>
              <p:nvPr/>
            </p:nvSpPr>
            <p:spPr>
              <a:xfrm>
                <a:off x="0" y="-38100"/>
                <a:ext cx="1831500" cy="10436700"/>
              </a:xfrm>
              <a:prstGeom prst="rect">
                <a:avLst/>
              </a:prstGeom>
              <a:noFill/>
              <a:ln>
                <a:noFill/>
              </a:ln>
            </p:spPr>
            <p:txBody>
              <a:bodyPr anchorCtr="0" anchor="ctr" bIns="27000" lIns="27000" spcFirstLastPara="1" rIns="27000" wrap="square" tIns="27000">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753" name="Google Shape;1753;h32a9095667746e33_4_195"/>
            <p:cNvGrpSpPr/>
            <p:nvPr/>
          </p:nvGrpSpPr>
          <p:grpSpPr>
            <a:xfrm rot="-5400000">
              <a:off x="11637133" y="-6401070"/>
              <a:ext cx="4579844" cy="26922700"/>
              <a:chOff x="0" y="-38100"/>
              <a:chExt cx="1758300" cy="10336200"/>
            </a:xfrm>
          </p:grpSpPr>
          <p:sp>
            <p:nvSpPr>
              <p:cNvPr id="1754" name="Google Shape;1754;h32a9095667746e33_4_195"/>
              <p:cNvSpPr/>
              <p:nvPr/>
            </p:nvSpPr>
            <p:spPr>
              <a:xfrm>
                <a:off x="0" y="0"/>
                <a:ext cx="1758210" cy="10298040"/>
              </a:xfrm>
              <a:custGeom>
                <a:rect b="b" l="l" r="r" t="t"/>
                <a:pathLst>
                  <a:path extrusionOk="0" h="10298040" w="1758210">
                    <a:moveTo>
                      <a:pt x="0" y="0"/>
                    </a:moveTo>
                    <a:lnTo>
                      <a:pt x="1758210" y="0"/>
                    </a:lnTo>
                    <a:lnTo>
                      <a:pt x="1758210" y="10298040"/>
                    </a:lnTo>
                    <a:lnTo>
                      <a:pt x="0" y="10298040"/>
                    </a:lnTo>
                    <a:close/>
                  </a:path>
                </a:pathLst>
              </a:custGeom>
              <a:solidFill>
                <a:srgbClr val="94B6DA"/>
              </a:solidFill>
              <a:ln>
                <a:noFill/>
              </a:ln>
            </p:spPr>
          </p:sp>
          <p:sp>
            <p:nvSpPr>
              <p:cNvPr id="1755" name="Google Shape;1755;h32a9095667746e33_4_195"/>
              <p:cNvSpPr txBox="1"/>
              <p:nvPr/>
            </p:nvSpPr>
            <p:spPr>
              <a:xfrm>
                <a:off x="0" y="-38100"/>
                <a:ext cx="1758300" cy="10336200"/>
              </a:xfrm>
              <a:prstGeom prst="rect">
                <a:avLst/>
              </a:prstGeom>
              <a:noFill/>
              <a:ln>
                <a:noFill/>
              </a:ln>
            </p:spPr>
            <p:txBody>
              <a:bodyPr anchorCtr="0" anchor="ctr" bIns="27000" lIns="27000" spcFirstLastPara="1" rIns="27000" wrap="square" tIns="27000">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grpSp>
        <p:nvGrpSpPr>
          <p:cNvPr id="1756" name="Google Shape;1756;h32a9095667746e33_4_195"/>
          <p:cNvGrpSpPr/>
          <p:nvPr/>
        </p:nvGrpSpPr>
        <p:grpSpPr>
          <a:xfrm>
            <a:off x="731085" y="622850"/>
            <a:ext cx="16825838" cy="9050174"/>
            <a:chOff x="0" y="-108814"/>
            <a:chExt cx="22434451" cy="12066898"/>
          </a:xfrm>
        </p:grpSpPr>
        <p:grpSp>
          <p:nvGrpSpPr>
            <p:cNvPr id="1757" name="Google Shape;1757;h32a9095667746e33_4_195"/>
            <p:cNvGrpSpPr/>
            <p:nvPr/>
          </p:nvGrpSpPr>
          <p:grpSpPr>
            <a:xfrm>
              <a:off x="26537" y="10214891"/>
              <a:ext cx="22386840" cy="1743193"/>
              <a:chOff x="0" y="-47625"/>
              <a:chExt cx="9809754" cy="763855"/>
            </a:xfrm>
          </p:grpSpPr>
          <p:sp>
            <p:nvSpPr>
              <p:cNvPr id="1758" name="Google Shape;1758;h32a9095667746e33_4_195"/>
              <p:cNvSpPr/>
              <p:nvPr/>
            </p:nvSpPr>
            <p:spPr>
              <a:xfrm>
                <a:off x="0" y="0"/>
                <a:ext cx="9809754" cy="716230"/>
              </a:xfrm>
              <a:custGeom>
                <a:rect b="b" l="l" r="r" t="t"/>
                <a:pathLst>
                  <a:path extrusionOk="0" h="716230" w="9809754">
                    <a:moveTo>
                      <a:pt x="0" y="0"/>
                    </a:moveTo>
                    <a:lnTo>
                      <a:pt x="9809754" y="0"/>
                    </a:lnTo>
                    <a:lnTo>
                      <a:pt x="9809754" y="716230"/>
                    </a:lnTo>
                    <a:lnTo>
                      <a:pt x="0" y="716230"/>
                    </a:lnTo>
                    <a:close/>
                  </a:path>
                </a:pathLst>
              </a:custGeom>
              <a:solidFill>
                <a:srgbClr val="20538B"/>
              </a:solidFill>
              <a:ln cap="sq" cmpd="sng" w="38100">
                <a:solidFill>
                  <a:srgbClr val="20538B"/>
                </a:solidFill>
                <a:prstDash val="solid"/>
                <a:miter lim="8000"/>
                <a:headEnd len="sm" w="sm" type="none"/>
                <a:tailEnd len="sm" w="sm" type="none"/>
              </a:ln>
            </p:spPr>
          </p:sp>
          <p:sp>
            <p:nvSpPr>
              <p:cNvPr id="1759" name="Google Shape;1759;h32a9095667746e33_4_195"/>
              <p:cNvSpPr txBox="1"/>
              <p:nvPr/>
            </p:nvSpPr>
            <p:spPr>
              <a:xfrm>
                <a:off x="0" y="-47625"/>
                <a:ext cx="9809700" cy="763800"/>
              </a:xfrm>
              <a:prstGeom prst="rect">
                <a:avLst/>
              </a:prstGeom>
              <a:noFill/>
              <a:ln>
                <a:noFill/>
              </a:ln>
            </p:spPr>
            <p:txBody>
              <a:bodyPr anchorCtr="0" anchor="ctr" bIns="50800" lIns="50800" spcFirstLastPara="1" rIns="50800" wrap="square" tIns="50800">
                <a:noAutofit/>
              </a:bodyPr>
              <a:lstStyle/>
              <a:p>
                <a:pPr indent="0" lvl="0" marL="0" marR="0" rtl="0" algn="ctr">
                  <a:lnSpc>
                    <a:spcPct val="175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760" name="Google Shape;1760;h32a9095667746e33_4_195"/>
            <p:cNvGrpSpPr/>
            <p:nvPr/>
          </p:nvGrpSpPr>
          <p:grpSpPr>
            <a:xfrm>
              <a:off x="0" y="-108814"/>
              <a:ext cx="22434451" cy="11946166"/>
              <a:chOff x="0" y="-47625"/>
              <a:chExt cx="9819000" cy="5228539"/>
            </a:xfrm>
          </p:grpSpPr>
          <p:sp>
            <p:nvSpPr>
              <p:cNvPr id="1761" name="Google Shape;1761;h32a9095667746e33_4_195"/>
              <p:cNvSpPr/>
              <p:nvPr/>
            </p:nvSpPr>
            <p:spPr>
              <a:xfrm>
                <a:off x="0" y="0"/>
                <a:ext cx="9818922" cy="5180914"/>
              </a:xfrm>
              <a:custGeom>
                <a:rect b="b" l="l" r="r" t="t"/>
                <a:pathLst>
                  <a:path extrusionOk="0" h="5180914" w="9818922">
                    <a:moveTo>
                      <a:pt x="0" y="0"/>
                    </a:moveTo>
                    <a:lnTo>
                      <a:pt x="9818922" y="0"/>
                    </a:lnTo>
                    <a:lnTo>
                      <a:pt x="9818922" y="5180914"/>
                    </a:lnTo>
                    <a:lnTo>
                      <a:pt x="0" y="5180914"/>
                    </a:lnTo>
                    <a:close/>
                  </a:path>
                </a:pathLst>
              </a:custGeom>
              <a:solidFill>
                <a:srgbClr val="FFFFFF"/>
              </a:solidFill>
              <a:ln cap="sq" cmpd="sng" w="38100">
                <a:solidFill>
                  <a:srgbClr val="20538B"/>
                </a:solidFill>
                <a:prstDash val="solid"/>
                <a:miter lim="8000"/>
                <a:headEnd len="sm" w="sm" type="none"/>
                <a:tailEnd len="sm" w="sm" type="none"/>
              </a:ln>
            </p:spPr>
          </p:sp>
          <p:sp>
            <p:nvSpPr>
              <p:cNvPr id="1762" name="Google Shape;1762;h32a9095667746e33_4_195"/>
              <p:cNvSpPr txBox="1"/>
              <p:nvPr/>
            </p:nvSpPr>
            <p:spPr>
              <a:xfrm>
                <a:off x="0" y="-47625"/>
                <a:ext cx="9819000" cy="5228400"/>
              </a:xfrm>
              <a:prstGeom prst="rect">
                <a:avLst/>
              </a:prstGeom>
              <a:noFill/>
              <a:ln>
                <a:noFill/>
              </a:ln>
            </p:spPr>
            <p:txBody>
              <a:bodyPr anchorCtr="0" anchor="ctr" bIns="50800" lIns="50800" spcFirstLastPara="1" rIns="50800" wrap="square" tIns="50800">
                <a:noAutofit/>
              </a:bodyPr>
              <a:lstStyle/>
              <a:p>
                <a:pPr indent="0" lvl="0" marL="0" marR="0" rtl="0" algn="ctr">
                  <a:lnSpc>
                    <a:spcPct val="175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grpSp>
        <p:nvGrpSpPr>
          <p:cNvPr id="1763" name="Google Shape;1763;h32a9095667746e33_4_195"/>
          <p:cNvGrpSpPr/>
          <p:nvPr/>
        </p:nvGrpSpPr>
        <p:grpSpPr>
          <a:xfrm>
            <a:off x="763743" y="662704"/>
            <a:ext cx="16759942" cy="1561150"/>
            <a:chOff x="0" y="-38100"/>
            <a:chExt cx="8581200" cy="799319"/>
          </a:xfrm>
        </p:grpSpPr>
        <p:sp>
          <p:nvSpPr>
            <p:cNvPr id="1764" name="Google Shape;1764;h32a9095667746e33_4_195"/>
            <p:cNvSpPr/>
            <p:nvPr/>
          </p:nvSpPr>
          <p:spPr>
            <a:xfrm>
              <a:off x="0" y="0"/>
              <a:ext cx="8581180" cy="761219"/>
            </a:xfrm>
            <a:custGeom>
              <a:rect b="b" l="l" r="r" t="t"/>
              <a:pathLst>
                <a:path extrusionOk="0" h="761219" w="8581180">
                  <a:moveTo>
                    <a:pt x="0" y="0"/>
                  </a:moveTo>
                  <a:lnTo>
                    <a:pt x="8581180" y="0"/>
                  </a:lnTo>
                  <a:lnTo>
                    <a:pt x="8581180" y="761219"/>
                  </a:lnTo>
                  <a:lnTo>
                    <a:pt x="0" y="761219"/>
                  </a:lnTo>
                  <a:close/>
                </a:path>
              </a:pathLst>
            </a:custGeom>
            <a:solidFill>
              <a:srgbClr val="EEF6FF"/>
            </a:solidFill>
            <a:ln cap="sq" cmpd="sng" w="9525">
              <a:solidFill>
                <a:srgbClr val="20538B"/>
              </a:solidFill>
              <a:prstDash val="solid"/>
              <a:miter lim="8000"/>
              <a:headEnd len="sm" w="sm" type="none"/>
              <a:tailEnd len="sm" w="sm" type="none"/>
            </a:ln>
          </p:spPr>
        </p:sp>
        <p:sp>
          <p:nvSpPr>
            <p:cNvPr id="1765" name="Google Shape;1765;h32a9095667746e33_4_195"/>
            <p:cNvSpPr txBox="1"/>
            <p:nvPr/>
          </p:nvSpPr>
          <p:spPr>
            <a:xfrm>
              <a:off x="0" y="-38100"/>
              <a:ext cx="8581200" cy="799200"/>
            </a:xfrm>
            <a:prstGeom prst="rect">
              <a:avLst/>
            </a:prstGeom>
            <a:noFill/>
            <a:ln>
              <a:noFill/>
            </a:ln>
          </p:spPr>
          <p:txBody>
            <a:bodyPr anchorCtr="0" anchor="ctr" bIns="39175" lIns="39175" spcFirstLastPara="1" rIns="39175" wrap="square" tIns="39175">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766" name="Google Shape;1766;h32a9095667746e33_4_195"/>
          <p:cNvSpPr/>
          <p:nvPr/>
        </p:nvSpPr>
        <p:spPr>
          <a:xfrm>
            <a:off x="15531691" y="160918"/>
            <a:ext cx="996214" cy="1021758"/>
          </a:xfrm>
          <a:custGeom>
            <a:rect b="b" l="l" r="r" t="t"/>
            <a:pathLst>
              <a:path extrusionOk="0" h="1021758" w="996214">
                <a:moveTo>
                  <a:pt x="0" y="0"/>
                </a:moveTo>
                <a:lnTo>
                  <a:pt x="996214" y="0"/>
                </a:lnTo>
                <a:lnTo>
                  <a:pt x="996214" y="1021758"/>
                </a:lnTo>
                <a:lnTo>
                  <a:pt x="0" y="1021758"/>
                </a:lnTo>
                <a:lnTo>
                  <a:pt x="0" y="0"/>
                </a:lnTo>
                <a:close/>
              </a:path>
            </a:pathLst>
          </a:custGeom>
          <a:blipFill rotWithShape="1">
            <a:blip r:embed="rId3">
              <a:alphaModFix/>
            </a:blip>
            <a:stretch>
              <a:fillRect b="0" l="0" r="0" t="0"/>
            </a:stretch>
          </a:blipFill>
          <a:ln>
            <a:noFill/>
          </a:ln>
        </p:spPr>
      </p:sp>
      <p:sp>
        <p:nvSpPr>
          <p:cNvPr id="1767" name="Google Shape;1767;h32a9095667746e33_4_195"/>
          <p:cNvSpPr/>
          <p:nvPr/>
        </p:nvSpPr>
        <p:spPr>
          <a:xfrm>
            <a:off x="2122673" y="3156691"/>
            <a:ext cx="272321" cy="272321"/>
          </a:xfrm>
          <a:custGeom>
            <a:rect b="b" l="l" r="r" t="t"/>
            <a:pathLst>
              <a:path extrusionOk="0" h="272321" w="272321">
                <a:moveTo>
                  <a:pt x="0" y="0"/>
                </a:moveTo>
                <a:lnTo>
                  <a:pt x="272321" y="0"/>
                </a:lnTo>
                <a:lnTo>
                  <a:pt x="272321" y="272321"/>
                </a:lnTo>
                <a:lnTo>
                  <a:pt x="0" y="272321"/>
                </a:lnTo>
                <a:lnTo>
                  <a:pt x="0" y="0"/>
                </a:lnTo>
                <a:close/>
              </a:path>
            </a:pathLst>
          </a:custGeom>
          <a:blipFill rotWithShape="1">
            <a:blip r:embed="rId4">
              <a:alphaModFix/>
            </a:blip>
            <a:stretch>
              <a:fillRect b="0" l="0" r="0" t="0"/>
            </a:stretch>
          </a:blipFill>
          <a:ln>
            <a:noFill/>
          </a:ln>
        </p:spPr>
      </p:sp>
      <p:sp>
        <p:nvSpPr>
          <p:cNvPr id="1768" name="Google Shape;1768;h32a9095667746e33_4_195"/>
          <p:cNvSpPr txBox="1"/>
          <p:nvPr/>
        </p:nvSpPr>
        <p:spPr>
          <a:xfrm>
            <a:off x="2395000" y="893150"/>
            <a:ext cx="14572500" cy="769500"/>
          </a:xfrm>
          <a:prstGeom prst="rect">
            <a:avLst/>
          </a:prstGeom>
          <a:noFill/>
          <a:ln>
            <a:noFill/>
          </a:ln>
        </p:spPr>
        <p:txBody>
          <a:bodyPr anchorCtr="0" anchor="t" bIns="0" lIns="0" spcFirstLastPara="1" rIns="0" wrap="square" tIns="0">
            <a:spAutoFit/>
          </a:bodyPr>
          <a:lstStyle/>
          <a:p>
            <a:pPr indent="0" lvl="0" marL="0" marR="0" rtl="0" algn="l">
              <a:lnSpc>
                <a:spcPct val="192000"/>
              </a:lnSpc>
              <a:spcBef>
                <a:spcPts val="0"/>
              </a:spcBef>
              <a:spcAft>
                <a:spcPts val="0"/>
              </a:spcAft>
              <a:buNone/>
            </a:pPr>
            <a:r>
              <a:rPr b="1" i="0" lang="en-US" sz="5000" u="none" cap="none" strike="noStrike">
                <a:solidFill>
                  <a:srgbClr val="20538B"/>
                </a:solidFill>
                <a:latin typeface="Arial"/>
                <a:ea typeface="Arial"/>
                <a:cs typeface="Arial"/>
                <a:sym typeface="Arial"/>
              </a:rPr>
              <a:t>취약점 분석 및 시나리오</a:t>
            </a:r>
            <a:r>
              <a:rPr b="1" lang="en-US" sz="5000">
                <a:solidFill>
                  <a:srgbClr val="20538B"/>
                </a:solidFill>
              </a:rPr>
              <a:t> </a:t>
            </a:r>
            <a:r>
              <a:rPr b="1" lang="en-US" sz="3500">
                <a:solidFill>
                  <a:srgbClr val="20538B"/>
                </a:solidFill>
              </a:rPr>
              <a:t>- </a:t>
            </a:r>
            <a:r>
              <a:rPr b="1" lang="en-US" sz="3500">
                <a:solidFill>
                  <a:srgbClr val="20538B"/>
                </a:solidFill>
              </a:rPr>
              <a:t>약한 비밀번호 정책(cont’d)</a:t>
            </a:r>
            <a:endParaRPr b="1" i="0" sz="3500" u="none" cap="none" strike="noStrike">
              <a:solidFill>
                <a:srgbClr val="20538B"/>
              </a:solidFill>
              <a:latin typeface="Arial"/>
              <a:ea typeface="Arial"/>
              <a:cs typeface="Arial"/>
              <a:sym typeface="Arial"/>
            </a:endParaRPr>
          </a:p>
        </p:txBody>
      </p:sp>
      <p:sp>
        <p:nvSpPr>
          <p:cNvPr id="1769" name="Google Shape;1769;h32a9095667746e33_4_195"/>
          <p:cNvSpPr txBox="1"/>
          <p:nvPr/>
        </p:nvSpPr>
        <p:spPr>
          <a:xfrm>
            <a:off x="1437501" y="920715"/>
            <a:ext cx="834600" cy="751200"/>
          </a:xfrm>
          <a:prstGeom prst="rect">
            <a:avLst/>
          </a:prstGeom>
          <a:noFill/>
          <a:ln>
            <a:noFill/>
          </a:ln>
        </p:spPr>
        <p:txBody>
          <a:bodyPr anchorCtr="0" anchor="t" bIns="0" lIns="0" spcFirstLastPara="1" rIns="0" wrap="square" tIns="0">
            <a:spAutoFit/>
          </a:bodyPr>
          <a:lstStyle/>
          <a:p>
            <a:pPr indent="0" lvl="0" marL="0" marR="0" rtl="0" algn="l">
              <a:lnSpc>
                <a:spcPct val="192009"/>
              </a:lnSpc>
              <a:spcBef>
                <a:spcPts val="0"/>
              </a:spcBef>
              <a:spcAft>
                <a:spcPts val="0"/>
              </a:spcAft>
              <a:buNone/>
            </a:pPr>
            <a:r>
              <a:rPr b="1" i="0" lang="en-US" sz="4881" u="none" cap="none" strike="noStrike">
                <a:solidFill>
                  <a:srgbClr val="CBDDEF"/>
                </a:solidFill>
                <a:latin typeface="Arial"/>
                <a:ea typeface="Arial"/>
                <a:cs typeface="Arial"/>
                <a:sym typeface="Arial"/>
              </a:rPr>
              <a:t>0</a:t>
            </a:r>
            <a:r>
              <a:rPr b="1" lang="en-US" sz="4881">
                <a:solidFill>
                  <a:srgbClr val="CBDDEF"/>
                </a:solidFill>
              </a:rPr>
              <a:t>4</a:t>
            </a:r>
            <a:endParaRPr/>
          </a:p>
        </p:txBody>
      </p:sp>
      <p:sp>
        <p:nvSpPr>
          <p:cNvPr id="1770" name="Google Shape;1770;h32a9095667746e33_4_195"/>
          <p:cNvSpPr txBox="1"/>
          <p:nvPr/>
        </p:nvSpPr>
        <p:spPr>
          <a:xfrm>
            <a:off x="2486399" y="3077288"/>
            <a:ext cx="6140400" cy="4311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US" sz="2800">
                <a:solidFill>
                  <a:srgbClr val="20538B"/>
                </a:solidFill>
              </a:rPr>
              <a:t>수동진단 절차 </a:t>
            </a:r>
            <a:r>
              <a:rPr b="1" lang="en-US" sz="2800">
                <a:solidFill>
                  <a:srgbClr val="20538B"/>
                </a:solidFill>
              </a:rPr>
              <a:t>및 한계점</a:t>
            </a:r>
            <a:endParaRPr/>
          </a:p>
        </p:txBody>
      </p:sp>
      <p:sp>
        <p:nvSpPr>
          <p:cNvPr id="1771" name="Google Shape;1771;h32a9095667746e33_4_195"/>
          <p:cNvSpPr txBox="1"/>
          <p:nvPr/>
        </p:nvSpPr>
        <p:spPr>
          <a:xfrm>
            <a:off x="2395000" y="3776590"/>
            <a:ext cx="6567300" cy="3736500"/>
          </a:xfrm>
          <a:prstGeom prst="rect">
            <a:avLst/>
          </a:prstGeom>
          <a:noFill/>
          <a:ln>
            <a:noFill/>
          </a:ln>
        </p:spPr>
        <p:txBody>
          <a:bodyPr anchorCtr="0" anchor="t" bIns="0" lIns="0" spcFirstLastPara="1" rIns="0" wrap="square" tIns="0">
            <a:spAutoFit/>
          </a:bodyPr>
          <a:lstStyle/>
          <a:p>
            <a:pPr indent="0" lvl="0" marL="0" marR="0" rtl="0" algn="l">
              <a:lnSpc>
                <a:spcPct val="155000"/>
              </a:lnSpc>
              <a:spcBef>
                <a:spcPts val="0"/>
              </a:spcBef>
              <a:spcAft>
                <a:spcPts val="0"/>
              </a:spcAft>
              <a:buNone/>
            </a:pPr>
            <a:r>
              <a:rPr b="1" lang="en-US" sz="2500">
                <a:solidFill>
                  <a:srgbClr val="20538B"/>
                </a:solidFill>
              </a:rPr>
              <a:t>수동 진단 절차</a:t>
            </a:r>
            <a:endParaRPr b="1" sz="2500">
              <a:solidFill>
                <a:srgbClr val="20538B"/>
              </a:solidFill>
            </a:endParaRPr>
          </a:p>
          <a:p>
            <a:pPr indent="-349250" lvl="0" marL="457200" marR="0" rtl="0" algn="l">
              <a:lnSpc>
                <a:spcPct val="155000"/>
              </a:lnSpc>
              <a:spcBef>
                <a:spcPts val="0"/>
              </a:spcBef>
              <a:spcAft>
                <a:spcPts val="0"/>
              </a:spcAft>
              <a:buClr>
                <a:srgbClr val="20538B"/>
              </a:buClr>
              <a:buSzPts val="1900"/>
              <a:buChar char="-"/>
            </a:pPr>
            <a:r>
              <a:rPr lang="en-US" sz="1900">
                <a:solidFill>
                  <a:srgbClr val="20538B"/>
                </a:solidFill>
              </a:rPr>
              <a:t>특정 id에 대해 간단한 비밀번호로 로그인 시도</a:t>
            </a:r>
            <a:endParaRPr sz="1900">
              <a:solidFill>
                <a:srgbClr val="20538B"/>
              </a:solidFill>
            </a:endParaRPr>
          </a:p>
          <a:p>
            <a:pPr indent="-349250" lvl="0" marL="457200" marR="0" rtl="0" algn="l">
              <a:lnSpc>
                <a:spcPct val="155000"/>
              </a:lnSpc>
              <a:spcBef>
                <a:spcPts val="0"/>
              </a:spcBef>
              <a:spcAft>
                <a:spcPts val="0"/>
              </a:spcAft>
              <a:buClr>
                <a:srgbClr val="20538B"/>
              </a:buClr>
              <a:buSzPts val="1900"/>
              <a:buChar char="-"/>
            </a:pPr>
            <a:r>
              <a:rPr lang="en-US" sz="1900">
                <a:solidFill>
                  <a:srgbClr val="20538B"/>
                </a:solidFill>
              </a:rPr>
              <a:t>취약한 비밀번호로 회원가입 시도</a:t>
            </a:r>
            <a:endParaRPr sz="1900">
              <a:solidFill>
                <a:srgbClr val="20538B"/>
              </a:solidFill>
            </a:endParaRPr>
          </a:p>
          <a:p>
            <a:pPr indent="0" lvl="0" marL="0" marR="0" rtl="0" algn="l">
              <a:lnSpc>
                <a:spcPct val="155000"/>
              </a:lnSpc>
              <a:spcBef>
                <a:spcPts val="0"/>
              </a:spcBef>
              <a:spcAft>
                <a:spcPts val="0"/>
              </a:spcAft>
              <a:buNone/>
            </a:pPr>
            <a:r>
              <a:t/>
            </a:r>
            <a:endParaRPr sz="1900">
              <a:solidFill>
                <a:srgbClr val="20538B"/>
              </a:solidFill>
            </a:endParaRPr>
          </a:p>
          <a:p>
            <a:pPr indent="0" lvl="0" marL="0" marR="0" rtl="0" algn="l">
              <a:lnSpc>
                <a:spcPct val="155000"/>
              </a:lnSpc>
              <a:spcBef>
                <a:spcPts val="0"/>
              </a:spcBef>
              <a:spcAft>
                <a:spcPts val="0"/>
              </a:spcAft>
              <a:buNone/>
            </a:pPr>
            <a:r>
              <a:rPr b="1" lang="en-US" sz="2500">
                <a:solidFill>
                  <a:srgbClr val="20538B"/>
                </a:solidFill>
              </a:rPr>
              <a:t>한계점</a:t>
            </a:r>
            <a:endParaRPr b="1" sz="2500">
              <a:solidFill>
                <a:srgbClr val="20538B"/>
              </a:solidFill>
            </a:endParaRPr>
          </a:p>
          <a:p>
            <a:pPr indent="-349250" lvl="0" marL="457200" marR="0" rtl="0" algn="l">
              <a:lnSpc>
                <a:spcPct val="155000"/>
              </a:lnSpc>
              <a:spcBef>
                <a:spcPts val="0"/>
              </a:spcBef>
              <a:spcAft>
                <a:spcPts val="0"/>
              </a:spcAft>
              <a:buClr>
                <a:srgbClr val="20538B"/>
              </a:buClr>
              <a:buSzPts val="1900"/>
              <a:buChar char="-"/>
            </a:pPr>
            <a:r>
              <a:rPr lang="en-US" sz="1900">
                <a:solidFill>
                  <a:srgbClr val="20538B"/>
                </a:solidFill>
              </a:rPr>
              <a:t>‘유추 가능한 비밀번호’의 모호성</a:t>
            </a:r>
            <a:endParaRPr sz="1900">
              <a:solidFill>
                <a:srgbClr val="20538B"/>
              </a:solidFill>
            </a:endParaRPr>
          </a:p>
          <a:p>
            <a:pPr indent="-349250" lvl="0" marL="457200" marR="0" rtl="0" algn="l">
              <a:lnSpc>
                <a:spcPct val="155000"/>
              </a:lnSpc>
              <a:spcBef>
                <a:spcPts val="0"/>
              </a:spcBef>
              <a:spcAft>
                <a:spcPts val="0"/>
              </a:spcAft>
              <a:buClr>
                <a:srgbClr val="20538B"/>
              </a:buClr>
              <a:buSzPts val="1900"/>
              <a:buChar char="-"/>
            </a:pPr>
            <a:r>
              <a:rPr lang="en-US" sz="1900">
                <a:solidFill>
                  <a:srgbClr val="20538B"/>
                </a:solidFill>
              </a:rPr>
              <a:t>로그인 및 회원가입 반복 작업의 번거로움</a:t>
            </a:r>
            <a:endParaRPr sz="1900">
              <a:solidFill>
                <a:srgbClr val="20538B"/>
              </a:solidFill>
            </a:endParaRPr>
          </a:p>
          <a:p>
            <a:pPr indent="0" lvl="0" marL="0" marR="0" rtl="0" algn="l">
              <a:lnSpc>
                <a:spcPct val="155000"/>
              </a:lnSpc>
              <a:spcBef>
                <a:spcPts val="0"/>
              </a:spcBef>
              <a:spcAft>
                <a:spcPts val="0"/>
              </a:spcAft>
              <a:buNone/>
            </a:pPr>
            <a:r>
              <a:t/>
            </a:r>
            <a:endParaRPr b="0" i="0" sz="1800" u="none" cap="none" strike="noStrike">
              <a:solidFill>
                <a:srgbClr val="94B6DA"/>
              </a:solidFill>
              <a:latin typeface="Arial"/>
              <a:ea typeface="Arial"/>
              <a:cs typeface="Arial"/>
              <a:sym typeface="Arial"/>
            </a:endParaRPr>
          </a:p>
        </p:txBody>
      </p:sp>
      <p:sp>
        <p:nvSpPr>
          <p:cNvPr id="1772" name="Google Shape;1772;h32a9095667746e33_4_195"/>
          <p:cNvSpPr/>
          <p:nvPr/>
        </p:nvSpPr>
        <p:spPr>
          <a:xfrm>
            <a:off x="9363698" y="3156691"/>
            <a:ext cx="272321" cy="272321"/>
          </a:xfrm>
          <a:custGeom>
            <a:rect b="b" l="l" r="r" t="t"/>
            <a:pathLst>
              <a:path extrusionOk="0" h="272321" w="272321">
                <a:moveTo>
                  <a:pt x="0" y="0"/>
                </a:moveTo>
                <a:lnTo>
                  <a:pt x="272321" y="0"/>
                </a:lnTo>
                <a:lnTo>
                  <a:pt x="272321" y="272321"/>
                </a:lnTo>
                <a:lnTo>
                  <a:pt x="0" y="272321"/>
                </a:lnTo>
                <a:lnTo>
                  <a:pt x="0" y="0"/>
                </a:lnTo>
                <a:close/>
              </a:path>
            </a:pathLst>
          </a:custGeom>
          <a:blipFill rotWithShape="1">
            <a:blip r:embed="rId4">
              <a:alphaModFix/>
            </a:blip>
            <a:stretch>
              <a:fillRect b="0" l="0" r="0" t="0"/>
            </a:stretch>
          </a:blipFill>
          <a:ln>
            <a:noFill/>
          </a:ln>
        </p:spPr>
      </p:sp>
      <p:sp>
        <p:nvSpPr>
          <p:cNvPr id="1773" name="Google Shape;1773;h32a9095667746e33_4_195"/>
          <p:cNvSpPr txBox="1"/>
          <p:nvPr/>
        </p:nvSpPr>
        <p:spPr>
          <a:xfrm>
            <a:off x="9757649" y="3077301"/>
            <a:ext cx="6140400" cy="4311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US" sz="2800">
                <a:solidFill>
                  <a:srgbClr val="20538B"/>
                </a:solidFill>
              </a:rPr>
              <a:t>자동 진단 파이프라인</a:t>
            </a:r>
            <a:endParaRPr/>
          </a:p>
        </p:txBody>
      </p:sp>
      <p:sp>
        <p:nvSpPr>
          <p:cNvPr id="1774" name="Google Shape;1774;h32a9095667746e33_4_195"/>
          <p:cNvSpPr txBox="1"/>
          <p:nvPr/>
        </p:nvSpPr>
        <p:spPr>
          <a:xfrm>
            <a:off x="9636025" y="3776600"/>
            <a:ext cx="7331400" cy="730500"/>
          </a:xfrm>
          <a:prstGeom prst="rect">
            <a:avLst/>
          </a:prstGeom>
          <a:noFill/>
          <a:ln>
            <a:noFill/>
          </a:ln>
        </p:spPr>
        <p:txBody>
          <a:bodyPr anchorCtr="0" anchor="t" bIns="0" lIns="0" spcFirstLastPara="1" rIns="0" wrap="square" tIns="0">
            <a:spAutoFit/>
          </a:bodyPr>
          <a:lstStyle/>
          <a:p>
            <a:pPr indent="0" lvl="0" marL="0" marR="0" rtl="0" algn="l">
              <a:lnSpc>
                <a:spcPct val="155000"/>
              </a:lnSpc>
              <a:spcBef>
                <a:spcPts val="0"/>
              </a:spcBef>
              <a:spcAft>
                <a:spcPts val="0"/>
              </a:spcAft>
              <a:buNone/>
            </a:pPr>
            <a:r>
              <a:t/>
            </a:r>
            <a:endParaRPr sz="1900">
              <a:solidFill>
                <a:srgbClr val="20538B"/>
              </a:solidFill>
            </a:endParaRPr>
          </a:p>
          <a:p>
            <a:pPr indent="0" lvl="0" marL="0" marR="0" rtl="0" algn="l">
              <a:lnSpc>
                <a:spcPct val="155000"/>
              </a:lnSpc>
              <a:spcBef>
                <a:spcPts val="0"/>
              </a:spcBef>
              <a:spcAft>
                <a:spcPts val="0"/>
              </a:spcAft>
              <a:buNone/>
            </a:pPr>
            <a:r>
              <a:t/>
            </a:r>
            <a:endParaRPr b="0" i="0" sz="1800" u="none" cap="none" strike="noStrike">
              <a:solidFill>
                <a:srgbClr val="94B6DA"/>
              </a:solidFill>
              <a:latin typeface="Arial"/>
              <a:ea typeface="Arial"/>
              <a:cs typeface="Arial"/>
              <a:sym typeface="Arial"/>
            </a:endParaRPr>
          </a:p>
        </p:txBody>
      </p:sp>
      <p:pic>
        <p:nvPicPr>
          <p:cNvPr id="1775" name="Google Shape;1775;h32a9095667746e33_4_195"/>
          <p:cNvPicPr preferRelativeResize="0"/>
          <p:nvPr/>
        </p:nvPicPr>
        <p:blipFill>
          <a:blip r:embed="rId5">
            <a:alphaModFix/>
          </a:blip>
          <a:stretch>
            <a:fillRect/>
          </a:stretch>
        </p:blipFill>
        <p:spPr>
          <a:xfrm>
            <a:off x="10303875" y="3609050"/>
            <a:ext cx="5047949" cy="5828100"/>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9" name="Shape 1779"/>
        <p:cNvGrpSpPr/>
        <p:nvPr/>
      </p:nvGrpSpPr>
      <p:grpSpPr>
        <a:xfrm>
          <a:off x="0" y="0"/>
          <a:ext cx="0" cy="0"/>
          <a:chOff x="0" y="0"/>
          <a:chExt cx="0" cy="0"/>
        </a:xfrm>
      </p:grpSpPr>
      <p:grpSp>
        <p:nvGrpSpPr>
          <p:cNvPr id="1780" name="Google Shape;1780;h32a9095667746e33_4_226"/>
          <p:cNvGrpSpPr/>
          <p:nvPr/>
        </p:nvGrpSpPr>
        <p:grpSpPr>
          <a:xfrm>
            <a:off x="-1081199" y="3274283"/>
            <a:ext cx="20615733" cy="7012716"/>
            <a:chOff x="-99239" y="-86"/>
            <a:chExt cx="27487644" cy="9350288"/>
          </a:xfrm>
        </p:grpSpPr>
        <p:grpSp>
          <p:nvGrpSpPr>
            <p:cNvPr id="1781" name="Google Shape;1781;h32a9095667746e33_4_226"/>
            <p:cNvGrpSpPr/>
            <p:nvPr/>
          </p:nvGrpSpPr>
          <p:grpSpPr>
            <a:xfrm rot="-5400000">
              <a:off x="11107617" y="-11206942"/>
              <a:ext cx="4770761" cy="27184472"/>
              <a:chOff x="0" y="-38100"/>
              <a:chExt cx="1831597" cy="10436700"/>
            </a:xfrm>
          </p:grpSpPr>
          <p:sp>
            <p:nvSpPr>
              <p:cNvPr id="1782" name="Google Shape;1782;h32a9095667746e33_4_226"/>
              <p:cNvSpPr/>
              <p:nvPr/>
            </p:nvSpPr>
            <p:spPr>
              <a:xfrm>
                <a:off x="0" y="0"/>
                <a:ext cx="1831597" cy="10398600"/>
              </a:xfrm>
              <a:custGeom>
                <a:rect b="b" l="l" r="r" t="t"/>
                <a:pathLst>
                  <a:path extrusionOk="0" h="10398600" w="1831597">
                    <a:moveTo>
                      <a:pt x="0" y="0"/>
                    </a:moveTo>
                    <a:lnTo>
                      <a:pt x="1831597" y="0"/>
                    </a:lnTo>
                    <a:lnTo>
                      <a:pt x="1831597" y="10398600"/>
                    </a:lnTo>
                    <a:lnTo>
                      <a:pt x="0" y="10398600"/>
                    </a:lnTo>
                    <a:close/>
                  </a:path>
                </a:pathLst>
              </a:custGeom>
              <a:solidFill>
                <a:srgbClr val="CBDDEF"/>
              </a:solidFill>
              <a:ln>
                <a:noFill/>
              </a:ln>
            </p:spPr>
          </p:sp>
          <p:sp>
            <p:nvSpPr>
              <p:cNvPr id="1783" name="Google Shape;1783;h32a9095667746e33_4_226"/>
              <p:cNvSpPr txBox="1"/>
              <p:nvPr/>
            </p:nvSpPr>
            <p:spPr>
              <a:xfrm>
                <a:off x="0" y="-38100"/>
                <a:ext cx="1831500" cy="10436700"/>
              </a:xfrm>
              <a:prstGeom prst="rect">
                <a:avLst/>
              </a:prstGeom>
              <a:noFill/>
              <a:ln>
                <a:noFill/>
              </a:ln>
            </p:spPr>
            <p:txBody>
              <a:bodyPr anchorCtr="0" anchor="ctr" bIns="27000" lIns="27000" spcFirstLastPara="1" rIns="27000" wrap="square" tIns="27000">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784" name="Google Shape;1784;h32a9095667746e33_4_226"/>
            <p:cNvGrpSpPr/>
            <p:nvPr/>
          </p:nvGrpSpPr>
          <p:grpSpPr>
            <a:xfrm rot="-5400000">
              <a:off x="11637133" y="-6401070"/>
              <a:ext cx="4579844" cy="26922700"/>
              <a:chOff x="0" y="-38100"/>
              <a:chExt cx="1758300" cy="10336200"/>
            </a:xfrm>
          </p:grpSpPr>
          <p:sp>
            <p:nvSpPr>
              <p:cNvPr id="1785" name="Google Shape;1785;h32a9095667746e33_4_226"/>
              <p:cNvSpPr/>
              <p:nvPr/>
            </p:nvSpPr>
            <p:spPr>
              <a:xfrm>
                <a:off x="0" y="0"/>
                <a:ext cx="1758210" cy="10298040"/>
              </a:xfrm>
              <a:custGeom>
                <a:rect b="b" l="l" r="r" t="t"/>
                <a:pathLst>
                  <a:path extrusionOk="0" h="10298040" w="1758210">
                    <a:moveTo>
                      <a:pt x="0" y="0"/>
                    </a:moveTo>
                    <a:lnTo>
                      <a:pt x="1758210" y="0"/>
                    </a:lnTo>
                    <a:lnTo>
                      <a:pt x="1758210" y="10298040"/>
                    </a:lnTo>
                    <a:lnTo>
                      <a:pt x="0" y="10298040"/>
                    </a:lnTo>
                    <a:close/>
                  </a:path>
                </a:pathLst>
              </a:custGeom>
              <a:solidFill>
                <a:srgbClr val="94B6DA"/>
              </a:solidFill>
              <a:ln>
                <a:noFill/>
              </a:ln>
            </p:spPr>
          </p:sp>
          <p:sp>
            <p:nvSpPr>
              <p:cNvPr id="1786" name="Google Shape;1786;h32a9095667746e33_4_226"/>
              <p:cNvSpPr txBox="1"/>
              <p:nvPr/>
            </p:nvSpPr>
            <p:spPr>
              <a:xfrm>
                <a:off x="0" y="-38100"/>
                <a:ext cx="1758300" cy="10336200"/>
              </a:xfrm>
              <a:prstGeom prst="rect">
                <a:avLst/>
              </a:prstGeom>
              <a:noFill/>
              <a:ln>
                <a:noFill/>
              </a:ln>
            </p:spPr>
            <p:txBody>
              <a:bodyPr anchorCtr="0" anchor="ctr" bIns="27000" lIns="27000" spcFirstLastPara="1" rIns="27000" wrap="square" tIns="27000">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grpSp>
        <p:nvGrpSpPr>
          <p:cNvPr id="1787" name="Google Shape;1787;h32a9095667746e33_4_226"/>
          <p:cNvGrpSpPr/>
          <p:nvPr/>
        </p:nvGrpSpPr>
        <p:grpSpPr>
          <a:xfrm>
            <a:off x="731085" y="622850"/>
            <a:ext cx="16825838" cy="9050174"/>
            <a:chOff x="0" y="-108814"/>
            <a:chExt cx="22434451" cy="12066898"/>
          </a:xfrm>
        </p:grpSpPr>
        <p:grpSp>
          <p:nvGrpSpPr>
            <p:cNvPr id="1788" name="Google Shape;1788;h32a9095667746e33_4_226"/>
            <p:cNvGrpSpPr/>
            <p:nvPr/>
          </p:nvGrpSpPr>
          <p:grpSpPr>
            <a:xfrm>
              <a:off x="26537" y="10214891"/>
              <a:ext cx="22386840" cy="1743193"/>
              <a:chOff x="0" y="-47625"/>
              <a:chExt cx="9809754" cy="763855"/>
            </a:xfrm>
          </p:grpSpPr>
          <p:sp>
            <p:nvSpPr>
              <p:cNvPr id="1789" name="Google Shape;1789;h32a9095667746e33_4_226"/>
              <p:cNvSpPr/>
              <p:nvPr/>
            </p:nvSpPr>
            <p:spPr>
              <a:xfrm>
                <a:off x="0" y="0"/>
                <a:ext cx="9809754" cy="716230"/>
              </a:xfrm>
              <a:custGeom>
                <a:rect b="b" l="l" r="r" t="t"/>
                <a:pathLst>
                  <a:path extrusionOk="0" h="716230" w="9809754">
                    <a:moveTo>
                      <a:pt x="0" y="0"/>
                    </a:moveTo>
                    <a:lnTo>
                      <a:pt x="9809754" y="0"/>
                    </a:lnTo>
                    <a:lnTo>
                      <a:pt x="9809754" y="716230"/>
                    </a:lnTo>
                    <a:lnTo>
                      <a:pt x="0" y="716230"/>
                    </a:lnTo>
                    <a:close/>
                  </a:path>
                </a:pathLst>
              </a:custGeom>
              <a:solidFill>
                <a:srgbClr val="20538B"/>
              </a:solidFill>
              <a:ln cap="sq" cmpd="sng" w="38100">
                <a:solidFill>
                  <a:srgbClr val="20538B"/>
                </a:solidFill>
                <a:prstDash val="solid"/>
                <a:miter lim="8000"/>
                <a:headEnd len="sm" w="sm" type="none"/>
                <a:tailEnd len="sm" w="sm" type="none"/>
              </a:ln>
            </p:spPr>
          </p:sp>
          <p:sp>
            <p:nvSpPr>
              <p:cNvPr id="1790" name="Google Shape;1790;h32a9095667746e33_4_226"/>
              <p:cNvSpPr txBox="1"/>
              <p:nvPr/>
            </p:nvSpPr>
            <p:spPr>
              <a:xfrm>
                <a:off x="0" y="-47625"/>
                <a:ext cx="9809700" cy="763800"/>
              </a:xfrm>
              <a:prstGeom prst="rect">
                <a:avLst/>
              </a:prstGeom>
              <a:noFill/>
              <a:ln>
                <a:noFill/>
              </a:ln>
            </p:spPr>
            <p:txBody>
              <a:bodyPr anchorCtr="0" anchor="ctr" bIns="50800" lIns="50800" spcFirstLastPara="1" rIns="50800" wrap="square" tIns="50800">
                <a:noAutofit/>
              </a:bodyPr>
              <a:lstStyle/>
              <a:p>
                <a:pPr indent="0" lvl="0" marL="0" marR="0" rtl="0" algn="ctr">
                  <a:lnSpc>
                    <a:spcPct val="175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791" name="Google Shape;1791;h32a9095667746e33_4_226"/>
            <p:cNvGrpSpPr/>
            <p:nvPr/>
          </p:nvGrpSpPr>
          <p:grpSpPr>
            <a:xfrm>
              <a:off x="0" y="-108814"/>
              <a:ext cx="22434451" cy="11946166"/>
              <a:chOff x="0" y="-47625"/>
              <a:chExt cx="9819000" cy="5228539"/>
            </a:xfrm>
          </p:grpSpPr>
          <p:sp>
            <p:nvSpPr>
              <p:cNvPr id="1792" name="Google Shape;1792;h32a9095667746e33_4_226"/>
              <p:cNvSpPr/>
              <p:nvPr/>
            </p:nvSpPr>
            <p:spPr>
              <a:xfrm>
                <a:off x="0" y="0"/>
                <a:ext cx="9818922" cy="5180914"/>
              </a:xfrm>
              <a:custGeom>
                <a:rect b="b" l="l" r="r" t="t"/>
                <a:pathLst>
                  <a:path extrusionOk="0" h="5180914" w="9818922">
                    <a:moveTo>
                      <a:pt x="0" y="0"/>
                    </a:moveTo>
                    <a:lnTo>
                      <a:pt x="9818922" y="0"/>
                    </a:lnTo>
                    <a:lnTo>
                      <a:pt x="9818922" y="5180914"/>
                    </a:lnTo>
                    <a:lnTo>
                      <a:pt x="0" y="5180914"/>
                    </a:lnTo>
                    <a:close/>
                  </a:path>
                </a:pathLst>
              </a:custGeom>
              <a:solidFill>
                <a:srgbClr val="FFFFFF"/>
              </a:solidFill>
              <a:ln cap="sq" cmpd="sng" w="38100">
                <a:solidFill>
                  <a:srgbClr val="20538B"/>
                </a:solidFill>
                <a:prstDash val="solid"/>
                <a:miter lim="8000"/>
                <a:headEnd len="sm" w="sm" type="none"/>
                <a:tailEnd len="sm" w="sm" type="none"/>
              </a:ln>
            </p:spPr>
          </p:sp>
          <p:sp>
            <p:nvSpPr>
              <p:cNvPr id="1793" name="Google Shape;1793;h32a9095667746e33_4_226"/>
              <p:cNvSpPr txBox="1"/>
              <p:nvPr/>
            </p:nvSpPr>
            <p:spPr>
              <a:xfrm>
                <a:off x="0" y="-47625"/>
                <a:ext cx="9819000" cy="5228400"/>
              </a:xfrm>
              <a:prstGeom prst="rect">
                <a:avLst/>
              </a:prstGeom>
              <a:noFill/>
              <a:ln>
                <a:noFill/>
              </a:ln>
            </p:spPr>
            <p:txBody>
              <a:bodyPr anchorCtr="0" anchor="ctr" bIns="50800" lIns="50800" spcFirstLastPara="1" rIns="50800" wrap="square" tIns="50800">
                <a:noAutofit/>
              </a:bodyPr>
              <a:lstStyle/>
              <a:p>
                <a:pPr indent="0" lvl="0" marL="0" marR="0" rtl="0" algn="ctr">
                  <a:lnSpc>
                    <a:spcPct val="175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grpSp>
        <p:nvGrpSpPr>
          <p:cNvPr id="1794" name="Google Shape;1794;h32a9095667746e33_4_226"/>
          <p:cNvGrpSpPr/>
          <p:nvPr/>
        </p:nvGrpSpPr>
        <p:grpSpPr>
          <a:xfrm>
            <a:off x="763743" y="662704"/>
            <a:ext cx="16759942" cy="1561150"/>
            <a:chOff x="0" y="-38100"/>
            <a:chExt cx="8581200" cy="799319"/>
          </a:xfrm>
        </p:grpSpPr>
        <p:sp>
          <p:nvSpPr>
            <p:cNvPr id="1795" name="Google Shape;1795;h32a9095667746e33_4_226"/>
            <p:cNvSpPr/>
            <p:nvPr/>
          </p:nvSpPr>
          <p:spPr>
            <a:xfrm>
              <a:off x="0" y="0"/>
              <a:ext cx="8581180" cy="761219"/>
            </a:xfrm>
            <a:custGeom>
              <a:rect b="b" l="l" r="r" t="t"/>
              <a:pathLst>
                <a:path extrusionOk="0" h="761219" w="8581180">
                  <a:moveTo>
                    <a:pt x="0" y="0"/>
                  </a:moveTo>
                  <a:lnTo>
                    <a:pt x="8581180" y="0"/>
                  </a:lnTo>
                  <a:lnTo>
                    <a:pt x="8581180" y="761219"/>
                  </a:lnTo>
                  <a:lnTo>
                    <a:pt x="0" y="761219"/>
                  </a:lnTo>
                  <a:close/>
                </a:path>
              </a:pathLst>
            </a:custGeom>
            <a:solidFill>
              <a:srgbClr val="EEF6FF"/>
            </a:solidFill>
            <a:ln cap="sq" cmpd="sng" w="9525">
              <a:solidFill>
                <a:srgbClr val="20538B"/>
              </a:solidFill>
              <a:prstDash val="solid"/>
              <a:miter lim="8000"/>
              <a:headEnd len="sm" w="sm" type="none"/>
              <a:tailEnd len="sm" w="sm" type="none"/>
            </a:ln>
          </p:spPr>
        </p:sp>
        <p:sp>
          <p:nvSpPr>
            <p:cNvPr id="1796" name="Google Shape;1796;h32a9095667746e33_4_226"/>
            <p:cNvSpPr txBox="1"/>
            <p:nvPr/>
          </p:nvSpPr>
          <p:spPr>
            <a:xfrm>
              <a:off x="0" y="-38100"/>
              <a:ext cx="8581200" cy="799200"/>
            </a:xfrm>
            <a:prstGeom prst="rect">
              <a:avLst/>
            </a:prstGeom>
            <a:noFill/>
            <a:ln>
              <a:noFill/>
            </a:ln>
          </p:spPr>
          <p:txBody>
            <a:bodyPr anchorCtr="0" anchor="ctr" bIns="39175" lIns="39175" spcFirstLastPara="1" rIns="39175" wrap="square" tIns="39175">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797" name="Google Shape;1797;h32a9095667746e33_4_226"/>
          <p:cNvSpPr/>
          <p:nvPr/>
        </p:nvSpPr>
        <p:spPr>
          <a:xfrm>
            <a:off x="15531691" y="160918"/>
            <a:ext cx="996214" cy="1021758"/>
          </a:xfrm>
          <a:custGeom>
            <a:rect b="b" l="l" r="r" t="t"/>
            <a:pathLst>
              <a:path extrusionOk="0" h="1021758" w="996214">
                <a:moveTo>
                  <a:pt x="0" y="0"/>
                </a:moveTo>
                <a:lnTo>
                  <a:pt x="996214" y="0"/>
                </a:lnTo>
                <a:lnTo>
                  <a:pt x="996214" y="1021758"/>
                </a:lnTo>
                <a:lnTo>
                  <a:pt x="0" y="1021758"/>
                </a:lnTo>
                <a:lnTo>
                  <a:pt x="0" y="0"/>
                </a:lnTo>
                <a:close/>
              </a:path>
            </a:pathLst>
          </a:custGeom>
          <a:blipFill rotWithShape="1">
            <a:blip r:embed="rId3">
              <a:alphaModFix/>
            </a:blip>
            <a:stretch>
              <a:fillRect b="0" l="0" r="0" t="0"/>
            </a:stretch>
          </a:blipFill>
          <a:ln>
            <a:noFill/>
          </a:ln>
        </p:spPr>
      </p:sp>
      <p:sp>
        <p:nvSpPr>
          <p:cNvPr id="1798" name="Google Shape;1798;h32a9095667746e33_4_226"/>
          <p:cNvSpPr/>
          <p:nvPr/>
        </p:nvSpPr>
        <p:spPr>
          <a:xfrm>
            <a:off x="9413948" y="4817216"/>
            <a:ext cx="272321" cy="272321"/>
          </a:xfrm>
          <a:custGeom>
            <a:rect b="b" l="l" r="r" t="t"/>
            <a:pathLst>
              <a:path extrusionOk="0" h="272321" w="272321">
                <a:moveTo>
                  <a:pt x="0" y="0"/>
                </a:moveTo>
                <a:lnTo>
                  <a:pt x="272321" y="0"/>
                </a:lnTo>
                <a:lnTo>
                  <a:pt x="272321" y="272321"/>
                </a:lnTo>
                <a:lnTo>
                  <a:pt x="0" y="272321"/>
                </a:lnTo>
                <a:lnTo>
                  <a:pt x="0" y="0"/>
                </a:lnTo>
                <a:close/>
              </a:path>
            </a:pathLst>
          </a:custGeom>
          <a:blipFill rotWithShape="1">
            <a:blip r:embed="rId4">
              <a:alphaModFix/>
            </a:blip>
            <a:stretch>
              <a:fillRect b="0" l="0" r="0" t="0"/>
            </a:stretch>
          </a:blipFill>
          <a:ln>
            <a:noFill/>
          </a:ln>
        </p:spPr>
      </p:sp>
      <p:sp>
        <p:nvSpPr>
          <p:cNvPr id="1799" name="Google Shape;1799;h32a9095667746e33_4_226"/>
          <p:cNvSpPr txBox="1"/>
          <p:nvPr/>
        </p:nvSpPr>
        <p:spPr>
          <a:xfrm>
            <a:off x="2395000" y="893150"/>
            <a:ext cx="13923600" cy="769500"/>
          </a:xfrm>
          <a:prstGeom prst="rect">
            <a:avLst/>
          </a:prstGeom>
          <a:noFill/>
          <a:ln>
            <a:noFill/>
          </a:ln>
        </p:spPr>
        <p:txBody>
          <a:bodyPr anchorCtr="0" anchor="t" bIns="0" lIns="0" spcFirstLastPara="1" rIns="0" wrap="square" tIns="0">
            <a:spAutoFit/>
          </a:bodyPr>
          <a:lstStyle/>
          <a:p>
            <a:pPr indent="0" lvl="0" marL="0" marR="0" rtl="0" algn="l">
              <a:lnSpc>
                <a:spcPct val="192000"/>
              </a:lnSpc>
              <a:spcBef>
                <a:spcPts val="0"/>
              </a:spcBef>
              <a:spcAft>
                <a:spcPts val="0"/>
              </a:spcAft>
              <a:buNone/>
            </a:pPr>
            <a:r>
              <a:rPr b="1" i="0" lang="en-US" sz="5000" u="none" cap="none" strike="noStrike">
                <a:solidFill>
                  <a:srgbClr val="20538B"/>
                </a:solidFill>
                <a:latin typeface="Arial"/>
                <a:ea typeface="Arial"/>
                <a:cs typeface="Arial"/>
                <a:sym typeface="Arial"/>
              </a:rPr>
              <a:t>취약점 분석 및 시나리오</a:t>
            </a:r>
            <a:r>
              <a:rPr b="1" lang="en-US" sz="5000">
                <a:solidFill>
                  <a:srgbClr val="20538B"/>
                </a:solidFill>
              </a:rPr>
              <a:t> </a:t>
            </a:r>
            <a:r>
              <a:rPr b="1" lang="en-US" sz="3500">
                <a:solidFill>
                  <a:srgbClr val="20538B"/>
                </a:solidFill>
              </a:rPr>
              <a:t>- 약한 </a:t>
            </a:r>
            <a:r>
              <a:rPr b="1" lang="en-US" sz="3500">
                <a:solidFill>
                  <a:srgbClr val="20538B"/>
                </a:solidFill>
              </a:rPr>
              <a:t>비밀번호 정책(cont’d)</a:t>
            </a:r>
            <a:endParaRPr b="1" i="0" sz="3500" u="none" cap="none" strike="noStrike">
              <a:solidFill>
                <a:srgbClr val="20538B"/>
              </a:solidFill>
              <a:latin typeface="Arial"/>
              <a:ea typeface="Arial"/>
              <a:cs typeface="Arial"/>
              <a:sym typeface="Arial"/>
            </a:endParaRPr>
          </a:p>
        </p:txBody>
      </p:sp>
      <p:sp>
        <p:nvSpPr>
          <p:cNvPr id="1800" name="Google Shape;1800;h32a9095667746e33_4_226"/>
          <p:cNvSpPr txBox="1"/>
          <p:nvPr/>
        </p:nvSpPr>
        <p:spPr>
          <a:xfrm>
            <a:off x="1437501" y="920715"/>
            <a:ext cx="834600" cy="751200"/>
          </a:xfrm>
          <a:prstGeom prst="rect">
            <a:avLst/>
          </a:prstGeom>
          <a:noFill/>
          <a:ln>
            <a:noFill/>
          </a:ln>
        </p:spPr>
        <p:txBody>
          <a:bodyPr anchorCtr="0" anchor="t" bIns="0" lIns="0" spcFirstLastPara="1" rIns="0" wrap="square" tIns="0">
            <a:spAutoFit/>
          </a:bodyPr>
          <a:lstStyle/>
          <a:p>
            <a:pPr indent="0" lvl="0" marL="0" marR="0" rtl="0" algn="l">
              <a:lnSpc>
                <a:spcPct val="192009"/>
              </a:lnSpc>
              <a:spcBef>
                <a:spcPts val="0"/>
              </a:spcBef>
              <a:spcAft>
                <a:spcPts val="0"/>
              </a:spcAft>
              <a:buNone/>
            </a:pPr>
            <a:r>
              <a:rPr b="1" i="0" lang="en-US" sz="4881" u="none" cap="none" strike="noStrike">
                <a:solidFill>
                  <a:srgbClr val="CBDDEF"/>
                </a:solidFill>
                <a:latin typeface="Arial"/>
                <a:ea typeface="Arial"/>
                <a:cs typeface="Arial"/>
                <a:sym typeface="Arial"/>
              </a:rPr>
              <a:t>0</a:t>
            </a:r>
            <a:r>
              <a:rPr b="1" lang="en-US" sz="4881">
                <a:solidFill>
                  <a:srgbClr val="CBDDEF"/>
                </a:solidFill>
              </a:rPr>
              <a:t>4</a:t>
            </a:r>
            <a:endParaRPr/>
          </a:p>
        </p:txBody>
      </p:sp>
      <p:sp>
        <p:nvSpPr>
          <p:cNvPr id="1801" name="Google Shape;1801;h32a9095667746e33_4_226"/>
          <p:cNvSpPr txBox="1"/>
          <p:nvPr/>
        </p:nvSpPr>
        <p:spPr>
          <a:xfrm>
            <a:off x="9841400" y="4737825"/>
            <a:ext cx="7197600" cy="4311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US" sz="2800">
                <a:solidFill>
                  <a:srgbClr val="20538B"/>
                </a:solidFill>
              </a:rPr>
              <a:t>점검 항목 1. 유추 가능한 비밀번호</a:t>
            </a:r>
            <a:endParaRPr/>
          </a:p>
        </p:txBody>
      </p:sp>
      <p:sp>
        <p:nvSpPr>
          <p:cNvPr id="1802" name="Google Shape;1802;h32a9095667746e33_4_226"/>
          <p:cNvSpPr txBox="1"/>
          <p:nvPr/>
        </p:nvSpPr>
        <p:spPr>
          <a:xfrm>
            <a:off x="9891650" y="5420225"/>
            <a:ext cx="7097100" cy="1637100"/>
          </a:xfrm>
          <a:prstGeom prst="rect">
            <a:avLst/>
          </a:prstGeom>
          <a:noFill/>
          <a:ln>
            <a:noFill/>
          </a:ln>
        </p:spPr>
        <p:txBody>
          <a:bodyPr anchorCtr="0" anchor="t" bIns="0" lIns="0" spcFirstLastPara="1" rIns="0" wrap="square" tIns="0">
            <a:spAutoFit/>
          </a:bodyPr>
          <a:lstStyle/>
          <a:p>
            <a:pPr indent="-349250" lvl="0" marL="457200" marR="0" rtl="0" algn="l">
              <a:lnSpc>
                <a:spcPct val="155000"/>
              </a:lnSpc>
              <a:spcBef>
                <a:spcPts val="0"/>
              </a:spcBef>
              <a:spcAft>
                <a:spcPts val="0"/>
              </a:spcAft>
              <a:buClr>
                <a:srgbClr val="20538B"/>
              </a:buClr>
              <a:buSzPts val="1900"/>
              <a:buChar char="-"/>
            </a:pPr>
            <a:r>
              <a:rPr lang="en-US" sz="1900">
                <a:solidFill>
                  <a:srgbClr val="20538B"/>
                </a:solidFill>
              </a:rPr>
              <a:t>대상 ID : student1</a:t>
            </a:r>
            <a:endParaRPr sz="1900">
              <a:solidFill>
                <a:srgbClr val="20538B"/>
              </a:solidFill>
            </a:endParaRPr>
          </a:p>
          <a:p>
            <a:pPr indent="-349250" lvl="0" marL="457200" marR="0" rtl="0" algn="l">
              <a:lnSpc>
                <a:spcPct val="155000"/>
              </a:lnSpc>
              <a:spcBef>
                <a:spcPts val="0"/>
              </a:spcBef>
              <a:spcAft>
                <a:spcPts val="0"/>
              </a:spcAft>
              <a:buClr>
                <a:srgbClr val="20538B"/>
              </a:buClr>
              <a:buSzPts val="1900"/>
              <a:buChar char="-"/>
            </a:pPr>
            <a:r>
              <a:rPr lang="en-US" sz="1900">
                <a:solidFill>
                  <a:srgbClr val="20538B"/>
                </a:solidFill>
              </a:rPr>
              <a:t>유추 가능한 문자 + 숫자 조합을 생성하여 로그인 시도</a:t>
            </a:r>
            <a:endParaRPr sz="1900">
              <a:solidFill>
                <a:srgbClr val="20538B"/>
              </a:solidFill>
            </a:endParaRPr>
          </a:p>
          <a:p>
            <a:pPr indent="-349250" lvl="0" marL="457200" marR="0" rtl="0" algn="l">
              <a:lnSpc>
                <a:spcPct val="155000"/>
              </a:lnSpc>
              <a:spcBef>
                <a:spcPts val="0"/>
              </a:spcBef>
              <a:spcAft>
                <a:spcPts val="0"/>
              </a:spcAft>
              <a:buClr>
                <a:srgbClr val="20538B"/>
              </a:buClr>
              <a:buSzPts val="1900"/>
              <a:buChar char="-"/>
            </a:pPr>
            <a:r>
              <a:rPr lang="en-US" sz="1900">
                <a:solidFill>
                  <a:srgbClr val="20538B"/>
                </a:solidFill>
              </a:rPr>
              <a:t>로그인에 성공하면 취약, 실패 시 양호</a:t>
            </a:r>
            <a:endParaRPr sz="1900">
              <a:solidFill>
                <a:srgbClr val="20538B"/>
              </a:solidFill>
            </a:endParaRPr>
          </a:p>
          <a:p>
            <a:pPr indent="0" lvl="0" marL="0" marR="0" rtl="0" algn="l">
              <a:lnSpc>
                <a:spcPct val="155000"/>
              </a:lnSpc>
              <a:spcBef>
                <a:spcPts val="0"/>
              </a:spcBef>
              <a:spcAft>
                <a:spcPts val="0"/>
              </a:spcAft>
              <a:buNone/>
            </a:pPr>
            <a:r>
              <a:t/>
            </a:r>
            <a:endParaRPr b="0" i="0" sz="1800" u="none" cap="none" strike="noStrike">
              <a:solidFill>
                <a:srgbClr val="94B6DA"/>
              </a:solidFill>
              <a:latin typeface="Arial"/>
              <a:ea typeface="Arial"/>
              <a:cs typeface="Arial"/>
              <a:sym typeface="Arial"/>
            </a:endParaRPr>
          </a:p>
        </p:txBody>
      </p:sp>
      <p:pic>
        <p:nvPicPr>
          <p:cNvPr id="1803" name="Google Shape;1803;h32a9095667746e33_4_226"/>
          <p:cNvPicPr preferRelativeResize="0"/>
          <p:nvPr/>
        </p:nvPicPr>
        <p:blipFill>
          <a:blip r:embed="rId5">
            <a:alphaModFix/>
          </a:blip>
          <a:stretch>
            <a:fillRect/>
          </a:stretch>
        </p:blipFill>
        <p:spPr>
          <a:xfrm>
            <a:off x="2746825" y="3677551"/>
            <a:ext cx="5047875" cy="3828250"/>
          </a:xfrm>
          <a:prstGeom prst="rect">
            <a:avLst/>
          </a:prstGeom>
          <a:noFill/>
          <a:ln>
            <a:noFill/>
          </a:ln>
        </p:spPr>
      </p:pic>
      <p:sp>
        <p:nvSpPr>
          <p:cNvPr id="1804" name="Google Shape;1804;h32a9095667746e33_4_226"/>
          <p:cNvSpPr/>
          <p:nvPr/>
        </p:nvSpPr>
        <p:spPr>
          <a:xfrm>
            <a:off x="2680650" y="4054475"/>
            <a:ext cx="5294400" cy="35184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20538B"/>
              </a:solidFill>
              <a:latin typeface="Calibri"/>
              <a:ea typeface="Calibri"/>
              <a:cs typeface="Calibri"/>
              <a:sym typeface="Calibri"/>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8" name="Shape 1808"/>
        <p:cNvGrpSpPr/>
        <p:nvPr/>
      </p:nvGrpSpPr>
      <p:grpSpPr>
        <a:xfrm>
          <a:off x="0" y="0"/>
          <a:ext cx="0" cy="0"/>
          <a:chOff x="0" y="0"/>
          <a:chExt cx="0" cy="0"/>
        </a:xfrm>
      </p:grpSpPr>
      <p:grpSp>
        <p:nvGrpSpPr>
          <p:cNvPr id="1809" name="Google Shape;1809;h26f5b0a23d79581a_7_59"/>
          <p:cNvGrpSpPr/>
          <p:nvPr/>
        </p:nvGrpSpPr>
        <p:grpSpPr>
          <a:xfrm>
            <a:off x="-1081199" y="3274283"/>
            <a:ext cx="20615733" cy="7012716"/>
            <a:chOff x="-99239" y="-86"/>
            <a:chExt cx="27487644" cy="9350288"/>
          </a:xfrm>
        </p:grpSpPr>
        <p:grpSp>
          <p:nvGrpSpPr>
            <p:cNvPr id="1810" name="Google Shape;1810;h26f5b0a23d79581a_7_59"/>
            <p:cNvGrpSpPr/>
            <p:nvPr/>
          </p:nvGrpSpPr>
          <p:grpSpPr>
            <a:xfrm rot="-5400000">
              <a:off x="11107617" y="-11206942"/>
              <a:ext cx="4770761" cy="27184472"/>
              <a:chOff x="0" y="-38100"/>
              <a:chExt cx="1831597" cy="10436700"/>
            </a:xfrm>
          </p:grpSpPr>
          <p:sp>
            <p:nvSpPr>
              <p:cNvPr id="1811" name="Google Shape;1811;h26f5b0a23d79581a_7_59"/>
              <p:cNvSpPr/>
              <p:nvPr/>
            </p:nvSpPr>
            <p:spPr>
              <a:xfrm>
                <a:off x="0" y="0"/>
                <a:ext cx="1831597" cy="10398600"/>
              </a:xfrm>
              <a:custGeom>
                <a:rect b="b" l="l" r="r" t="t"/>
                <a:pathLst>
                  <a:path extrusionOk="0" h="10398600" w="1831597">
                    <a:moveTo>
                      <a:pt x="0" y="0"/>
                    </a:moveTo>
                    <a:lnTo>
                      <a:pt x="1831597" y="0"/>
                    </a:lnTo>
                    <a:lnTo>
                      <a:pt x="1831597" y="10398600"/>
                    </a:lnTo>
                    <a:lnTo>
                      <a:pt x="0" y="10398600"/>
                    </a:lnTo>
                    <a:close/>
                  </a:path>
                </a:pathLst>
              </a:custGeom>
              <a:solidFill>
                <a:srgbClr val="CBDDEF"/>
              </a:solidFill>
              <a:ln>
                <a:noFill/>
              </a:ln>
            </p:spPr>
          </p:sp>
          <p:sp>
            <p:nvSpPr>
              <p:cNvPr id="1812" name="Google Shape;1812;h26f5b0a23d79581a_7_59"/>
              <p:cNvSpPr txBox="1"/>
              <p:nvPr/>
            </p:nvSpPr>
            <p:spPr>
              <a:xfrm>
                <a:off x="0" y="-38100"/>
                <a:ext cx="1831500" cy="10436700"/>
              </a:xfrm>
              <a:prstGeom prst="rect">
                <a:avLst/>
              </a:prstGeom>
              <a:noFill/>
              <a:ln>
                <a:noFill/>
              </a:ln>
            </p:spPr>
            <p:txBody>
              <a:bodyPr anchorCtr="0" anchor="ctr" bIns="27000" lIns="27000" spcFirstLastPara="1" rIns="27000" wrap="square" tIns="27000">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813" name="Google Shape;1813;h26f5b0a23d79581a_7_59"/>
            <p:cNvGrpSpPr/>
            <p:nvPr/>
          </p:nvGrpSpPr>
          <p:grpSpPr>
            <a:xfrm rot="-5400000">
              <a:off x="11637133" y="-6401070"/>
              <a:ext cx="4579844" cy="26922700"/>
              <a:chOff x="0" y="-38100"/>
              <a:chExt cx="1758300" cy="10336200"/>
            </a:xfrm>
          </p:grpSpPr>
          <p:sp>
            <p:nvSpPr>
              <p:cNvPr id="1814" name="Google Shape;1814;h26f5b0a23d79581a_7_59"/>
              <p:cNvSpPr/>
              <p:nvPr/>
            </p:nvSpPr>
            <p:spPr>
              <a:xfrm>
                <a:off x="0" y="0"/>
                <a:ext cx="1758210" cy="10298040"/>
              </a:xfrm>
              <a:custGeom>
                <a:rect b="b" l="l" r="r" t="t"/>
                <a:pathLst>
                  <a:path extrusionOk="0" h="10298040" w="1758210">
                    <a:moveTo>
                      <a:pt x="0" y="0"/>
                    </a:moveTo>
                    <a:lnTo>
                      <a:pt x="1758210" y="0"/>
                    </a:lnTo>
                    <a:lnTo>
                      <a:pt x="1758210" y="10298040"/>
                    </a:lnTo>
                    <a:lnTo>
                      <a:pt x="0" y="10298040"/>
                    </a:lnTo>
                    <a:close/>
                  </a:path>
                </a:pathLst>
              </a:custGeom>
              <a:solidFill>
                <a:srgbClr val="94B6DA"/>
              </a:solidFill>
              <a:ln>
                <a:noFill/>
              </a:ln>
            </p:spPr>
          </p:sp>
          <p:sp>
            <p:nvSpPr>
              <p:cNvPr id="1815" name="Google Shape;1815;h26f5b0a23d79581a_7_59"/>
              <p:cNvSpPr txBox="1"/>
              <p:nvPr/>
            </p:nvSpPr>
            <p:spPr>
              <a:xfrm>
                <a:off x="0" y="-38100"/>
                <a:ext cx="1758300" cy="10336200"/>
              </a:xfrm>
              <a:prstGeom prst="rect">
                <a:avLst/>
              </a:prstGeom>
              <a:noFill/>
              <a:ln>
                <a:noFill/>
              </a:ln>
            </p:spPr>
            <p:txBody>
              <a:bodyPr anchorCtr="0" anchor="ctr" bIns="27000" lIns="27000" spcFirstLastPara="1" rIns="27000" wrap="square" tIns="27000">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grpSp>
        <p:nvGrpSpPr>
          <p:cNvPr id="1816" name="Google Shape;1816;h26f5b0a23d79581a_7_59"/>
          <p:cNvGrpSpPr/>
          <p:nvPr/>
        </p:nvGrpSpPr>
        <p:grpSpPr>
          <a:xfrm>
            <a:off x="731085" y="622850"/>
            <a:ext cx="16825838" cy="9050174"/>
            <a:chOff x="0" y="-108814"/>
            <a:chExt cx="22434451" cy="12066898"/>
          </a:xfrm>
        </p:grpSpPr>
        <p:grpSp>
          <p:nvGrpSpPr>
            <p:cNvPr id="1817" name="Google Shape;1817;h26f5b0a23d79581a_7_59"/>
            <p:cNvGrpSpPr/>
            <p:nvPr/>
          </p:nvGrpSpPr>
          <p:grpSpPr>
            <a:xfrm>
              <a:off x="26537" y="10214891"/>
              <a:ext cx="22386840" cy="1743193"/>
              <a:chOff x="0" y="-47625"/>
              <a:chExt cx="9809754" cy="763855"/>
            </a:xfrm>
          </p:grpSpPr>
          <p:sp>
            <p:nvSpPr>
              <p:cNvPr id="1818" name="Google Shape;1818;h26f5b0a23d79581a_7_59"/>
              <p:cNvSpPr/>
              <p:nvPr/>
            </p:nvSpPr>
            <p:spPr>
              <a:xfrm>
                <a:off x="0" y="0"/>
                <a:ext cx="9809754" cy="716230"/>
              </a:xfrm>
              <a:custGeom>
                <a:rect b="b" l="l" r="r" t="t"/>
                <a:pathLst>
                  <a:path extrusionOk="0" h="716230" w="9809754">
                    <a:moveTo>
                      <a:pt x="0" y="0"/>
                    </a:moveTo>
                    <a:lnTo>
                      <a:pt x="9809754" y="0"/>
                    </a:lnTo>
                    <a:lnTo>
                      <a:pt x="9809754" y="716230"/>
                    </a:lnTo>
                    <a:lnTo>
                      <a:pt x="0" y="716230"/>
                    </a:lnTo>
                    <a:close/>
                  </a:path>
                </a:pathLst>
              </a:custGeom>
              <a:solidFill>
                <a:srgbClr val="20538B"/>
              </a:solidFill>
              <a:ln cap="sq" cmpd="sng" w="38100">
                <a:solidFill>
                  <a:srgbClr val="20538B"/>
                </a:solidFill>
                <a:prstDash val="solid"/>
                <a:miter lim="8000"/>
                <a:headEnd len="sm" w="sm" type="none"/>
                <a:tailEnd len="sm" w="sm" type="none"/>
              </a:ln>
            </p:spPr>
          </p:sp>
          <p:sp>
            <p:nvSpPr>
              <p:cNvPr id="1819" name="Google Shape;1819;h26f5b0a23d79581a_7_59"/>
              <p:cNvSpPr txBox="1"/>
              <p:nvPr/>
            </p:nvSpPr>
            <p:spPr>
              <a:xfrm>
                <a:off x="0" y="-47625"/>
                <a:ext cx="9809700" cy="763800"/>
              </a:xfrm>
              <a:prstGeom prst="rect">
                <a:avLst/>
              </a:prstGeom>
              <a:noFill/>
              <a:ln>
                <a:noFill/>
              </a:ln>
            </p:spPr>
            <p:txBody>
              <a:bodyPr anchorCtr="0" anchor="ctr" bIns="50800" lIns="50800" spcFirstLastPara="1" rIns="50800" wrap="square" tIns="50800">
                <a:noAutofit/>
              </a:bodyPr>
              <a:lstStyle/>
              <a:p>
                <a:pPr indent="0" lvl="0" marL="0" marR="0" rtl="0" algn="ctr">
                  <a:lnSpc>
                    <a:spcPct val="175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820" name="Google Shape;1820;h26f5b0a23d79581a_7_59"/>
            <p:cNvGrpSpPr/>
            <p:nvPr/>
          </p:nvGrpSpPr>
          <p:grpSpPr>
            <a:xfrm>
              <a:off x="0" y="-108814"/>
              <a:ext cx="22434451" cy="11946166"/>
              <a:chOff x="0" y="-47625"/>
              <a:chExt cx="9819000" cy="5228539"/>
            </a:xfrm>
          </p:grpSpPr>
          <p:sp>
            <p:nvSpPr>
              <p:cNvPr id="1821" name="Google Shape;1821;h26f5b0a23d79581a_7_59"/>
              <p:cNvSpPr/>
              <p:nvPr/>
            </p:nvSpPr>
            <p:spPr>
              <a:xfrm>
                <a:off x="0" y="0"/>
                <a:ext cx="9818922" cy="5180914"/>
              </a:xfrm>
              <a:custGeom>
                <a:rect b="b" l="l" r="r" t="t"/>
                <a:pathLst>
                  <a:path extrusionOk="0" h="5180914" w="9818922">
                    <a:moveTo>
                      <a:pt x="0" y="0"/>
                    </a:moveTo>
                    <a:lnTo>
                      <a:pt x="9818922" y="0"/>
                    </a:lnTo>
                    <a:lnTo>
                      <a:pt x="9818922" y="5180914"/>
                    </a:lnTo>
                    <a:lnTo>
                      <a:pt x="0" y="5180914"/>
                    </a:lnTo>
                    <a:close/>
                  </a:path>
                </a:pathLst>
              </a:custGeom>
              <a:solidFill>
                <a:srgbClr val="FFFFFF"/>
              </a:solidFill>
              <a:ln cap="sq" cmpd="sng" w="38100">
                <a:solidFill>
                  <a:srgbClr val="20538B"/>
                </a:solidFill>
                <a:prstDash val="solid"/>
                <a:miter lim="8000"/>
                <a:headEnd len="sm" w="sm" type="none"/>
                <a:tailEnd len="sm" w="sm" type="none"/>
              </a:ln>
            </p:spPr>
          </p:sp>
          <p:sp>
            <p:nvSpPr>
              <p:cNvPr id="1822" name="Google Shape;1822;h26f5b0a23d79581a_7_59"/>
              <p:cNvSpPr txBox="1"/>
              <p:nvPr/>
            </p:nvSpPr>
            <p:spPr>
              <a:xfrm>
                <a:off x="0" y="-47625"/>
                <a:ext cx="9819000" cy="5228400"/>
              </a:xfrm>
              <a:prstGeom prst="rect">
                <a:avLst/>
              </a:prstGeom>
              <a:noFill/>
              <a:ln>
                <a:noFill/>
              </a:ln>
            </p:spPr>
            <p:txBody>
              <a:bodyPr anchorCtr="0" anchor="ctr" bIns="50800" lIns="50800" spcFirstLastPara="1" rIns="50800" wrap="square" tIns="50800">
                <a:noAutofit/>
              </a:bodyPr>
              <a:lstStyle/>
              <a:p>
                <a:pPr indent="0" lvl="0" marL="0" marR="0" rtl="0" algn="ctr">
                  <a:lnSpc>
                    <a:spcPct val="175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grpSp>
        <p:nvGrpSpPr>
          <p:cNvPr id="1823" name="Google Shape;1823;h26f5b0a23d79581a_7_59"/>
          <p:cNvGrpSpPr/>
          <p:nvPr/>
        </p:nvGrpSpPr>
        <p:grpSpPr>
          <a:xfrm>
            <a:off x="763743" y="662704"/>
            <a:ext cx="16759942" cy="1561150"/>
            <a:chOff x="0" y="-38100"/>
            <a:chExt cx="8581200" cy="799319"/>
          </a:xfrm>
        </p:grpSpPr>
        <p:sp>
          <p:nvSpPr>
            <p:cNvPr id="1824" name="Google Shape;1824;h26f5b0a23d79581a_7_59"/>
            <p:cNvSpPr/>
            <p:nvPr/>
          </p:nvSpPr>
          <p:spPr>
            <a:xfrm>
              <a:off x="0" y="0"/>
              <a:ext cx="8581180" cy="761219"/>
            </a:xfrm>
            <a:custGeom>
              <a:rect b="b" l="l" r="r" t="t"/>
              <a:pathLst>
                <a:path extrusionOk="0" h="761219" w="8581180">
                  <a:moveTo>
                    <a:pt x="0" y="0"/>
                  </a:moveTo>
                  <a:lnTo>
                    <a:pt x="8581180" y="0"/>
                  </a:lnTo>
                  <a:lnTo>
                    <a:pt x="8581180" y="761219"/>
                  </a:lnTo>
                  <a:lnTo>
                    <a:pt x="0" y="761219"/>
                  </a:lnTo>
                  <a:close/>
                </a:path>
              </a:pathLst>
            </a:custGeom>
            <a:solidFill>
              <a:srgbClr val="EEF6FF"/>
            </a:solidFill>
            <a:ln cap="sq" cmpd="sng" w="9525">
              <a:solidFill>
                <a:srgbClr val="20538B"/>
              </a:solidFill>
              <a:prstDash val="solid"/>
              <a:miter lim="8000"/>
              <a:headEnd len="sm" w="sm" type="none"/>
              <a:tailEnd len="sm" w="sm" type="none"/>
            </a:ln>
          </p:spPr>
        </p:sp>
        <p:sp>
          <p:nvSpPr>
            <p:cNvPr id="1825" name="Google Shape;1825;h26f5b0a23d79581a_7_59"/>
            <p:cNvSpPr txBox="1"/>
            <p:nvPr/>
          </p:nvSpPr>
          <p:spPr>
            <a:xfrm>
              <a:off x="0" y="-38100"/>
              <a:ext cx="8581200" cy="799200"/>
            </a:xfrm>
            <a:prstGeom prst="rect">
              <a:avLst/>
            </a:prstGeom>
            <a:noFill/>
            <a:ln>
              <a:noFill/>
            </a:ln>
          </p:spPr>
          <p:txBody>
            <a:bodyPr anchorCtr="0" anchor="ctr" bIns="39175" lIns="39175" spcFirstLastPara="1" rIns="39175" wrap="square" tIns="39175">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826" name="Google Shape;1826;h26f5b0a23d79581a_7_59"/>
          <p:cNvSpPr/>
          <p:nvPr/>
        </p:nvSpPr>
        <p:spPr>
          <a:xfrm>
            <a:off x="15531691" y="160918"/>
            <a:ext cx="996214" cy="1021758"/>
          </a:xfrm>
          <a:custGeom>
            <a:rect b="b" l="l" r="r" t="t"/>
            <a:pathLst>
              <a:path extrusionOk="0" h="1021758" w="996214">
                <a:moveTo>
                  <a:pt x="0" y="0"/>
                </a:moveTo>
                <a:lnTo>
                  <a:pt x="996214" y="0"/>
                </a:lnTo>
                <a:lnTo>
                  <a:pt x="996214" y="1021758"/>
                </a:lnTo>
                <a:lnTo>
                  <a:pt x="0" y="1021758"/>
                </a:lnTo>
                <a:lnTo>
                  <a:pt x="0" y="0"/>
                </a:lnTo>
                <a:close/>
              </a:path>
            </a:pathLst>
          </a:custGeom>
          <a:blipFill rotWithShape="1">
            <a:blip r:embed="rId3">
              <a:alphaModFix/>
            </a:blip>
            <a:stretch>
              <a:fillRect b="0" l="0" r="0" t="0"/>
            </a:stretch>
          </a:blipFill>
          <a:ln>
            <a:noFill/>
          </a:ln>
        </p:spPr>
      </p:sp>
      <p:sp>
        <p:nvSpPr>
          <p:cNvPr id="1827" name="Google Shape;1827;h26f5b0a23d79581a_7_59"/>
          <p:cNvSpPr/>
          <p:nvPr/>
        </p:nvSpPr>
        <p:spPr>
          <a:xfrm>
            <a:off x="9397198" y="4090616"/>
            <a:ext cx="272321" cy="272321"/>
          </a:xfrm>
          <a:custGeom>
            <a:rect b="b" l="l" r="r" t="t"/>
            <a:pathLst>
              <a:path extrusionOk="0" h="272321" w="272321">
                <a:moveTo>
                  <a:pt x="0" y="0"/>
                </a:moveTo>
                <a:lnTo>
                  <a:pt x="272321" y="0"/>
                </a:lnTo>
                <a:lnTo>
                  <a:pt x="272321" y="272321"/>
                </a:lnTo>
                <a:lnTo>
                  <a:pt x="0" y="272321"/>
                </a:lnTo>
                <a:lnTo>
                  <a:pt x="0" y="0"/>
                </a:lnTo>
                <a:close/>
              </a:path>
            </a:pathLst>
          </a:custGeom>
          <a:blipFill rotWithShape="1">
            <a:blip r:embed="rId4">
              <a:alphaModFix/>
            </a:blip>
            <a:stretch>
              <a:fillRect b="0" l="0" r="0" t="0"/>
            </a:stretch>
          </a:blipFill>
          <a:ln>
            <a:noFill/>
          </a:ln>
        </p:spPr>
      </p:sp>
      <p:sp>
        <p:nvSpPr>
          <p:cNvPr id="1828" name="Google Shape;1828;h26f5b0a23d79581a_7_59"/>
          <p:cNvSpPr txBox="1"/>
          <p:nvPr/>
        </p:nvSpPr>
        <p:spPr>
          <a:xfrm>
            <a:off x="2395000" y="893150"/>
            <a:ext cx="13923600" cy="769500"/>
          </a:xfrm>
          <a:prstGeom prst="rect">
            <a:avLst/>
          </a:prstGeom>
          <a:noFill/>
          <a:ln>
            <a:noFill/>
          </a:ln>
        </p:spPr>
        <p:txBody>
          <a:bodyPr anchorCtr="0" anchor="t" bIns="0" lIns="0" spcFirstLastPara="1" rIns="0" wrap="square" tIns="0">
            <a:spAutoFit/>
          </a:bodyPr>
          <a:lstStyle/>
          <a:p>
            <a:pPr indent="0" lvl="0" marL="0" marR="0" rtl="0" algn="l">
              <a:lnSpc>
                <a:spcPct val="192000"/>
              </a:lnSpc>
              <a:spcBef>
                <a:spcPts val="0"/>
              </a:spcBef>
              <a:spcAft>
                <a:spcPts val="0"/>
              </a:spcAft>
              <a:buNone/>
            </a:pPr>
            <a:r>
              <a:rPr b="1" i="0" lang="en-US" sz="5000" u="none" cap="none" strike="noStrike">
                <a:solidFill>
                  <a:srgbClr val="20538B"/>
                </a:solidFill>
                <a:latin typeface="Arial"/>
                <a:ea typeface="Arial"/>
                <a:cs typeface="Arial"/>
                <a:sym typeface="Arial"/>
              </a:rPr>
              <a:t>취약점 분석 및 시나리오</a:t>
            </a:r>
            <a:r>
              <a:rPr b="1" lang="en-US" sz="5000">
                <a:solidFill>
                  <a:srgbClr val="20538B"/>
                </a:solidFill>
              </a:rPr>
              <a:t> </a:t>
            </a:r>
            <a:r>
              <a:rPr b="1" lang="en-US" sz="3500">
                <a:solidFill>
                  <a:srgbClr val="20538B"/>
                </a:solidFill>
              </a:rPr>
              <a:t>- 약한 비밀번호 정책(cont’d)</a:t>
            </a:r>
            <a:endParaRPr b="1" i="0" sz="3500" u="none" cap="none" strike="noStrike">
              <a:solidFill>
                <a:srgbClr val="20538B"/>
              </a:solidFill>
              <a:latin typeface="Arial"/>
              <a:ea typeface="Arial"/>
              <a:cs typeface="Arial"/>
              <a:sym typeface="Arial"/>
            </a:endParaRPr>
          </a:p>
        </p:txBody>
      </p:sp>
      <p:sp>
        <p:nvSpPr>
          <p:cNvPr id="1829" name="Google Shape;1829;h26f5b0a23d79581a_7_59"/>
          <p:cNvSpPr txBox="1"/>
          <p:nvPr/>
        </p:nvSpPr>
        <p:spPr>
          <a:xfrm>
            <a:off x="1437501" y="920715"/>
            <a:ext cx="834600" cy="751200"/>
          </a:xfrm>
          <a:prstGeom prst="rect">
            <a:avLst/>
          </a:prstGeom>
          <a:noFill/>
          <a:ln>
            <a:noFill/>
          </a:ln>
        </p:spPr>
        <p:txBody>
          <a:bodyPr anchorCtr="0" anchor="t" bIns="0" lIns="0" spcFirstLastPara="1" rIns="0" wrap="square" tIns="0">
            <a:spAutoFit/>
          </a:bodyPr>
          <a:lstStyle/>
          <a:p>
            <a:pPr indent="0" lvl="0" marL="0" marR="0" rtl="0" algn="l">
              <a:lnSpc>
                <a:spcPct val="192009"/>
              </a:lnSpc>
              <a:spcBef>
                <a:spcPts val="0"/>
              </a:spcBef>
              <a:spcAft>
                <a:spcPts val="0"/>
              </a:spcAft>
              <a:buNone/>
            </a:pPr>
            <a:r>
              <a:rPr b="1" i="0" lang="en-US" sz="4881" u="none" cap="none" strike="noStrike">
                <a:solidFill>
                  <a:srgbClr val="CBDDEF"/>
                </a:solidFill>
                <a:latin typeface="Arial"/>
                <a:ea typeface="Arial"/>
                <a:cs typeface="Arial"/>
                <a:sym typeface="Arial"/>
              </a:rPr>
              <a:t>0</a:t>
            </a:r>
            <a:r>
              <a:rPr b="1" lang="en-US" sz="4881">
                <a:solidFill>
                  <a:srgbClr val="CBDDEF"/>
                </a:solidFill>
              </a:rPr>
              <a:t>4</a:t>
            </a:r>
            <a:endParaRPr/>
          </a:p>
        </p:txBody>
      </p:sp>
      <p:sp>
        <p:nvSpPr>
          <p:cNvPr id="1830" name="Google Shape;1830;h26f5b0a23d79581a_7_59"/>
          <p:cNvSpPr txBox="1"/>
          <p:nvPr/>
        </p:nvSpPr>
        <p:spPr>
          <a:xfrm>
            <a:off x="9807925" y="4011225"/>
            <a:ext cx="7197600" cy="4311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US" sz="2800">
                <a:solidFill>
                  <a:srgbClr val="20538B"/>
                </a:solidFill>
              </a:rPr>
              <a:t>유추 가능한 비밀번호 진단 주요 함수</a:t>
            </a:r>
            <a:endParaRPr/>
          </a:p>
        </p:txBody>
      </p:sp>
      <p:sp>
        <p:nvSpPr>
          <p:cNvPr id="1831" name="Google Shape;1831;h26f5b0a23d79581a_7_59"/>
          <p:cNvSpPr txBox="1"/>
          <p:nvPr/>
        </p:nvSpPr>
        <p:spPr>
          <a:xfrm>
            <a:off x="9807925" y="4565750"/>
            <a:ext cx="7097100" cy="1637100"/>
          </a:xfrm>
          <a:prstGeom prst="rect">
            <a:avLst/>
          </a:prstGeom>
          <a:noFill/>
          <a:ln>
            <a:noFill/>
          </a:ln>
        </p:spPr>
        <p:txBody>
          <a:bodyPr anchorCtr="0" anchor="t" bIns="0" lIns="0" spcFirstLastPara="1" rIns="0" wrap="square" tIns="0">
            <a:spAutoFit/>
          </a:bodyPr>
          <a:lstStyle/>
          <a:p>
            <a:pPr indent="-349250" lvl="0" marL="457200" marR="0" rtl="0" algn="l">
              <a:lnSpc>
                <a:spcPct val="155000"/>
              </a:lnSpc>
              <a:spcBef>
                <a:spcPts val="0"/>
              </a:spcBef>
              <a:spcAft>
                <a:spcPts val="0"/>
              </a:spcAft>
              <a:buClr>
                <a:srgbClr val="20538B"/>
              </a:buClr>
              <a:buSzPts val="1900"/>
              <a:buChar char="-"/>
            </a:pPr>
            <a:r>
              <a:rPr b="1" lang="en-US" sz="1900">
                <a:solidFill>
                  <a:srgbClr val="20538B"/>
                </a:solidFill>
              </a:rPr>
              <a:t>check_vuln_login()</a:t>
            </a:r>
            <a:endParaRPr b="1" sz="1900">
              <a:solidFill>
                <a:srgbClr val="20538B"/>
              </a:solidFill>
            </a:endParaRPr>
          </a:p>
          <a:p>
            <a:pPr indent="-349250" lvl="1" marL="914400" marR="0" rtl="0" algn="l">
              <a:lnSpc>
                <a:spcPct val="155000"/>
              </a:lnSpc>
              <a:spcBef>
                <a:spcPts val="0"/>
              </a:spcBef>
              <a:spcAft>
                <a:spcPts val="0"/>
              </a:spcAft>
              <a:buClr>
                <a:srgbClr val="20538B"/>
              </a:buClr>
              <a:buSzPts val="1900"/>
              <a:buChar char="-"/>
            </a:pPr>
            <a:r>
              <a:rPr lang="en-US" sz="1900">
                <a:solidFill>
                  <a:srgbClr val="20538B"/>
                </a:solidFill>
              </a:rPr>
              <a:t>default id : student1</a:t>
            </a:r>
            <a:endParaRPr sz="1900">
              <a:solidFill>
                <a:srgbClr val="20538B"/>
              </a:solidFill>
            </a:endParaRPr>
          </a:p>
          <a:p>
            <a:pPr indent="-349250" lvl="1" marL="914400" marR="0" rtl="0" algn="l">
              <a:lnSpc>
                <a:spcPct val="155000"/>
              </a:lnSpc>
              <a:spcBef>
                <a:spcPts val="0"/>
              </a:spcBef>
              <a:spcAft>
                <a:spcPts val="0"/>
              </a:spcAft>
              <a:buClr>
                <a:srgbClr val="20538B"/>
              </a:buClr>
              <a:buSzPts val="1900"/>
              <a:buChar char="-"/>
            </a:pPr>
            <a:r>
              <a:rPr lang="en-US" sz="1900">
                <a:solidFill>
                  <a:srgbClr val="20538B"/>
                </a:solidFill>
              </a:rPr>
              <a:t>패턴을 통해 문자 + 숫자 조합을 생성하여 로그인 시도</a:t>
            </a:r>
            <a:endParaRPr sz="1900">
              <a:solidFill>
                <a:srgbClr val="20538B"/>
              </a:solidFill>
            </a:endParaRPr>
          </a:p>
          <a:p>
            <a:pPr indent="0" lvl="0" marL="0" marR="0" rtl="0" algn="l">
              <a:lnSpc>
                <a:spcPct val="155000"/>
              </a:lnSpc>
              <a:spcBef>
                <a:spcPts val="0"/>
              </a:spcBef>
              <a:spcAft>
                <a:spcPts val="0"/>
              </a:spcAft>
              <a:buNone/>
            </a:pPr>
            <a:r>
              <a:t/>
            </a:r>
            <a:endParaRPr b="0" i="0" sz="1800" u="none" cap="none" strike="noStrike">
              <a:solidFill>
                <a:srgbClr val="94B6DA"/>
              </a:solidFill>
              <a:latin typeface="Arial"/>
              <a:ea typeface="Arial"/>
              <a:cs typeface="Arial"/>
              <a:sym typeface="Arial"/>
            </a:endParaRPr>
          </a:p>
        </p:txBody>
      </p:sp>
      <p:pic>
        <p:nvPicPr>
          <p:cNvPr id="1832" name="Google Shape;1832;h26f5b0a23d79581a_7_59"/>
          <p:cNvPicPr preferRelativeResize="0"/>
          <p:nvPr/>
        </p:nvPicPr>
        <p:blipFill>
          <a:blip r:embed="rId5">
            <a:alphaModFix/>
          </a:blip>
          <a:stretch>
            <a:fillRect/>
          </a:stretch>
        </p:blipFill>
        <p:spPr>
          <a:xfrm>
            <a:off x="1667850" y="4362925"/>
            <a:ext cx="7170706" cy="1561150"/>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6" name="Shape 1836"/>
        <p:cNvGrpSpPr/>
        <p:nvPr/>
      </p:nvGrpSpPr>
      <p:grpSpPr>
        <a:xfrm>
          <a:off x="0" y="0"/>
          <a:ext cx="0" cy="0"/>
          <a:chOff x="0" y="0"/>
          <a:chExt cx="0" cy="0"/>
        </a:xfrm>
      </p:grpSpPr>
      <p:grpSp>
        <p:nvGrpSpPr>
          <p:cNvPr id="1837" name="Google Shape;1837;h32a9095667746e33_4_259"/>
          <p:cNvGrpSpPr/>
          <p:nvPr/>
        </p:nvGrpSpPr>
        <p:grpSpPr>
          <a:xfrm>
            <a:off x="-1081199" y="3274283"/>
            <a:ext cx="20615733" cy="7012716"/>
            <a:chOff x="-99239" y="-86"/>
            <a:chExt cx="27487644" cy="9350288"/>
          </a:xfrm>
        </p:grpSpPr>
        <p:grpSp>
          <p:nvGrpSpPr>
            <p:cNvPr id="1838" name="Google Shape;1838;h32a9095667746e33_4_259"/>
            <p:cNvGrpSpPr/>
            <p:nvPr/>
          </p:nvGrpSpPr>
          <p:grpSpPr>
            <a:xfrm rot="-5400000">
              <a:off x="11107617" y="-11206942"/>
              <a:ext cx="4770761" cy="27184472"/>
              <a:chOff x="0" y="-38100"/>
              <a:chExt cx="1831597" cy="10436700"/>
            </a:xfrm>
          </p:grpSpPr>
          <p:sp>
            <p:nvSpPr>
              <p:cNvPr id="1839" name="Google Shape;1839;h32a9095667746e33_4_259"/>
              <p:cNvSpPr/>
              <p:nvPr/>
            </p:nvSpPr>
            <p:spPr>
              <a:xfrm>
                <a:off x="0" y="0"/>
                <a:ext cx="1831597" cy="10398600"/>
              </a:xfrm>
              <a:custGeom>
                <a:rect b="b" l="l" r="r" t="t"/>
                <a:pathLst>
                  <a:path extrusionOk="0" h="10398600" w="1831597">
                    <a:moveTo>
                      <a:pt x="0" y="0"/>
                    </a:moveTo>
                    <a:lnTo>
                      <a:pt x="1831597" y="0"/>
                    </a:lnTo>
                    <a:lnTo>
                      <a:pt x="1831597" y="10398600"/>
                    </a:lnTo>
                    <a:lnTo>
                      <a:pt x="0" y="10398600"/>
                    </a:lnTo>
                    <a:close/>
                  </a:path>
                </a:pathLst>
              </a:custGeom>
              <a:solidFill>
                <a:srgbClr val="CBDDEF"/>
              </a:solidFill>
              <a:ln>
                <a:noFill/>
              </a:ln>
            </p:spPr>
          </p:sp>
          <p:sp>
            <p:nvSpPr>
              <p:cNvPr id="1840" name="Google Shape;1840;h32a9095667746e33_4_259"/>
              <p:cNvSpPr txBox="1"/>
              <p:nvPr/>
            </p:nvSpPr>
            <p:spPr>
              <a:xfrm>
                <a:off x="0" y="-38100"/>
                <a:ext cx="1831500" cy="10436700"/>
              </a:xfrm>
              <a:prstGeom prst="rect">
                <a:avLst/>
              </a:prstGeom>
              <a:noFill/>
              <a:ln>
                <a:noFill/>
              </a:ln>
            </p:spPr>
            <p:txBody>
              <a:bodyPr anchorCtr="0" anchor="ctr" bIns="27000" lIns="27000" spcFirstLastPara="1" rIns="27000" wrap="square" tIns="27000">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841" name="Google Shape;1841;h32a9095667746e33_4_259"/>
            <p:cNvGrpSpPr/>
            <p:nvPr/>
          </p:nvGrpSpPr>
          <p:grpSpPr>
            <a:xfrm rot="-5400000">
              <a:off x="11637133" y="-6401070"/>
              <a:ext cx="4579844" cy="26922700"/>
              <a:chOff x="0" y="-38100"/>
              <a:chExt cx="1758300" cy="10336200"/>
            </a:xfrm>
          </p:grpSpPr>
          <p:sp>
            <p:nvSpPr>
              <p:cNvPr id="1842" name="Google Shape;1842;h32a9095667746e33_4_259"/>
              <p:cNvSpPr/>
              <p:nvPr/>
            </p:nvSpPr>
            <p:spPr>
              <a:xfrm>
                <a:off x="0" y="0"/>
                <a:ext cx="1758210" cy="10298040"/>
              </a:xfrm>
              <a:custGeom>
                <a:rect b="b" l="l" r="r" t="t"/>
                <a:pathLst>
                  <a:path extrusionOk="0" h="10298040" w="1758210">
                    <a:moveTo>
                      <a:pt x="0" y="0"/>
                    </a:moveTo>
                    <a:lnTo>
                      <a:pt x="1758210" y="0"/>
                    </a:lnTo>
                    <a:lnTo>
                      <a:pt x="1758210" y="10298040"/>
                    </a:lnTo>
                    <a:lnTo>
                      <a:pt x="0" y="10298040"/>
                    </a:lnTo>
                    <a:close/>
                  </a:path>
                </a:pathLst>
              </a:custGeom>
              <a:solidFill>
                <a:srgbClr val="94B6DA"/>
              </a:solidFill>
              <a:ln>
                <a:noFill/>
              </a:ln>
            </p:spPr>
          </p:sp>
          <p:sp>
            <p:nvSpPr>
              <p:cNvPr id="1843" name="Google Shape;1843;h32a9095667746e33_4_259"/>
              <p:cNvSpPr txBox="1"/>
              <p:nvPr/>
            </p:nvSpPr>
            <p:spPr>
              <a:xfrm>
                <a:off x="0" y="-38100"/>
                <a:ext cx="1758300" cy="10336200"/>
              </a:xfrm>
              <a:prstGeom prst="rect">
                <a:avLst/>
              </a:prstGeom>
              <a:noFill/>
              <a:ln>
                <a:noFill/>
              </a:ln>
            </p:spPr>
            <p:txBody>
              <a:bodyPr anchorCtr="0" anchor="ctr" bIns="27000" lIns="27000" spcFirstLastPara="1" rIns="27000" wrap="square" tIns="27000">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grpSp>
        <p:nvGrpSpPr>
          <p:cNvPr id="1844" name="Google Shape;1844;h32a9095667746e33_4_259"/>
          <p:cNvGrpSpPr/>
          <p:nvPr/>
        </p:nvGrpSpPr>
        <p:grpSpPr>
          <a:xfrm>
            <a:off x="731085" y="622850"/>
            <a:ext cx="16825838" cy="9050174"/>
            <a:chOff x="0" y="-108814"/>
            <a:chExt cx="22434451" cy="12066898"/>
          </a:xfrm>
        </p:grpSpPr>
        <p:grpSp>
          <p:nvGrpSpPr>
            <p:cNvPr id="1845" name="Google Shape;1845;h32a9095667746e33_4_259"/>
            <p:cNvGrpSpPr/>
            <p:nvPr/>
          </p:nvGrpSpPr>
          <p:grpSpPr>
            <a:xfrm>
              <a:off x="26537" y="10214891"/>
              <a:ext cx="22386840" cy="1743193"/>
              <a:chOff x="0" y="-47625"/>
              <a:chExt cx="9809754" cy="763855"/>
            </a:xfrm>
          </p:grpSpPr>
          <p:sp>
            <p:nvSpPr>
              <p:cNvPr id="1846" name="Google Shape;1846;h32a9095667746e33_4_259"/>
              <p:cNvSpPr/>
              <p:nvPr/>
            </p:nvSpPr>
            <p:spPr>
              <a:xfrm>
                <a:off x="0" y="0"/>
                <a:ext cx="9809754" cy="716230"/>
              </a:xfrm>
              <a:custGeom>
                <a:rect b="b" l="l" r="r" t="t"/>
                <a:pathLst>
                  <a:path extrusionOk="0" h="716230" w="9809754">
                    <a:moveTo>
                      <a:pt x="0" y="0"/>
                    </a:moveTo>
                    <a:lnTo>
                      <a:pt x="9809754" y="0"/>
                    </a:lnTo>
                    <a:lnTo>
                      <a:pt x="9809754" y="716230"/>
                    </a:lnTo>
                    <a:lnTo>
                      <a:pt x="0" y="716230"/>
                    </a:lnTo>
                    <a:close/>
                  </a:path>
                </a:pathLst>
              </a:custGeom>
              <a:solidFill>
                <a:srgbClr val="20538B"/>
              </a:solidFill>
              <a:ln cap="sq" cmpd="sng" w="38100">
                <a:solidFill>
                  <a:srgbClr val="20538B"/>
                </a:solidFill>
                <a:prstDash val="solid"/>
                <a:miter lim="8000"/>
                <a:headEnd len="sm" w="sm" type="none"/>
                <a:tailEnd len="sm" w="sm" type="none"/>
              </a:ln>
            </p:spPr>
          </p:sp>
          <p:sp>
            <p:nvSpPr>
              <p:cNvPr id="1847" name="Google Shape;1847;h32a9095667746e33_4_259"/>
              <p:cNvSpPr txBox="1"/>
              <p:nvPr/>
            </p:nvSpPr>
            <p:spPr>
              <a:xfrm>
                <a:off x="0" y="-47625"/>
                <a:ext cx="9809700" cy="763800"/>
              </a:xfrm>
              <a:prstGeom prst="rect">
                <a:avLst/>
              </a:prstGeom>
              <a:noFill/>
              <a:ln>
                <a:noFill/>
              </a:ln>
            </p:spPr>
            <p:txBody>
              <a:bodyPr anchorCtr="0" anchor="ctr" bIns="50800" lIns="50800" spcFirstLastPara="1" rIns="50800" wrap="square" tIns="50800">
                <a:noAutofit/>
              </a:bodyPr>
              <a:lstStyle/>
              <a:p>
                <a:pPr indent="0" lvl="0" marL="0" marR="0" rtl="0" algn="ctr">
                  <a:lnSpc>
                    <a:spcPct val="175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848" name="Google Shape;1848;h32a9095667746e33_4_259"/>
            <p:cNvGrpSpPr/>
            <p:nvPr/>
          </p:nvGrpSpPr>
          <p:grpSpPr>
            <a:xfrm>
              <a:off x="0" y="-108814"/>
              <a:ext cx="22434451" cy="11946166"/>
              <a:chOff x="0" y="-47625"/>
              <a:chExt cx="9819000" cy="5228539"/>
            </a:xfrm>
          </p:grpSpPr>
          <p:sp>
            <p:nvSpPr>
              <p:cNvPr id="1849" name="Google Shape;1849;h32a9095667746e33_4_259"/>
              <p:cNvSpPr/>
              <p:nvPr/>
            </p:nvSpPr>
            <p:spPr>
              <a:xfrm>
                <a:off x="0" y="0"/>
                <a:ext cx="9818922" cy="5180914"/>
              </a:xfrm>
              <a:custGeom>
                <a:rect b="b" l="l" r="r" t="t"/>
                <a:pathLst>
                  <a:path extrusionOk="0" h="5180914" w="9818922">
                    <a:moveTo>
                      <a:pt x="0" y="0"/>
                    </a:moveTo>
                    <a:lnTo>
                      <a:pt x="9818922" y="0"/>
                    </a:lnTo>
                    <a:lnTo>
                      <a:pt x="9818922" y="5180914"/>
                    </a:lnTo>
                    <a:lnTo>
                      <a:pt x="0" y="5180914"/>
                    </a:lnTo>
                    <a:close/>
                  </a:path>
                </a:pathLst>
              </a:custGeom>
              <a:solidFill>
                <a:srgbClr val="FFFFFF"/>
              </a:solidFill>
              <a:ln cap="sq" cmpd="sng" w="38100">
                <a:solidFill>
                  <a:srgbClr val="20538B"/>
                </a:solidFill>
                <a:prstDash val="solid"/>
                <a:miter lim="8000"/>
                <a:headEnd len="sm" w="sm" type="none"/>
                <a:tailEnd len="sm" w="sm" type="none"/>
              </a:ln>
            </p:spPr>
          </p:sp>
          <p:sp>
            <p:nvSpPr>
              <p:cNvPr id="1850" name="Google Shape;1850;h32a9095667746e33_4_259"/>
              <p:cNvSpPr txBox="1"/>
              <p:nvPr/>
            </p:nvSpPr>
            <p:spPr>
              <a:xfrm>
                <a:off x="0" y="-47625"/>
                <a:ext cx="9819000" cy="5228400"/>
              </a:xfrm>
              <a:prstGeom prst="rect">
                <a:avLst/>
              </a:prstGeom>
              <a:noFill/>
              <a:ln>
                <a:noFill/>
              </a:ln>
            </p:spPr>
            <p:txBody>
              <a:bodyPr anchorCtr="0" anchor="ctr" bIns="50800" lIns="50800" spcFirstLastPara="1" rIns="50800" wrap="square" tIns="50800">
                <a:noAutofit/>
              </a:bodyPr>
              <a:lstStyle/>
              <a:p>
                <a:pPr indent="0" lvl="0" marL="0" marR="0" rtl="0" algn="ctr">
                  <a:lnSpc>
                    <a:spcPct val="175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grpSp>
        <p:nvGrpSpPr>
          <p:cNvPr id="1851" name="Google Shape;1851;h32a9095667746e33_4_259"/>
          <p:cNvGrpSpPr/>
          <p:nvPr/>
        </p:nvGrpSpPr>
        <p:grpSpPr>
          <a:xfrm>
            <a:off x="763743" y="662704"/>
            <a:ext cx="16759942" cy="1561150"/>
            <a:chOff x="0" y="-38100"/>
            <a:chExt cx="8581200" cy="799319"/>
          </a:xfrm>
        </p:grpSpPr>
        <p:sp>
          <p:nvSpPr>
            <p:cNvPr id="1852" name="Google Shape;1852;h32a9095667746e33_4_259"/>
            <p:cNvSpPr/>
            <p:nvPr/>
          </p:nvSpPr>
          <p:spPr>
            <a:xfrm>
              <a:off x="0" y="0"/>
              <a:ext cx="8581180" cy="761219"/>
            </a:xfrm>
            <a:custGeom>
              <a:rect b="b" l="l" r="r" t="t"/>
              <a:pathLst>
                <a:path extrusionOk="0" h="761219" w="8581180">
                  <a:moveTo>
                    <a:pt x="0" y="0"/>
                  </a:moveTo>
                  <a:lnTo>
                    <a:pt x="8581180" y="0"/>
                  </a:lnTo>
                  <a:lnTo>
                    <a:pt x="8581180" y="761219"/>
                  </a:lnTo>
                  <a:lnTo>
                    <a:pt x="0" y="761219"/>
                  </a:lnTo>
                  <a:close/>
                </a:path>
              </a:pathLst>
            </a:custGeom>
            <a:solidFill>
              <a:srgbClr val="EEF6FF"/>
            </a:solidFill>
            <a:ln cap="sq" cmpd="sng" w="9525">
              <a:solidFill>
                <a:srgbClr val="20538B"/>
              </a:solidFill>
              <a:prstDash val="solid"/>
              <a:miter lim="8000"/>
              <a:headEnd len="sm" w="sm" type="none"/>
              <a:tailEnd len="sm" w="sm" type="none"/>
            </a:ln>
          </p:spPr>
        </p:sp>
        <p:sp>
          <p:nvSpPr>
            <p:cNvPr id="1853" name="Google Shape;1853;h32a9095667746e33_4_259"/>
            <p:cNvSpPr txBox="1"/>
            <p:nvPr/>
          </p:nvSpPr>
          <p:spPr>
            <a:xfrm>
              <a:off x="0" y="-38100"/>
              <a:ext cx="8581200" cy="799200"/>
            </a:xfrm>
            <a:prstGeom prst="rect">
              <a:avLst/>
            </a:prstGeom>
            <a:noFill/>
            <a:ln>
              <a:noFill/>
            </a:ln>
          </p:spPr>
          <p:txBody>
            <a:bodyPr anchorCtr="0" anchor="ctr" bIns="39175" lIns="39175" spcFirstLastPara="1" rIns="39175" wrap="square" tIns="39175">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854" name="Google Shape;1854;h32a9095667746e33_4_259"/>
          <p:cNvSpPr/>
          <p:nvPr/>
        </p:nvSpPr>
        <p:spPr>
          <a:xfrm>
            <a:off x="15531691" y="160918"/>
            <a:ext cx="996214" cy="1021758"/>
          </a:xfrm>
          <a:custGeom>
            <a:rect b="b" l="l" r="r" t="t"/>
            <a:pathLst>
              <a:path extrusionOk="0" h="1021758" w="996214">
                <a:moveTo>
                  <a:pt x="0" y="0"/>
                </a:moveTo>
                <a:lnTo>
                  <a:pt x="996214" y="0"/>
                </a:lnTo>
                <a:lnTo>
                  <a:pt x="996214" y="1021758"/>
                </a:lnTo>
                <a:lnTo>
                  <a:pt x="0" y="1021758"/>
                </a:lnTo>
                <a:lnTo>
                  <a:pt x="0" y="0"/>
                </a:lnTo>
                <a:close/>
              </a:path>
            </a:pathLst>
          </a:custGeom>
          <a:blipFill rotWithShape="1">
            <a:blip r:embed="rId3">
              <a:alphaModFix/>
            </a:blip>
            <a:stretch>
              <a:fillRect b="0" l="0" r="0" t="0"/>
            </a:stretch>
          </a:blipFill>
          <a:ln>
            <a:noFill/>
          </a:ln>
        </p:spPr>
      </p:sp>
      <p:sp>
        <p:nvSpPr>
          <p:cNvPr id="1855" name="Google Shape;1855;h32a9095667746e33_4_259"/>
          <p:cNvSpPr/>
          <p:nvPr/>
        </p:nvSpPr>
        <p:spPr>
          <a:xfrm>
            <a:off x="9413948" y="4817216"/>
            <a:ext cx="272321" cy="272321"/>
          </a:xfrm>
          <a:custGeom>
            <a:rect b="b" l="l" r="r" t="t"/>
            <a:pathLst>
              <a:path extrusionOk="0" h="272321" w="272321">
                <a:moveTo>
                  <a:pt x="0" y="0"/>
                </a:moveTo>
                <a:lnTo>
                  <a:pt x="272321" y="0"/>
                </a:lnTo>
                <a:lnTo>
                  <a:pt x="272321" y="272321"/>
                </a:lnTo>
                <a:lnTo>
                  <a:pt x="0" y="272321"/>
                </a:lnTo>
                <a:lnTo>
                  <a:pt x="0" y="0"/>
                </a:lnTo>
                <a:close/>
              </a:path>
            </a:pathLst>
          </a:custGeom>
          <a:blipFill rotWithShape="1">
            <a:blip r:embed="rId4">
              <a:alphaModFix/>
            </a:blip>
            <a:stretch>
              <a:fillRect b="0" l="0" r="0" t="0"/>
            </a:stretch>
          </a:blipFill>
          <a:ln>
            <a:noFill/>
          </a:ln>
        </p:spPr>
      </p:sp>
      <p:sp>
        <p:nvSpPr>
          <p:cNvPr id="1856" name="Google Shape;1856;h32a9095667746e33_4_259"/>
          <p:cNvSpPr txBox="1"/>
          <p:nvPr/>
        </p:nvSpPr>
        <p:spPr>
          <a:xfrm>
            <a:off x="2395000" y="893150"/>
            <a:ext cx="13923600" cy="769500"/>
          </a:xfrm>
          <a:prstGeom prst="rect">
            <a:avLst/>
          </a:prstGeom>
          <a:noFill/>
          <a:ln>
            <a:noFill/>
          </a:ln>
        </p:spPr>
        <p:txBody>
          <a:bodyPr anchorCtr="0" anchor="t" bIns="0" lIns="0" spcFirstLastPara="1" rIns="0" wrap="square" tIns="0">
            <a:spAutoFit/>
          </a:bodyPr>
          <a:lstStyle/>
          <a:p>
            <a:pPr indent="0" lvl="0" marL="0" marR="0" rtl="0" algn="l">
              <a:lnSpc>
                <a:spcPct val="192000"/>
              </a:lnSpc>
              <a:spcBef>
                <a:spcPts val="0"/>
              </a:spcBef>
              <a:spcAft>
                <a:spcPts val="0"/>
              </a:spcAft>
              <a:buNone/>
            </a:pPr>
            <a:r>
              <a:rPr b="1" i="0" lang="en-US" sz="5000" u="none" cap="none" strike="noStrike">
                <a:solidFill>
                  <a:srgbClr val="20538B"/>
                </a:solidFill>
                <a:latin typeface="Arial"/>
                <a:ea typeface="Arial"/>
                <a:cs typeface="Arial"/>
                <a:sym typeface="Arial"/>
              </a:rPr>
              <a:t>취약점 분석 및 시나리오</a:t>
            </a:r>
            <a:r>
              <a:rPr b="1" lang="en-US" sz="5000">
                <a:solidFill>
                  <a:srgbClr val="20538B"/>
                </a:solidFill>
              </a:rPr>
              <a:t> </a:t>
            </a:r>
            <a:r>
              <a:rPr b="1" lang="en-US" sz="3500">
                <a:solidFill>
                  <a:srgbClr val="20538B"/>
                </a:solidFill>
              </a:rPr>
              <a:t>- 약한 비밀번호 정책(cont’d)</a:t>
            </a:r>
            <a:endParaRPr b="1" i="0" sz="3500" u="none" cap="none" strike="noStrike">
              <a:solidFill>
                <a:srgbClr val="20538B"/>
              </a:solidFill>
              <a:latin typeface="Arial"/>
              <a:ea typeface="Arial"/>
              <a:cs typeface="Arial"/>
              <a:sym typeface="Arial"/>
            </a:endParaRPr>
          </a:p>
        </p:txBody>
      </p:sp>
      <p:sp>
        <p:nvSpPr>
          <p:cNvPr id="1857" name="Google Shape;1857;h32a9095667746e33_4_259"/>
          <p:cNvSpPr txBox="1"/>
          <p:nvPr/>
        </p:nvSpPr>
        <p:spPr>
          <a:xfrm>
            <a:off x="1437501" y="920715"/>
            <a:ext cx="834600" cy="751200"/>
          </a:xfrm>
          <a:prstGeom prst="rect">
            <a:avLst/>
          </a:prstGeom>
          <a:noFill/>
          <a:ln>
            <a:noFill/>
          </a:ln>
        </p:spPr>
        <p:txBody>
          <a:bodyPr anchorCtr="0" anchor="t" bIns="0" lIns="0" spcFirstLastPara="1" rIns="0" wrap="square" tIns="0">
            <a:spAutoFit/>
          </a:bodyPr>
          <a:lstStyle/>
          <a:p>
            <a:pPr indent="0" lvl="0" marL="0" marR="0" rtl="0" algn="l">
              <a:lnSpc>
                <a:spcPct val="192009"/>
              </a:lnSpc>
              <a:spcBef>
                <a:spcPts val="0"/>
              </a:spcBef>
              <a:spcAft>
                <a:spcPts val="0"/>
              </a:spcAft>
              <a:buNone/>
            </a:pPr>
            <a:r>
              <a:rPr b="1" i="0" lang="en-US" sz="4881" u="none" cap="none" strike="noStrike">
                <a:solidFill>
                  <a:srgbClr val="CBDDEF"/>
                </a:solidFill>
                <a:latin typeface="Arial"/>
                <a:ea typeface="Arial"/>
                <a:cs typeface="Arial"/>
                <a:sym typeface="Arial"/>
              </a:rPr>
              <a:t>0</a:t>
            </a:r>
            <a:r>
              <a:rPr b="1" lang="en-US" sz="4881">
                <a:solidFill>
                  <a:srgbClr val="CBDDEF"/>
                </a:solidFill>
              </a:rPr>
              <a:t>4</a:t>
            </a:r>
            <a:endParaRPr/>
          </a:p>
        </p:txBody>
      </p:sp>
      <p:sp>
        <p:nvSpPr>
          <p:cNvPr id="1858" name="Google Shape;1858;h32a9095667746e33_4_259"/>
          <p:cNvSpPr txBox="1"/>
          <p:nvPr/>
        </p:nvSpPr>
        <p:spPr>
          <a:xfrm>
            <a:off x="9841400" y="4737825"/>
            <a:ext cx="7197600" cy="4311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US" sz="2800">
                <a:solidFill>
                  <a:srgbClr val="20538B"/>
                </a:solidFill>
              </a:rPr>
              <a:t>점검 항목 2. </a:t>
            </a:r>
            <a:r>
              <a:rPr b="1" lang="en-US" sz="2800">
                <a:solidFill>
                  <a:srgbClr val="20538B"/>
                </a:solidFill>
              </a:rPr>
              <a:t>비밀번호 정책 복잡성</a:t>
            </a:r>
            <a:endParaRPr/>
          </a:p>
        </p:txBody>
      </p:sp>
      <p:sp>
        <p:nvSpPr>
          <p:cNvPr id="1859" name="Google Shape;1859;h32a9095667746e33_4_259"/>
          <p:cNvSpPr txBox="1"/>
          <p:nvPr/>
        </p:nvSpPr>
        <p:spPr>
          <a:xfrm>
            <a:off x="9891650" y="5420225"/>
            <a:ext cx="7097100" cy="2543700"/>
          </a:xfrm>
          <a:prstGeom prst="rect">
            <a:avLst/>
          </a:prstGeom>
          <a:noFill/>
          <a:ln>
            <a:noFill/>
          </a:ln>
        </p:spPr>
        <p:txBody>
          <a:bodyPr anchorCtr="0" anchor="t" bIns="0" lIns="0" spcFirstLastPara="1" rIns="0" wrap="square" tIns="0">
            <a:spAutoFit/>
          </a:bodyPr>
          <a:lstStyle/>
          <a:p>
            <a:pPr indent="-349250" lvl="0" marL="457200" marR="0" rtl="0" algn="l">
              <a:lnSpc>
                <a:spcPct val="155000"/>
              </a:lnSpc>
              <a:spcBef>
                <a:spcPts val="0"/>
              </a:spcBef>
              <a:spcAft>
                <a:spcPts val="0"/>
              </a:spcAft>
              <a:buClr>
                <a:srgbClr val="20538B"/>
              </a:buClr>
              <a:buSzPts val="1900"/>
              <a:buChar char="-"/>
            </a:pPr>
            <a:r>
              <a:rPr lang="en-US" sz="1900">
                <a:solidFill>
                  <a:srgbClr val="20538B"/>
                </a:solidFill>
              </a:rPr>
              <a:t>회원가입 형식 자동 기입</a:t>
            </a:r>
            <a:endParaRPr sz="1900">
              <a:solidFill>
                <a:srgbClr val="20538B"/>
              </a:solidFill>
            </a:endParaRPr>
          </a:p>
          <a:p>
            <a:pPr indent="-349250" lvl="1" marL="914400" marR="0" rtl="0" algn="l">
              <a:lnSpc>
                <a:spcPct val="155000"/>
              </a:lnSpc>
              <a:spcBef>
                <a:spcPts val="0"/>
              </a:spcBef>
              <a:spcAft>
                <a:spcPts val="0"/>
              </a:spcAft>
              <a:buClr>
                <a:srgbClr val="20538B"/>
              </a:buClr>
              <a:buSzPts val="1900"/>
              <a:buChar char="-"/>
            </a:pPr>
            <a:r>
              <a:rPr lang="en-US" sz="1900">
                <a:solidFill>
                  <a:srgbClr val="20538B"/>
                </a:solidFill>
              </a:rPr>
              <a:t>username : testuser + (랜덤값)</a:t>
            </a:r>
            <a:endParaRPr sz="1900">
              <a:solidFill>
                <a:srgbClr val="20538B"/>
              </a:solidFill>
            </a:endParaRPr>
          </a:p>
          <a:p>
            <a:pPr indent="-349250" lvl="1" marL="914400" marR="0" rtl="0" algn="l">
              <a:lnSpc>
                <a:spcPct val="155000"/>
              </a:lnSpc>
              <a:spcBef>
                <a:spcPts val="0"/>
              </a:spcBef>
              <a:spcAft>
                <a:spcPts val="0"/>
              </a:spcAft>
              <a:buClr>
                <a:srgbClr val="20538B"/>
              </a:buClr>
              <a:buSzPts val="1900"/>
              <a:buChar char="-"/>
            </a:pPr>
            <a:r>
              <a:rPr lang="en-US" sz="1900">
                <a:solidFill>
                  <a:srgbClr val="20538B"/>
                </a:solidFill>
              </a:rPr>
              <a:t>비밀번호 : 1234</a:t>
            </a:r>
            <a:endParaRPr sz="1900">
              <a:solidFill>
                <a:srgbClr val="20538B"/>
              </a:solidFill>
            </a:endParaRPr>
          </a:p>
          <a:p>
            <a:pPr indent="-349250" lvl="0" marL="457200" marR="0" rtl="0" algn="l">
              <a:lnSpc>
                <a:spcPct val="155000"/>
              </a:lnSpc>
              <a:spcBef>
                <a:spcPts val="0"/>
              </a:spcBef>
              <a:spcAft>
                <a:spcPts val="0"/>
              </a:spcAft>
              <a:buClr>
                <a:srgbClr val="20538B"/>
              </a:buClr>
              <a:buSzPts val="1900"/>
              <a:buChar char="-"/>
            </a:pPr>
            <a:r>
              <a:rPr lang="en-US" sz="1900">
                <a:solidFill>
                  <a:srgbClr val="20538B"/>
                </a:solidFill>
              </a:rPr>
              <a:t>회원가입 시도</a:t>
            </a:r>
            <a:endParaRPr sz="1900">
              <a:solidFill>
                <a:srgbClr val="20538B"/>
              </a:solidFill>
            </a:endParaRPr>
          </a:p>
          <a:p>
            <a:pPr indent="-349250" lvl="0" marL="457200" marR="0" rtl="0" algn="l">
              <a:lnSpc>
                <a:spcPct val="155000"/>
              </a:lnSpc>
              <a:spcBef>
                <a:spcPts val="0"/>
              </a:spcBef>
              <a:spcAft>
                <a:spcPts val="0"/>
              </a:spcAft>
              <a:buClr>
                <a:srgbClr val="20538B"/>
              </a:buClr>
              <a:buSzPts val="1900"/>
              <a:buChar char="-"/>
            </a:pPr>
            <a:r>
              <a:rPr lang="en-US" sz="1900">
                <a:solidFill>
                  <a:srgbClr val="20538B"/>
                </a:solidFill>
              </a:rPr>
              <a:t>회원가입 성공 시 취약</a:t>
            </a:r>
            <a:endParaRPr sz="1900">
              <a:solidFill>
                <a:srgbClr val="20538B"/>
              </a:solidFill>
            </a:endParaRPr>
          </a:p>
          <a:p>
            <a:pPr indent="0" lvl="0" marL="0" marR="0" rtl="0" algn="l">
              <a:lnSpc>
                <a:spcPct val="155000"/>
              </a:lnSpc>
              <a:spcBef>
                <a:spcPts val="0"/>
              </a:spcBef>
              <a:spcAft>
                <a:spcPts val="0"/>
              </a:spcAft>
              <a:buNone/>
            </a:pPr>
            <a:r>
              <a:t/>
            </a:r>
            <a:endParaRPr b="0" i="0" sz="1800" u="none" cap="none" strike="noStrike">
              <a:solidFill>
                <a:srgbClr val="94B6DA"/>
              </a:solidFill>
              <a:latin typeface="Arial"/>
              <a:ea typeface="Arial"/>
              <a:cs typeface="Arial"/>
              <a:sym typeface="Arial"/>
            </a:endParaRPr>
          </a:p>
        </p:txBody>
      </p:sp>
      <p:pic>
        <p:nvPicPr>
          <p:cNvPr id="1860" name="Google Shape;1860;h32a9095667746e33_4_259"/>
          <p:cNvPicPr preferRelativeResize="0"/>
          <p:nvPr/>
        </p:nvPicPr>
        <p:blipFill>
          <a:blip r:embed="rId5">
            <a:alphaModFix/>
          </a:blip>
          <a:stretch>
            <a:fillRect/>
          </a:stretch>
        </p:blipFill>
        <p:spPr>
          <a:xfrm>
            <a:off x="3227075" y="2505600"/>
            <a:ext cx="4332350" cy="6870325"/>
          </a:xfrm>
          <a:prstGeom prst="rect">
            <a:avLst/>
          </a:prstGeom>
          <a:noFill/>
          <a:ln>
            <a:noFill/>
          </a:ln>
        </p:spPr>
      </p:pic>
      <p:sp>
        <p:nvSpPr>
          <p:cNvPr id="1861" name="Google Shape;1861;h32a9095667746e33_4_259"/>
          <p:cNvSpPr/>
          <p:nvPr/>
        </p:nvSpPr>
        <p:spPr>
          <a:xfrm>
            <a:off x="3149775" y="2513100"/>
            <a:ext cx="4557000" cy="7012800"/>
          </a:xfrm>
          <a:prstGeom prst="rect">
            <a:avLst/>
          </a:prstGeom>
          <a:noFill/>
          <a:ln cap="flat" cmpd="sng" w="9525">
            <a:solidFill>
              <a:srgbClr val="20538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20538B"/>
              </a:solidFill>
              <a:latin typeface="Calibri"/>
              <a:ea typeface="Calibri"/>
              <a:cs typeface="Calibri"/>
              <a:sym typeface="Calibri"/>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5" name="Shape 1865"/>
        <p:cNvGrpSpPr/>
        <p:nvPr/>
      </p:nvGrpSpPr>
      <p:grpSpPr>
        <a:xfrm>
          <a:off x="0" y="0"/>
          <a:ext cx="0" cy="0"/>
          <a:chOff x="0" y="0"/>
          <a:chExt cx="0" cy="0"/>
        </a:xfrm>
      </p:grpSpPr>
      <p:grpSp>
        <p:nvGrpSpPr>
          <p:cNvPr id="1866" name="Google Shape;1866;h32a9095667746e33_4_289"/>
          <p:cNvGrpSpPr/>
          <p:nvPr/>
        </p:nvGrpSpPr>
        <p:grpSpPr>
          <a:xfrm>
            <a:off x="-1081199" y="3274283"/>
            <a:ext cx="20615733" cy="7012716"/>
            <a:chOff x="-99239" y="-86"/>
            <a:chExt cx="27487644" cy="9350288"/>
          </a:xfrm>
        </p:grpSpPr>
        <p:grpSp>
          <p:nvGrpSpPr>
            <p:cNvPr id="1867" name="Google Shape;1867;h32a9095667746e33_4_289"/>
            <p:cNvGrpSpPr/>
            <p:nvPr/>
          </p:nvGrpSpPr>
          <p:grpSpPr>
            <a:xfrm rot="-5400000">
              <a:off x="11107617" y="-11206942"/>
              <a:ext cx="4770761" cy="27184472"/>
              <a:chOff x="0" y="-38100"/>
              <a:chExt cx="1831597" cy="10436700"/>
            </a:xfrm>
          </p:grpSpPr>
          <p:sp>
            <p:nvSpPr>
              <p:cNvPr id="1868" name="Google Shape;1868;h32a9095667746e33_4_289"/>
              <p:cNvSpPr/>
              <p:nvPr/>
            </p:nvSpPr>
            <p:spPr>
              <a:xfrm>
                <a:off x="0" y="0"/>
                <a:ext cx="1831597" cy="10398600"/>
              </a:xfrm>
              <a:custGeom>
                <a:rect b="b" l="l" r="r" t="t"/>
                <a:pathLst>
                  <a:path extrusionOk="0" h="10398600" w="1831597">
                    <a:moveTo>
                      <a:pt x="0" y="0"/>
                    </a:moveTo>
                    <a:lnTo>
                      <a:pt x="1831597" y="0"/>
                    </a:lnTo>
                    <a:lnTo>
                      <a:pt x="1831597" y="10398600"/>
                    </a:lnTo>
                    <a:lnTo>
                      <a:pt x="0" y="10398600"/>
                    </a:lnTo>
                    <a:close/>
                  </a:path>
                </a:pathLst>
              </a:custGeom>
              <a:solidFill>
                <a:srgbClr val="CBDDEF"/>
              </a:solidFill>
              <a:ln>
                <a:noFill/>
              </a:ln>
            </p:spPr>
          </p:sp>
          <p:sp>
            <p:nvSpPr>
              <p:cNvPr id="1869" name="Google Shape;1869;h32a9095667746e33_4_289"/>
              <p:cNvSpPr txBox="1"/>
              <p:nvPr/>
            </p:nvSpPr>
            <p:spPr>
              <a:xfrm>
                <a:off x="0" y="-38100"/>
                <a:ext cx="1831500" cy="10436700"/>
              </a:xfrm>
              <a:prstGeom prst="rect">
                <a:avLst/>
              </a:prstGeom>
              <a:noFill/>
              <a:ln>
                <a:noFill/>
              </a:ln>
            </p:spPr>
            <p:txBody>
              <a:bodyPr anchorCtr="0" anchor="ctr" bIns="27000" lIns="27000" spcFirstLastPara="1" rIns="27000" wrap="square" tIns="27000">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870" name="Google Shape;1870;h32a9095667746e33_4_289"/>
            <p:cNvGrpSpPr/>
            <p:nvPr/>
          </p:nvGrpSpPr>
          <p:grpSpPr>
            <a:xfrm rot="-5400000">
              <a:off x="11637133" y="-6401070"/>
              <a:ext cx="4579844" cy="26922700"/>
              <a:chOff x="0" y="-38100"/>
              <a:chExt cx="1758300" cy="10336200"/>
            </a:xfrm>
          </p:grpSpPr>
          <p:sp>
            <p:nvSpPr>
              <p:cNvPr id="1871" name="Google Shape;1871;h32a9095667746e33_4_289"/>
              <p:cNvSpPr/>
              <p:nvPr/>
            </p:nvSpPr>
            <p:spPr>
              <a:xfrm>
                <a:off x="0" y="0"/>
                <a:ext cx="1758210" cy="10298040"/>
              </a:xfrm>
              <a:custGeom>
                <a:rect b="b" l="l" r="r" t="t"/>
                <a:pathLst>
                  <a:path extrusionOk="0" h="10298040" w="1758210">
                    <a:moveTo>
                      <a:pt x="0" y="0"/>
                    </a:moveTo>
                    <a:lnTo>
                      <a:pt x="1758210" y="0"/>
                    </a:lnTo>
                    <a:lnTo>
                      <a:pt x="1758210" y="10298040"/>
                    </a:lnTo>
                    <a:lnTo>
                      <a:pt x="0" y="10298040"/>
                    </a:lnTo>
                    <a:close/>
                  </a:path>
                </a:pathLst>
              </a:custGeom>
              <a:solidFill>
                <a:srgbClr val="94B6DA"/>
              </a:solidFill>
              <a:ln>
                <a:noFill/>
              </a:ln>
            </p:spPr>
          </p:sp>
          <p:sp>
            <p:nvSpPr>
              <p:cNvPr id="1872" name="Google Shape;1872;h32a9095667746e33_4_289"/>
              <p:cNvSpPr txBox="1"/>
              <p:nvPr/>
            </p:nvSpPr>
            <p:spPr>
              <a:xfrm>
                <a:off x="0" y="-38100"/>
                <a:ext cx="1758300" cy="10336200"/>
              </a:xfrm>
              <a:prstGeom prst="rect">
                <a:avLst/>
              </a:prstGeom>
              <a:noFill/>
              <a:ln>
                <a:noFill/>
              </a:ln>
            </p:spPr>
            <p:txBody>
              <a:bodyPr anchorCtr="0" anchor="ctr" bIns="27000" lIns="27000" spcFirstLastPara="1" rIns="27000" wrap="square" tIns="27000">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grpSp>
        <p:nvGrpSpPr>
          <p:cNvPr id="1873" name="Google Shape;1873;h32a9095667746e33_4_289"/>
          <p:cNvGrpSpPr/>
          <p:nvPr/>
        </p:nvGrpSpPr>
        <p:grpSpPr>
          <a:xfrm>
            <a:off x="731085" y="622850"/>
            <a:ext cx="16825838" cy="9050174"/>
            <a:chOff x="0" y="-108814"/>
            <a:chExt cx="22434451" cy="12066898"/>
          </a:xfrm>
        </p:grpSpPr>
        <p:grpSp>
          <p:nvGrpSpPr>
            <p:cNvPr id="1874" name="Google Shape;1874;h32a9095667746e33_4_289"/>
            <p:cNvGrpSpPr/>
            <p:nvPr/>
          </p:nvGrpSpPr>
          <p:grpSpPr>
            <a:xfrm>
              <a:off x="26537" y="10214891"/>
              <a:ext cx="22386840" cy="1743193"/>
              <a:chOff x="0" y="-47625"/>
              <a:chExt cx="9809754" cy="763855"/>
            </a:xfrm>
          </p:grpSpPr>
          <p:sp>
            <p:nvSpPr>
              <p:cNvPr id="1875" name="Google Shape;1875;h32a9095667746e33_4_289"/>
              <p:cNvSpPr/>
              <p:nvPr/>
            </p:nvSpPr>
            <p:spPr>
              <a:xfrm>
                <a:off x="0" y="0"/>
                <a:ext cx="9809754" cy="716230"/>
              </a:xfrm>
              <a:custGeom>
                <a:rect b="b" l="l" r="r" t="t"/>
                <a:pathLst>
                  <a:path extrusionOk="0" h="716230" w="9809754">
                    <a:moveTo>
                      <a:pt x="0" y="0"/>
                    </a:moveTo>
                    <a:lnTo>
                      <a:pt x="9809754" y="0"/>
                    </a:lnTo>
                    <a:lnTo>
                      <a:pt x="9809754" y="716230"/>
                    </a:lnTo>
                    <a:lnTo>
                      <a:pt x="0" y="716230"/>
                    </a:lnTo>
                    <a:close/>
                  </a:path>
                </a:pathLst>
              </a:custGeom>
              <a:solidFill>
                <a:srgbClr val="20538B"/>
              </a:solidFill>
              <a:ln cap="sq" cmpd="sng" w="38100">
                <a:solidFill>
                  <a:srgbClr val="20538B"/>
                </a:solidFill>
                <a:prstDash val="solid"/>
                <a:miter lim="8000"/>
                <a:headEnd len="sm" w="sm" type="none"/>
                <a:tailEnd len="sm" w="sm" type="none"/>
              </a:ln>
            </p:spPr>
          </p:sp>
          <p:sp>
            <p:nvSpPr>
              <p:cNvPr id="1876" name="Google Shape;1876;h32a9095667746e33_4_289"/>
              <p:cNvSpPr txBox="1"/>
              <p:nvPr/>
            </p:nvSpPr>
            <p:spPr>
              <a:xfrm>
                <a:off x="0" y="-47625"/>
                <a:ext cx="9809700" cy="763800"/>
              </a:xfrm>
              <a:prstGeom prst="rect">
                <a:avLst/>
              </a:prstGeom>
              <a:noFill/>
              <a:ln>
                <a:noFill/>
              </a:ln>
            </p:spPr>
            <p:txBody>
              <a:bodyPr anchorCtr="0" anchor="ctr" bIns="50800" lIns="50800" spcFirstLastPara="1" rIns="50800" wrap="square" tIns="50800">
                <a:noAutofit/>
              </a:bodyPr>
              <a:lstStyle/>
              <a:p>
                <a:pPr indent="0" lvl="0" marL="0" marR="0" rtl="0" algn="ctr">
                  <a:lnSpc>
                    <a:spcPct val="175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877" name="Google Shape;1877;h32a9095667746e33_4_289"/>
            <p:cNvGrpSpPr/>
            <p:nvPr/>
          </p:nvGrpSpPr>
          <p:grpSpPr>
            <a:xfrm>
              <a:off x="0" y="-108814"/>
              <a:ext cx="22434451" cy="11946166"/>
              <a:chOff x="0" y="-47625"/>
              <a:chExt cx="9819000" cy="5228539"/>
            </a:xfrm>
          </p:grpSpPr>
          <p:sp>
            <p:nvSpPr>
              <p:cNvPr id="1878" name="Google Shape;1878;h32a9095667746e33_4_289"/>
              <p:cNvSpPr/>
              <p:nvPr/>
            </p:nvSpPr>
            <p:spPr>
              <a:xfrm>
                <a:off x="0" y="0"/>
                <a:ext cx="9818922" cy="5180914"/>
              </a:xfrm>
              <a:custGeom>
                <a:rect b="b" l="l" r="r" t="t"/>
                <a:pathLst>
                  <a:path extrusionOk="0" h="5180914" w="9818922">
                    <a:moveTo>
                      <a:pt x="0" y="0"/>
                    </a:moveTo>
                    <a:lnTo>
                      <a:pt x="9818922" y="0"/>
                    </a:lnTo>
                    <a:lnTo>
                      <a:pt x="9818922" y="5180914"/>
                    </a:lnTo>
                    <a:lnTo>
                      <a:pt x="0" y="5180914"/>
                    </a:lnTo>
                    <a:close/>
                  </a:path>
                </a:pathLst>
              </a:custGeom>
              <a:solidFill>
                <a:srgbClr val="FFFFFF"/>
              </a:solidFill>
              <a:ln cap="sq" cmpd="sng" w="38100">
                <a:solidFill>
                  <a:srgbClr val="20538B"/>
                </a:solidFill>
                <a:prstDash val="solid"/>
                <a:miter lim="8000"/>
                <a:headEnd len="sm" w="sm" type="none"/>
                <a:tailEnd len="sm" w="sm" type="none"/>
              </a:ln>
            </p:spPr>
          </p:sp>
          <p:sp>
            <p:nvSpPr>
              <p:cNvPr id="1879" name="Google Shape;1879;h32a9095667746e33_4_289"/>
              <p:cNvSpPr txBox="1"/>
              <p:nvPr/>
            </p:nvSpPr>
            <p:spPr>
              <a:xfrm>
                <a:off x="0" y="-47625"/>
                <a:ext cx="9819000" cy="5228400"/>
              </a:xfrm>
              <a:prstGeom prst="rect">
                <a:avLst/>
              </a:prstGeom>
              <a:noFill/>
              <a:ln>
                <a:noFill/>
              </a:ln>
            </p:spPr>
            <p:txBody>
              <a:bodyPr anchorCtr="0" anchor="ctr" bIns="50800" lIns="50800" spcFirstLastPara="1" rIns="50800" wrap="square" tIns="50800">
                <a:noAutofit/>
              </a:bodyPr>
              <a:lstStyle/>
              <a:p>
                <a:pPr indent="0" lvl="0" marL="0" marR="0" rtl="0" algn="ctr">
                  <a:lnSpc>
                    <a:spcPct val="175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grpSp>
        <p:nvGrpSpPr>
          <p:cNvPr id="1880" name="Google Shape;1880;h32a9095667746e33_4_289"/>
          <p:cNvGrpSpPr/>
          <p:nvPr/>
        </p:nvGrpSpPr>
        <p:grpSpPr>
          <a:xfrm>
            <a:off x="763743" y="662704"/>
            <a:ext cx="16759942" cy="1561150"/>
            <a:chOff x="0" y="-38100"/>
            <a:chExt cx="8581200" cy="799319"/>
          </a:xfrm>
        </p:grpSpPr>
        <p:sp>
          <p:nvSpPr>
            <p:cNvPr id="1881" name="Google Shape;1881;h32a9095667746e33_4_289"/>
            <p:cNvSpPr/>
            <p:nvPr/>
          </p:nvSpPr>
          <p:spPr>
            <a:xfrm>
              <a:off x="0" y="0"/>
              <a:ext cx="8581180" cy="761219"/>
            </a:xfrm>
            <a:custGeom>
              <a:rect b="b" l="l" r="r" t="t"/>
              <a:pathLst>
                <a:path extrusionOk="0" h="761219" w="8581180">
                  <a:moveTo>
                    <a:pt x="0" y="0"/>
                  </a:moveTo>
                  <a:lnTo>
                    <a:pt x="8581180" y="0"/>
                  </a:lnTo>
                  <a:lnTo>
                    <a:pt x="8581180" y="761219"/>
                  </a:lnTo>
                  <a:lnTo>
                    <a:pt x="0" y="761219"/>
                  </a:lnTo>
                  <a:close/>
                </a:path>
              </a:pathLst>
            </a:custGeom>
            <a:solidFill>
              <a:srgbClr val="EEF6FF"/>
            </a:solidFill>
            <a:ln cap="sq" cmpd="sng" w="9525">
              <a:solidFill>
                <a:srgbClr val="20538B"/>
              </a:solidFill>
              <a:prstDash val="solid"/>
              <a:miter lim="8000"/>
              <a:headEnd len="sm" w="sm" type="none"/>
              <a:tailEnd len="sm" w="sm" type="none"/>
            </a:ln>
          </p:spPr>
        </p:sp>
        <p:sp>
          <p:nvSpPr>
            <p:cNvPr id="1882" name="Google Shape;1882;h32a9095667746e33_4_289"/>
            <p:cNvSpPr txBox="1"/>
            <p:nvPr/>
          </p:nvSpPr>
          <p:spPr>
            <a:xfrm>
              <a:off x="0" y="-38100"/>
              <a:ext cx="8581200" cy="799200"/>
            </a:xfrm>
            <a:prstGeom prst="rect">
              <a:avLst/>
            </a:prstGeom>
            <a:noFill/>
            <a:ln>
              <a:noFill/>
            </a:ln>
          </p:spPr>
          <p:txBody>
            <a:bodyPr anchorCtr="0" anchor="ctr" bIns="39175" lIns="39175" spcFirstLastPara="1" rIns="39175" wrap="square" tIns="39175">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883" name="Google Shape;1883;h32a9095667746e33_4_289"/>
          <p:cNvSpPr/>
          <p:nvPr/>
        </p:nvSpPr>
        <p:spPr>
          <a:xfrm>
            <a:off x="15531691" y="160918"/>
            <a:ext cx="996214" cy="1021758"/>
          </a:xfrm>
          <a:custGeom>
            <a:rect b="b" l="l" r="r" t="t"/>
            <a:pathLst>
              <a:path extrusionOk="0" h="1021758" w="996214">
                <a:moveTo>
                  <a:pt x="0" y="0"/>
                </a:moveTo>
                <a:lnTo>
                  <a:pt x="996214" y="0"/>
                </a:lnTo>
                <a:lnTo>
                  <a:pt x="996214" y="1021758"/>
                </a:lnTo>
                <a:lnTo>
                  <a:pt x="0" y="1021758"/>
                </a:lnTo>
                <a:lnTo>
                  <a:pt x="0" y="0"/>
                </a:lnTo>
                <a:close/>
              </a:path>
            </a:pathLst>
          </a:custGeom>
          <a:blipFill rotWithShape="1">
            <a:blip r:embed="rId3">
              <a:alphaModFix/>
            </a:blip>
            <a:stretch>
              <a:fillRect b="0" l="0" r="0" t="0"/>
            </a:stretch>
          </a:blipFill>
          <a:ln>
            <a:noFill/>
          </a:ln>
        </p:spPr>
      </p:sp>
      <p:sp>
        <p:nvSpPr>
          <p:cNvPr id="1884" name="Google Shape;1884;h32a9095667746e33_4_289"/>
          <p:cNvSpPr/>
          <p:nvPr/>
        </p:nvSpPr>
        <p:spPr>
          <a:xfrm>
            <a:off x="9413948" y="4817216"/>
            <a:ext cx="272321" cy="272321"/>
          </a:xfrm>
          <a:custGeom>
            <a:rect b="b" l="l" r="r" t="t"/>
            <a:pathLst>
              <a:path extrusionOk="0" h="272321" w="272321">
                <a:moveTo>
                  <a:pt x="0" y="0"/>
                </a:moveTo>
                <a:lnTo>
                  <a:pt x="272321" y="0"/>
                </a:lnTo>
                <a:lnTo>
                  <a:pt x="272321" y="272321"/>
                </a:lnTo>
                <a:lnTo>
                  <a:pt x="0" y="272321"/>
                </a:lnTo>
                <a:lnTo>
                  <a:pt x="0" y="0"/>
                </a:lnTo>
                <a:close/>
              </a:path>
            </a:pathLst>
          </a:custGeom>
          <a:blipFill rotWithShape="1">
            <a:blip r:embed="rId4">
              <a:alphaModFix/>
            </a:blip>
            <a:stretch>
              <a:fillRect b="0" l="0" r="0" t="0"/>
            </a:stretch>
          </a:blipFill>
          <a:ln>
            <a:noFill/>
          </a:ln>
        </p:spPr>
      </p:sp>
      <p:sp>
        <p:nvSpPr>
          <p:cNvPr id="1885" name="Google Shape;1885;h32a9095667746e33_4_289"/>
          <p:cNvSpPr txBox="1"/>
          <p:nvPr/>
        </p:nvSpPr>
        <p:spPr>
          <a:xfrm>
            <a:off x="2395000" y="893150"/>
            <a:ext cx="13923600" cy="769500"/>
          </a:xfrm>
          <a:prstGeom prst="rect">
            <a:avLst/>
          </a:prstGeom>
          <a:noFill/>
          <a:ln>
            <a:noFill/>
          </a:ln>
        </p:spPr>
        <p:txBody>
          <a:bodyPr anchorCtr="0" anchor="t" bIns="0" lIns="0" spcFirstLastPara="1" rIns="0" wrap="square" tIns="0">
            <a:spAutoFit/>
          </a:bodyPr>
          <a:lstStyle/>
          <a:p>
            <a:pPr indent="0" lvl="0" marL="0" marR="0" rtl="0" algn="l">
              <a:lnSpc>
                <a:spcPct val="192000"/>
              </a:lnSpc>
              <a:spcBef>
                <a:spcPts val="0"/>
              </a:spcBef>
              <a:spcAft>
                <a:spcPts val="0"/>
              </a:spcAft>
              <a:buNone/>
            </a:pPr>
            <a:r>
              <a:rPr b="1" i="0" lang="en-US" sz="5000" u="none" cap="none" strike="noStrike">
                <a:solidFill>
                  <a:srgbClr val="20538B"/>
                </a:solidFill>
                <a:latin typeface="Arial"/>
                <a:ea typeface="Arial"/>
                <a:cs typeface="Arial"/>
                <a:sym typeface="Arial"/>
              </a:rPr>
              <a:t>취약점 분석 및 시나리오</a:t>
            </a:r>
            <a:r>
              <a:rPr b="1" lang="en-US" sz="5000">
                <a:solidFill>
                  <a:srgbClr val="20538B"/>
                </a:solidFill>
              </a:rPr>
              <a:t> </a:t>
            </a:r>
            <a:r>
              <a:rPr b="1" lang="en-US" sz="3500">
                <a:solidFill>
                  <a:srgbClr val="20538B"/>
                </a:solidFill>
              </a:rPr>
              <a:t>- 약한 비밀번호 정책(cont’d)</a:t>
            </a:r>
            <a:endParaRPr b="1" i="0" sz="3500" u="none" cap="none" strike="noStrike">
              <a:solidFill>
                <a:srgbClr val="20538B"/>
              </a:solidFill>
              <a:latin typeface="Arial"/>
              <a:ea typeface="Arial"/>
              <a:cs typeface="Arial"/>
              <a:sym typeface="Arial"/>
            </a:endParaRPr>
          </a:p>
        </p:txBody>
      </p:sp>
      <p:sp>
        <p:nvSpPr>
          <p:cNvPr id="1886" name="Google Shape;1886;h32a9095667746e33_4_289"/>
          <p:cNvSpPr txBox="1"/>
          <p:nvPr/>
        </p:nvSpPr>
        <p:spPr>
          <a:xfrm>
            <a:off x="1437501" y="920715"/>
            <a:ext cx="834600" cy="751200"/>
          </a:xfrm>
          <a:prstGeom prst="rect">
            <a:avLst/>
          </a:prstGeom>
          <a:noFill/>
          <a:ln>
            <a:noFill/>
          </a:ln>
        </p:spPr>
        <p:txBody>
          <a:bodyPr anchorCtr="0" anchor="t" bIns="0" lIns="0" spcFirstLastPara="1" rIns="0" wrap="square" tIns="0">
            <a:spAutoFit/>
          </a:bodyPr>
          <a:lstStyle/>
          <a:p>
            <a:pPr indent="0" lvl="0" marL="0" marR="0" rtl="0" algn="l">
              <a:lnSpc>
                <a:spcPct val="192009"/>
              </a:lnSpc>
              <a:spcBef>
                <a:spcPts val="0"/>
              </a:spcBef>
              <a:spcAft>
                <a:spcPts val="0"/>
              </a:spcAft>
              <a:buNone/>
            </a:pPr>
            <a:r>
              <a:rPr b="1" i="0" lang="en-US" sz="4881" u="none" cap="none" strike="noStrike">
                <a:solidFill>
                  <a:srgbClr val="CBDDEF"/>
                </a:solidFill>
                <a:latin typeface="Arial"/>
                <a:ea typeface="Arial"/>
                <a:cs typeface="Arial"/>
                <a:sym typeface="Arial"/>
              </a:rPr>
              <a:t>0</a:t>
            </a:r>
            <a:r>
              <a:rPr b="1" lang="en-US" sz="4881">
                <a:solidFill>
                  <a:srgbClr val="CBDDEF"/>
                </a:solidFill>
              </a:rPr>
              <a:t>4</a:t>
            </a:r>
            <a:endParaRPr/>
          </a:p>
        </p:txBody>
      </p:sp>
      <p:sp>
        <p:nvSpPr>
          <p:cNvPr id="1887" name="Google Shape;1887;h32a9095667746e33_4_289"/>
          <p:cNvSpPr txBox="1"/>
          <p:nvPr/>
        </p:nvSpPr>
        <p:spPr>
          <a:xfrm>
            <a:off x="9841400" y="4737825"/>
            <a:ext cx="7197600" cy="4311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US" sz="2800">
                <a:solidFill>
                  <a:srgbClr val="20538B"/>
                </a:solidFill>
              </a:rPr>
              <a:t>점검 항목 2. 비밀번호 정책 복잡성</a:t>
            </a:r>
            <a:endParaRPr/>
          </a:p>
        </p:txBody>
      </p:sp>
      <p:sp>
        <p:nvSpPr>
          <p:cNvPr id="1888" name="Google Shape;1888;h32a9095667746e33_4_289"/>
          <p:cNvSpPr txBox="1"/>
          <p:nvPr/>
        </p:nvSpPr>
        <p:spPr>
          <a:xfrm>
            <a:off x="9891650" y="5420225"/>
            <a:ext cx="7097100" cy="2090400"/>
          </a:xfrm>
          <a:prstGeom prst="rect">
            <a:avLst/>
          </a:prstGeom>
          <a:noFill/>
          <a:ln>
            <a:noFill/>
          </a:ln>
        </p:spPr>
        <p:txBody>
          <a:bodyPr anchorCtr="0" anchor="t" bIns="0" lIns="0" spcFirstLastPara="1" rIns="0" wrap="square" tIns="0">
            <a:spAutoFit/>
          </a:bodyPr>
          <a:lstStyle/>
          <a:p>
            <a:pPr indent="-349250" lvl="0" marL="457200" marR="0" rtl="0" algn="l">
              <a:lnSpc>
                <a:spcPct val="155000"/>
              </a:lnSpc>
              <a:spcBef>
                <a:spcPts val="0"/>
              </a:spcBef>
              <a:spcAft>
                <a:spcPts val="0"/>
              </a:spcAft>
              <a:buClr>
                <a:srgbClr val="20538B"/>
              </a:buClr>
              <a:buSzPts val="1900"/>
              <a:buChar char="-"/>
            </a:pPr>
            <a:r>
              <a:rPr lang="en-US" sz="1900">
                <a:solidFill>
                  <a:srgbClr val="20538B"/>
                </a:solidFill>
              </a:rPr>
              <a:t>회원가입 실패 시 비밀번호 변경</a:t>
            </a:r>
            <a:endParaRPr sz="1900">
              <a:solidFill>
                <a:srgbClr val="20538B"/>
              </a:solidFill>
            </a:endParaRPr>
          </a:p>
          <a:p>
            <a:pPr indent="-349250" lvl="1" marL="914400" marR="0" rtl="0" algn="l">
              <a:lnSpc>
                <a:spcPct val="155000"/>
              </a:lnSpc>
              <a:spcBef>
                <a:spcPts val="0"/>
              </a:spcBef>
              <a:spcAft>
                <a:spcPts val="0"/>
              </a:spcAft>
              <a:buClr>
                <a:srgbClr val="20538B"/>
              </a:buClr>
              <a:buSzPts val="1900"/>
              <a:buChar char="-"/>
            </a:pPr>
            <a:r>
              <a:rPr lang="en-US" sz="1900">
                <a:solidFill>
                  <a:srgbClr val="20538B"/>
                </a:solidFill>
              </a:rPr>
              <a:t>s@feP4ssW0rd</a:t>
            </a:r>
            <a:endParaRPr sz="1900">
              <a:solidFill>
                <a:srgbClr val="20538B"/>
              </a:solidFill>
            </a:endParaRPr>
          </a:p>
          <a:p>
            <a:pPr indent="-349250" lvl="1" marL="914400" marR="0" rtl="0" algn="l">
              <a:lnSpc>
                <a:spcPct val="155000"/>
              </a:lnSpc>
              <a:spcBef>
                <a:spcPts val="0"/>
              </a:spcBef>
              <a:spcAft>
                <a:spcPts val="0"/>
              </a:spcAft>
              <a:buClr>
                <a:srgbClr val="20538B"/>
              </a:buClr>
              <a:buSzPts val="1900"/>
              <a:buChar char="-"/>
            </a:pPr>
            <a:r>
              <a:rPr lang="en-US" sz="1900">
                <a:solidFill>
                  <a:srgbClr val="20538B"/>
                </a:solidFill>
              </a:rPr>
              <a:t>이외의 값 유지</a:t>
            </a:r>
            <a:endParaRPr sz="1900">
              <a:solidFill>
                <a:srgbClr val="20538B"/>
              </a:solidFill>
            </a:endParaRPr>
          </a:p>
          <a:p>
            <a:pPr indent="-349250" lvl="0" marL="457200" marR="0" rtl="0" algn="l">
              <a:lnSpc>
                <a:spcPct val="155000"/>
              </a:lnSpc>
              <a:spcBef>
                <a:spcPts val="0"/>
              </a:spcBef>
              <a:spcAft>
                <a:spcPts val="0"/>
              </a:spcAft>
              <a:buClr>
                <a:srgbClr val="20538B"/>
              </a:buClr>
              <a:buSzPts val="1900"/>
              <a:buChar char="-"/>
            </a:pPr>
            <a:r>
              <a:rPr lang="en-US" sz="1900">
                <a:solidFill>
                  <a:srgbClr val="20538B"/>
                </a:solidFill>
              </a:rPr>
              <a:t>회원가입 성공 시 pass, 실패 시 unknown</a:t>
            </a:r>
            <a:endParaRPr sz="1900">
              <a:solidFill>
                <a:srgbClr val="20538B"/>
              </a:solidFill>
            </a:endParaRPr>
          </a:p>
          <a:p>
            <a:pPr indent="0" lvl="0" marL="0" marR="0" rtl="0" algn="l">
              <a:lnSpc>
                <a:spcPct val="155000"/>
              </a:lnSpc>
              <a:spcBef>
                <a:spcPts val="0"/>
              </a:spcBef>
              <a:spcAft>
                <a:spcPts val="0"/>
              </a:spcAft>
              <a:buNone/>
            </a:pPr>
            <a:r>
              <a:t/>
            </a:r>
            <a:endParaRPr b="0" i="0" sz="1800" u="none" cap="none" strike="noStrike">
              <a:solidFill>
                <a:srgbClr val="94B6DA"/>
              </a:solidFill>
              <a:latin typeface="Arial"/>
              <a:ea typeface="Arial"/>
              <a:cs typeface="Arial"/>
              <a:sym typeface="Arial"/>
            </a:endParaRPr>
          </a:p>
        </p:txBody>
      </p:sp>
      <p:pic>
        <p:nvPicPr>
          <p:cNvPr id="1889" name="Google Shape;1889;h32a9095667746e33_4_289"/>
          <p:cNvPicPr preferRelativeResize="0"/>
          <p:nvPr/>
        </p:nvPicPr>
        <p:blipFill>
          <a:blip r:embed="rId5">
            <a:alphaModFix/>
          </a:blip>
          <a:stretch>
            <a:fillRect/>
          </a:stretch>
        </p:blipFill>
        <p:spPr>
          <a:xfrm>
            <a:off x="3227075" y="2505600"/>
            <a:ext cx="4332350" cy="6870325"/>
          </a:xfrm>
          <a:prstGeom prst="rect">
            <a:avLst/>
          </a:prstGeom>
          <a:noFill/>
          <a:ln>
            <a:noFill/>
          </a:ln>
        </p:spPr>
      </p:pic>
      <p:sp>
        <p:nvSpPr>
          <p:cNvPr id="1890" name="Google Shape;1890;h32a9095667746e33_4_289"/>
          <p:cNvSpPr/>
          <p:nvPr/>
        </p:nvSpPr>
        <p:spPr>
          <a:xfrm>
            <a:off x="3149775" y="2513100"/>
            <a:ext cx="4557000" cy="7012800"/>
          </a:xfrm>
          <a:prstGeom prst="rect">
            <a:avLst/>
          </a:prstGeom>
          <a:noFill/>
          <a:ln cap="flat" cmpd="sng" w="9525">
            <a:solidFill>
              <a:srgbClr val="20538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20538B"/>
              </a:solidFill>
              <a:latin typeface="Calibri"/>
              <a:ea typeface="Calibri"/>
              <a:cs typeface="Calibri"/>
              <a:sym typeface="Calibri"/>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4" name="Shape 1894"/>
        <p:cNvGrpSpPr/>
        <p:nvPr/>
      </p:nvGrpSpPr>
      <p:grpSpPr>
        <a:xfrm>
          <a:off x="0" y="0"/>
          <a:ext cx="0" cy="0"/>
          <a:chOff x="0" y="0"/>
          <a:chExt cx="0" cy="0"/>
        </a:xfrm>
      </p:grpSpPr>
      <p:grpSp>
        <p:nvGrpSpPr>
          <p:cNvPr id="1895" name="Google Shape;1895;h26f5b0a23d79581a_7_88"/>
          <p:cNvGrpSpPr/>
          <p:nvPr/>
        </p:nvGrpSpPr>
        <p:grpSpPr>
          <a:xfrm>
            <a:off x="-1081199" y="3274283"/>
            <a:ext cx="20615733" cy="7012716"/>
            <a:chOff x="-99239" y="-86"/>
            <a:chExt cx="27487644" cy="9350288"/>
          </a:xfrm>
        </p:grpSpPr>
        <p:grpSp>
          <p:nvGrpSpPr>
            <p:cNvPr id="1896" name="Google Shape;1896;h26f5b0a23d79581a_7_88"/>
            <p:cNvGrpSpPr/>
            <p:nvPr/>
          </p:nvGrpSpPr>
          <p:grpSpPr>
            <a:xfrm rot="-5400000">
              <a:off x="11107617" y="-11206942"/>
              <a:ext cx="4770761" cy="27184472"/>
              <a:chOff x="0" y="-38100"/>
              <a:chExt cx="1831597" cy="10436700"/>
            </a:xfrm>
          </p:grpSpPr>
          <p:sp>
            <p:nvSpPr>
              <p:cNvPr id="1897" name="Google Shape;1897;h26f5b0a23d79581a_7_88"/>
              <p:cNvSpPr/>
              <p:nvPr/>
            </p:nvSpPr>
            <p:spPr>
              <a:xfrm>
                <a:off x="0" y="0"/>
                <a:ext cx="1831597" cy="10398600"/>
              </a:xfrm>
              <a:custGeom>
                <a:rect b="b" l="l" r="r" t="t"/>
                <a:pathLst>
                  <a:path extrusionOk="0" h="10398600" w="1831597">
                    <a:moveTo>
                      <a:pt x="0" y="0"/>
                    </a:moveTo>
                    <a:lnTo>
                      <a:pt x="1831597" y="0"/>
                    </a:lnTo>
                    <a:lnTo>
                      <a:pt x="1831597" y="10398600"/>
                    </a:lnTo>
                    <a:lnTo>
                      <a:pt x="0" y="10398600"/>
                    </a:lnTo>
                    <a:close/>
                  </a:path>
                </a:pathLst>
              </a:custGeom>
              <a:solidFill>
                <a:srgbClr val="CBDDEF"/>
              </a:solidFill>
              <a:ln>
                <a:noFill/>
              </a:ln>
            </p:spPr>
          </p:sp>
          <p:sp>
            <p:nvSpPr>
              <p:cNvPr id="1898" name="Google Shape;1898;h26f5b0a23d79581a_7_88"/>
              <p:cNvSpPr txBox="1"/>
              <p:nvPr/>
            </p:nvSpPr>
            <p:spPr>
              <a:xfrm>
                <a:off x="0" y="-38100"/>
                <a:ext cx="1831500" cy="10436700"/>
              </a:xfrm>
              <a:prstGeom prst="rect">
                <a:avLst/>
              </a:prstGeom>
              <a:noFill/>
              <a:ln>
                <a:noFill/>
              </a:ln>
            </p:spPr>
            <p:txBody>
              <a:bodyPr anchorCtr="0" anchor="ctr" bIns="27000" lIns="27000" spcFirstLastPara="1" rIns="27000" wrap="square" tIns="27000">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899" name="Google Shape;1899;h26f5b0a23d79581a_7_88"/>
            <p:cNvGrpSpPr/>
            <p:nvPr/>
          </p:nvGrpSpPr>
          <p:grpSpPr>
            <a:xfrm rot="-5400000">
              <a:off x="11637133" y="-6401070"/>
              <a:ext cx="4579844" cy="26922700"/>
              <a:chOff x="0" y="-38100"/>
              <a:chExt cx="1758300" cy="10336200"/>
            </a:xfrm>
          </p:grpSpPr>
          <p:sp>
            <p:nvSpPr>
              <p:cNvPr id="1900" name="Google Shape;1900;h26f5b0a23d79581a_7_88"/>
              <p:cNvSpPr/>
              <p:nvPr/>
            </p:nvSpPr>
            <p:spPr>
              <a:xfrm>
                <a:off x="0" y="0"/>
                <a:ext cx="1758210" cy="10298040"/>
              </a:xfrm>
              <a:custGeom>
                <a:rect b="b" l="l" r="r" t="t"/>
                <a:pathLst>
                  <a:path extrusionOk="0" h="10298040" w="1758210">
                    <a:moveTo>
                      <a:pt x="0" y="0"/>
                    </a:moveTo>
                    <a:lnTo>
                      <a:pt x="1758210" y="0"/>
                    </a:lnTo>
                    <a:lnTo>
                      <a:pt x="1758210" y="10298040"/>
                    </a:lnTo>
                    <a:lnTo>
                      <a:pt x="0" y="10298040"/>
                    </a:lnTo>
                    <a:close/>
                  </a:path>
                </a:pathLst>
              </a:custGeom>
              <a:solidFill>
                <a:srgbClr val="94B6DA"/>
              </a:solidFill>
              <a:ln>
                <a:noFill/>
              </a:ln>
            </p:spPr>
          </p:sp>
          <p:sp>
            <p:nvSpPr>
              <p:cNvPr id="1901" name="Google Shape;1901;h26f5b0a23d79581a_7_88"/>
              <p:cNvSpPr txBox="1"/>
              <p:nvPr/>
            </p:nvSpPr>
            <p:spPr>
              <a:xfrm>
                <a:off x="0" y="-38100"/>
                <a:ext cx="1758300" cy="10336200"/>
              </a:xfrm>
              <a:prstGeom prst="rect">
                <a:avLst/>
              </a:prstGeom>
              <a:noFill/>
              <a:ln>
                <a:noFill/>
              </a:ln>
            </p:spPr>
            <p:txBody>
              <a:bodyPr anchorCtr="0" anchor="ctr" bIns="27000" lIns="27000" spcFirstLastPara="1" rIns="27000" wrap="square" tIns="27000">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grpSp>
        <p:nvGrpSpPr>
          <p:cNvPr id="1902" name="Google Shape;1902;h26f5b0a23d79581a_7_88"/>
          <p:cNvGrpSpPr/>
          <p:nvPr/>
        </p:nvGrpSpPr>
        <p:grpSpPr>
          <a:xfrm>
            <a:off x="731085" y="622850"/>
            <a:ext cx="16825838" cy="9050174"/>
            <a:chOff x="0" y="-108814"/>
            <a:chExt cx="22434451" cy="12066898"/>
          </a:xfrm>
        </p:grpSpPr>
        <p:grpSp>
          <p:nvGrpSpPr>
            <p:cNvPr id="1903" name="Google Shape;1903;h26f5b0a23d79581a_7_88"/>
            <p:cNvGrpSpPr/>
            <p:nvPr/>
          </p:nvGrpSpPr>
          <p:grpSpPr>
            <a:xfrm>
              <a:off x="26537" y="10214891"/>
              <a:ext cx="22386840" cy="1743193"/>
              <a:chOff x="0" y="-47625"/>
              <a:chExt cx="9809754" cy="763855"/>
            </a:xfrm>
          </p:grpSpPr>
          <p:sp>
            <p:nvSpPr>
              <p:cNvPr id="1904" name="Google Shape;1904;h26f5b0a23d79581a_7_88"/>
              <p:cNvSpPr/>
              <p:nvPr/>
            </p:nvSpPr>
            <p:spPr>
              <a:xfrm>
                <a:off x="0" y="0"/>
                <a:ext cx="9809754" cy="716230"/>
              </a:xfrm>
              <a:custGeom>
                <a:rect b="b" l="l" r="r" t="t"/>
                <a:pathLst>
                  <a:path extrusionOk="0" h="716230" w="9809754">
                    <a:moveTo>
                      <a:pt x="0" y="0"/>
                    </a:moveTo>
                    <a:lnTo>
                      <a:pt x="9809754" y="0"/>
                    </a:lnTo>
                    <a:lnTo>
                      <a:pt x="9809754" y="716230"/>
                    </a:lnTo>
                    <a:lnTo>
                      <a:pt x="0" y="716230"/>
                    </a:lnTo>
                    <a:close/>
                  </a:path>
                </a:pathLst>
              </a:custGeom>
              <a:solidFill>
                <a:srgbClr val="20538B"/>
              </a:solidFill>
              <a:ln cap="sq" cmpd="sng" w="38100">
                <a:solidFill>
                  <a:srgbClr val="20538B"/>
                </a:solidFill>
                <a:prstDash val="solid"/>
                <a:miter lim="8000"/>
                <a:headEnd len="sm" w="sm" type="none"/>
                <a:tailEnd len="sm" w="sm" type="none"/>
              </a:ln>
            </p:spPr>
          </p:sp>
          <p:sp>
            <p:nvSpPr>
              <p:cNvPr id="1905" name="Google Shape;1905;h26f5b0a23d79581a_7_88"/>
              <p:cNvSpPr txBox="1"/>
              <p:nvPr/>
            </p:nvSpPr>
            <p:spPr>
              <a:xfrm>
                <a:off x="0" y="-47625"/>
                <a:ext cx="9809700" cy="763800"/>
              </a:xfrm>
              <a:prstGeom prst="rect">
                <a:avLst/>
              </a:prstGeom>
              <a:noFill/>
              <a:ln>
                <a:noFill/>
              </a:ln>
            </p:spPr>
            <p:txBody>
              <a:bodyPr anchorCtr="0" anchor="ctr" bIns="50800" lIns="50800" spcFirstLastPara="1" rIns="50800" wrap="square" tIns="50800">
                <a:noAutofit/>
              </a:bodyPr>
              <a:lstStyle/>
              <a:p>
                <a:pPr indent="0" lvl="0" marL="0" marR="0" rtl="0" algn="ctr">
                  <a:lnSpc>
                    <a:spcPct val="175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906" name="Google Shape;1906;h26f5b0a23d79581a_7_88"/>
            <p:cNvGrpSpPr/>
            <p:nvPr/>
          </p:nvGrpSpPr>
          <p:grpSpPr>
            <a:xfrm>
              <a:off x="0" y="-108814"/>
              <a:ext cx="22434451" cy="11946166"/>
              <a:chOff x="0" y="-47625"/>
              <a:chExt cx="9819000" cy="5228539"/>
            </a:xfrm>
          </p:grpSpPr>
          <p:sp>
            <p:nvSpPr>
              <p:cNvPr id="1907" name="Google Shape;1907;h26f5b0a23d79581a_7_88"/>
              <p:cNvSpPr/>
              <p:nvPr/>
            </p:nvSpPr>
            <p:spPr>
              <a:xfrm>
                <a:off x="0" y="0"/>
                <a:ext cx="9818922" cy="5180914"/>
              </a:xfrm>
              <a:custGeom>
                <a:rect b="b" l="l" r="r" t="t"/>
                <a:pathLst>
                  <a:path extrusionOk="0" h="5180914" w="9818922">
                    <a:moveTo>
                      <a:pt x="0" y="0"/>
                    </a:moveTo>
                    <a:lnTo>
                      <a:pt x="9818922" y="0"/>
                    </a:lnTo>
                    <a:lnTo>
                      <a:pt x="9818922" y="5180914"/>
                    </a:lnTo>
                    <a:lnTo>
                      <a:pt x="0" y="5180914"/>
                    </a:lnTo>
                    <a:close/>
                  </a:path>
                </a:pathLst>
              </a:custGeom>
              <a:solidFill>
                <a:srgbClr val="FFFFFF"/>
              </a:solidFill>
              <a:ln cap="sq" cmpd="sng" w="38100">
                <a:solidFill>
                  <a:srgbClr val="20538B"/>
                </a:solidFill>
                <a:prstDash val="solid"/>
                <a:miter lim="8000"/>
                <a:headEnd len="sm" w="sm" type="none"/>
                <a:tailEnd len="sm" w="sm" type="none"/>
              </a:ln>
            </p:spPr>
          </p:sp>
          <p:sp>
            <p:nvSpPr>
              <p:cNvPr id="1908" name="Google Shape;1908;h26f5b0a23d79581a_7_88"/>
              <p:cNvSpPr txBox="1"/>
              <p:nvPr/>
            </p:nvSpPr>
            <p:spPr>
              <a:xfrm>
                <a:off x="0" y="-47625"/>
                <a:ext cx="9819000" cy="5228400"/>
              </a:xfrm>
              <a:prstGeom prst="rect">
                <a:avLst/>
              </a:prstGeom>
              <a:noFill/>
              <a:ln>
                <a:noFill/>
              </a:ln>
            </p:spPr>
            <p:txBody>
              <a:bodyPr anchorCtr="0" anchor="ctr" bIns="50800" lIns="50800" spcFirstLastPara="1" rIns="50800" wrap="square" tIns="50800">
                <a:noAutofit/>
              </a:bodyPr>
              <a:lstStyle/>
              <a:p>
                <a:pPr indent="0" lvl="0" marL="0" marR="0" rtl="0" algn="ctr">
                  <a:lnSpc>
                    <a:spcPct val="175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grpSp>
        <p:nvGrpSpPr>
          <p:cNvPr id="1909" name="Google Shape;1909;h26f5b0a23d79581a_7_88"/>
          <p:cNvGrpSpPr/>
          <p:nvPr/>
        </p:nvGrpSpPr>
        <p:grpSpPr>
          <a:xfrm>
            <a:off x="763743" y="662704"/>
            <a:ext cx="16759942" cy="1561150"/>
            <a:chOff x="0" y="-38100"/>
            <a:chExt cx="8581200" cy="799319"/>
          </a:xfrm>
        </p:grpSpPr>
        <p:sp>
          <p:nvSpPr>
            <p:cNvPr id="1910" name="Google Shape;1910;h26f5b0a23d79581a_7_88"/>
            <p:cNvSpPr/>
            <p:nvPr/>
          </p:nvSpPr>
          <p:spPr>
            <a:xfrm>
              <a:off x="0" y="0"/>
              <a:ext cx="8581180" cy="761219"/>
            </a:xfrm>
            <a:custGeom>
              <a:rect b="b" l="l" r="r" t="t"/>
              <a:pathLst>
                <a:path extrusionOk="0" h="761219" w="8581180">
                  <a:moveTo>
                    <a:pt x="0" y="0"/>
                  </a:moveTo>
                  <a:lnTo>
                    <a:pt x="8581180" y="0"/>
                  </a:lnTo>
                  <a:lnTo>
                    <a:pt x="8581180" y="761219"/>
                  </a:lnTo>
                  <a:lnTo>
                    <a:pt x="0" y="761219"/>
                  </a:lnTo>
                  <a:close/>
                </a:path>
              </a:pathLst>
            </a:custGeom>
            <a:solidFill>
              <a:srgbClr val="EEF6FF"/>
            </a:solidFill>
            <a:ln cap="sq" cmpd="sng" w="9525">
              <a:solidFill>
                <a:srgbClr val="20538B"/>
              </a:solidFill>
              <a:prstDash val="solid"/>
              <a:miter lim="8000"/>
              <a:headEnd len="sm" w="sm" type="none"/>
              <a:tailEnd len="sm" w="sm" type="none"/>
            </a:ln>
          </p:spPr>
        </p:sp>
        <p:sp>
          <p:nvSpPr>
            <p:cNvPr id="1911" name="Google Shape;1911;h26f5b0a23d79581a_7_88"/>
            <p:cNvSpPr txBox="1"/>
            <p:nvPr/>
          </p:nvSpPr>
          <p:spPr>
            <a:xfrm>
              <a:off x="0" y="-38100"/>
              <a:ext cx="8581200" cy="799200"/>
            </a:xfrm>
            <a:prstGeom prst="rect">
              <a:avLst/>
            </a:prstGeom>
            <a:noFill/>
            <a:ln>
              <a:noFill/>
            </a:ln>
          </p:spPr>
          <p:txBody>
            <a:bodyPr anchorCtr="0" anchor="ctr" bIns="39175" lIns="39175" spcFirstLastPara="1" rIns="39175" wrap="square" tIns="39175">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912" name="Google Shape;1912;h26f5b0a23d79581a_7_88"/>
          <p:cNvSpPr/>
          <p:nvPr/>
        </p:nvSpPr>
        <p:spPr>
          <a:xfrm>
            <a:off x="15531691" y="160918"/>
            <a:ext cx="996214" cy="1021758"/>
          </a:xfrm>
          <a:custGeom>
            <a:rect b="b" l="l" r="r" t="t"/>
            <a:pathLst>
              <a:path extrusionOk="0" h="1021758" w="996214">
                <a:moveTo>
                  <a:pt x="0" y="0"/>
                </a:moveTo>
                <a:lnTo>
                  <a:pt x="996214" y="0"/>
                </a:lnTo>
                <a:lnTo>
                  <a:pt x="996214" y="1021758"/>
                </a:lnTo>
                <a:lnTo>
                  <a:pt x="0" y="1021758"/>
                </a:lnTo>
                <a:lnTo>
                  <a:pt x="0" y="0"/>
                </a:lnTo>
                <a:close/>
              </a:path>
            </a:pathLst>
          </a:custGeom>
          <a:blipFill rotWithShape="1">
            <a:blip r:embed="rId3">
              <a:alphaModFix/>
            </a:blip>
            <a:stretch>
              <a:fillRect b="0" l="0" r="0" t="0"/>
            </a:stretch>
          </a:blipFill>
          <a:ln>
            <a:noFill/>
          </a:ln>
        </p:spPr>
      </p:sp>
      <p:sp>
        <p:nvSpPr>
          <p:cNvPr id="1913" name="Google Shape;1913;h26f5b0a23d79581a_7_88"/>
          <p:cNvSpPr/>
          <p:nvPr/>
        </p:nvSpPr>
        <p:spPr>
          <a:xfrm>
            <a:off x="9397198" y="2612904"/>
            <a:ext cx="272321" cy="272321"/>
          </a:xfrm>
          <a:custGeom>
            <a:rect b="b" l="l" r="r" t="t"/>
            <a:pathLst>
              <a:path extrusionOk="0" h="272321" w="272321">
                <a:moveTo>
                  <a:pt x="0" y="0"/>
                </a:moveTo>
                <a:lnTo>
                  <a:pt x="272321" y="0"/>
                </a:lnTo>
                <a:lnTo>
                  <a:pt x="272321" y="272321"/>
                </a:lnTo>
                <a:lnTo>
                  <a:pt x="0" y="272321"/>
                </a:lnTo>
                <a:lnTo>
                  <a:pt x="0" y="0"/>
                </a:lnTo>
                <a:close/>
              </a:path>
            </a:pathLst>
          </a:custGeom>
          <a:blipFill rotWithShape="1">
            <a:blip r:embed="rId4">
              <a:alphaModFix/>
            </a:blip>
            <a:stretch>
              <a:fillRect b="0" l="0" r="0" t="0"/>
            </a:stretch>
          </a:blipFill>
          <a:ln>
            <a:noFill/>
          </a:ln>
        </p:spPr>
      </p:sp>
      <p:sp>
        <p:nvSpPr>
          <p:cNvPr id="1914" name="Google Shape;1914;h26f5b0a23d79581a_7_88"/>
          <p:cNvSpPr txBox="1"/>
          <p:nvPr/>
        </p:nvSpPr>
        <p:spPr>
          <a:xfrm>
            <a:off x="2395000" y="893150"/>
            <a:ext cx="13923600" cy="769500"/>
          </a:xfrm>
          <a:prstGeom prst="rect">
            <a:avLst/>
          </a:prstGeom>
          <a:noFill/>
          <a:ln>
            <a:noFill/>
          </a:ln>
        </p:spPr>
        <p:txBody>
          <a:bodyPr anchorCtr="0" anchor="t" bIns="0" lIns="0" spcFirstLastPara="1" rIns="0" wrap="square" tIns="0">
            <a:spAutoFit/>
          </a:bodyPr>
          <a:lstStyle/>
          <a:p>
            <a:pPr indent="0" lvl="0" marL="0" marR="0" rtl="0" algn="l">
              <a:lnSpc>
                <a:spcPct val="192000"/>
              </a:lnSpc>
              <a:spcBef>
                <a:spcPts val="0"/>
              </a:spcBef>
              <a:spcAft>
                <a:spcPts val="0"/>
              </a:spcAft>
              <a:buNone/>
            </a:pPr>
            <a:r>
              <a:rPr b="1" i="0" lang="en-US" sz="5000" u="none" cap="none" strike="noStrike">
                <a:solidFill>
                  <a:srgbClr val="20538B"/>
                </a:solidFill>
                <a:latin typeface="Arial"/>
                <a:ea typeface="Arial"/>
                <a:cs typeface="Arial"/>
                <a:sym typeface="Arial"/>
              </a:rPr>
              <a:t>취약점 분석 및 시나리오</a:t>
            </a:r>
            <a:r>
              <a:rPr b="1" lang="en-US" sz="5000">
                <a:solidFill>
                  <a:srgbClr val="20538B"/>
                </a:solidFill>
              </a:rPr>
              <a:t> </a:t>
            </a:r>
            <a:r>
              <a:rPr b="1" lang="en-US" sz="3500">
                <a:solidFill>
                  <a:srgbClr val="20538B"/>
                </a:solidFill>
              </a:rPr>
              <a:t>- 약한 비밀번호 정책(cont’d)</a:t>
            </a:r>
            <a:endParaRPr b="1" i="0" sz="3500" u="none" cap="none" strike="noStrike">
              <a:solidFill>
                <a:srgbClr val="20538B"/>
              </a:solidFill>
              <a:latin typeface="Arial"/>
              <a:ea typeface="Arial"/>
              <a:cs typeface="Arial"/>
              <a:sym typeface="Arial"/>
            </a:endParaRPr>
          </a:p>
        </p:txBody>
      </p:sp>
      <p:sp>
        <p:nvSpPr>
          <p:cNvPr id="1915" name="Google Shape;1915;h26f5b0a23d79581a_7_88"/>
          <p:cNvSpPr txBox="1"/>
          <p:nvPr/>
        </p:nvSpPr>
        <p:spPr>
          <a:xfrm>
            <a:off x="1437501" y="920715"/>
            <a:ext cx="834600" cy="751200"/>
          </a:xfrm>
          <a:prstGeom prst="rect">
            <a:avLst/>
          </a:prstGeom>
          <a:noFill/>
          <a:ln>
            <a:noFill/>
          </a:ln>
        </p:spPr>
        <p:txBody>
          <a:bodyPr anchorCtr="0" anchor="t" bIns="0" lIns="0" spcFirstLastPara="1" rIns="0" wrap="square" tIns="0">
            <a:spAutoFit/>
          </a:bodyPr>
          <a:lstStyle/>
          <a:p>
            <a:pPr indent="0" lvl="0" marL="0" marR="0" rtl="0" algn="l">
              <a:lnSpc>
                <a:spcPct val="192009"/>
              </a:lnSpc>
              <a:spcBef>
                <a:spcPts val="0"/>
              </a:spcBef>
              <a:spcAft>
                <a:spcPts val="0"/>
              </a:spcAft>
              <a:buNone/>
            </a:pPr>
            <a:r>
              <a:rPr b="1" i="0" lang="en-US" sz="4881" u="none" cap="none" strike="noStrike">
                <a:solidFill>
                  <a:srgbClr val="CBDDEF"/>
                </a:solidFill>
                <a:latin typeface="Arial"/>
                <a:ea typeface="Arial"/>
                <a:cs typeface="Arial"/>
                <a:sym typeface="Arial"/>
              </a:rPr>
              <a:t>0</a:t>
            </a:r>
            <a:r>
              <a:rPr b="1" lang="en-US" sz="4881">
                <a:solidFill>
                  <a:srgbClr val="CBDDEF"/>
                </a:solidFill>
              </a:rPr>
              <a:t>4</a:t>
            </a:r>
            <a:endParaRPr/>
          </a:p>
        </p:txBody>
      </p:sp>
      <p:sp>
        <p:nvSpPr>
          <p:cNvPr id="1916" name="Google Shape;1916;h26f5b0a23d79581a_7_88"/>
          <p:cNvSpPr txBox="1"/>
          <p:nvPr/>
        </p:nvSpPr>
        <p:spPr>
          <a:xfrm>
            <a:off x="9807925" y="2533513"/>
            <a:ext cx="7197600" cy="4311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US" sz="2800">
                <a:solidFill>
                  <a:srgbClr val="20538B"/>
                </a:solidFill>
              </a:rPr>
              <a:t>비밀번호 </a:t>
            </a:r>
            <a:r>
              <a:rPr b="1" lang="en-US" sz="2800">
                <a:solidFill>
                  <a:srgbClr val="20538B"/>
                </a:solidFill>
              </a:rPr>
              <a:t>정책 복잡성</a:t>
            </a:r>
            <a:r>
              <a:rPr b="1" lang="en-US" sz="2800">
                <a:solidFill>
                  <a:srgbClr val="20538B"/>
                </a:solidFill>
              </a:rPr>
              <a:t> 진단 주요 함수</a:t>
            </a:r>
            <a:endParaRPr/>
          </a:p>
        </p:txBody>
      </p:sp>
      <p:sp>
        <p:nvSpPr>
          <p:cNvPr id="1917" name="Google Shape;1917;h26f5b0a23d79581a_7_88"/>
          <p:cNvSpPr txBox="1"/>
          <p:nvPr/>
        </p:nvSpPr>
        <p:spPr>
          <a:xfrm>
            <a:off x="9858175" y="3141675"/>
            <a:ext cx="7097100" cy="6623400"/>
          </a:xfrm>
          <a:prstGeom prst="rect">
            <a:avLst/>
          </a:prstGeom>
          <a:noFill/>
          <a:ln>
            <a:noFill/>
          </a:ln>
        </p:spPr>
        <p:txBody>
          <a:bodyPr anchorCtr="0" anchor="t" bIns="0" lIns="0" spcFirstLastPara="1" rIns="0" wrap="square" tIns="0">
            <a:spAutoFit/>
          </a:bodyPr>
          <a:lstStyle/>
          <a:p>
            <a:pPr indent="-349250" lvl="0" marL="457200" marR="0" rtl="0" algn="l">
              <a:lnSpc>
                <a:spcPct val="155000"/>
              </a:lnSpc>
              <a:spcBef>
                <a:spcPts val="0"/>
              </a:spcBef>
              <a:spcAft>
                <a:spcPts val="0"/>
              </a:spcAft>
              <a:buClr>
                <a:srgbClr val="20538B"/>
              </a:buClr>
              <a:buSzPts val="1900"/>
              <a:buChar char="-"/>
            </a:pPr>
            <a:r>
              <a:rPr b="1" lang="en-US" sz="1900">
                <a:solidFill>
                  <a:srgbClr val="20538B"/>
                </a:solidFill>
              </a:rPr>
              <a:t>generate_value()</a:t>
            </a:r>
            <a:endParaRPr b="1" sz="1900">
              <a:solidFill>
                <a:srgbClr val="20538B"/>
              </a:solidFill>
            </a:endParaRPr>
          </a:p>
          <a:p>
            <a:pPr indent="-349250" lvl="1" marL="914400" marR="0" rtl="0" algn="l">
              <a:lnSpc>
                <a:spcPct val="155000"/>
              </a:lnSpc>
              <a:spcBef>
                <a:spcPts val="0"/>
              </a:spcBef>
              <a:spcAft>
                <a:spcPts val="0"/>
              </a:spcAft>
              <a:buClr>
                <a:srgbClr val="20538B"/>
              </a:buClr>
              <a:buSzPts val="1900"/>
              <a:buChar char="-"/>
            </a:pPr>
            <a:r>
              <a:rPr lang="en-US" sz="1900">
                <a:solidFill>
                  <a:srgbClr val="20538B"/>
                </a:solidFill>
              </a:rPr>
              <a:t>회원가입 데이터 생성 함수</a:t>
            </a:r>
            <a:endParaRPr sz="1900">
              <a:solidFill>
                <a:srgbClr val="20538B"/>
              </a:solidFill>
            </a:endParaRPr>
          </a:p>
          <a:p>
            <a:pPr indent="-349250" lvl="1" marL="914400" marR="0" rtl="0" algn="l">
              <a:lnSpc>
                <a:spcPct val="155000"/>
              </a:lnSpc>
              <a:spcBef>
                <a:spcPts val="0"/>
              </a:spcBef>
              <a:spcAft>
                <a:spcPts val="0"/>
              </a:spcAft>
              <a:buClr>
                <a:srgbClr val="20538B"/>
              </a:buClr>
              <a:buSzPts val="1900"/>
              <a:buChar char="-"/>
            </a:pPr>
            <a:r>
              <a:rPr lang="en-US" sz="1900">
                <a:solidFill>
                  <a:srgbClr val="20538B"/>
                </a:solidFill>
              </a:rPr>
              <a:t>각 폼 태그의 name/type 기반으로 테스트용 값 생성</a:t>
            </a:r>
            <a:endParaRPr sz="1900">
              <a:solidFill>
                <a:srgbClr val="20538B"/>
              </a:solidFill>
            </a:endParaRPr>
          </a:p>
          <a:p>
            <a:pPr indent="-349250" lvl="1" marL="914400" marR="0" rtl="0" algn="l">
              <a:lnSpc>
                <a:spcPct val="155000"/>
              </a:lnSpc>
              <a:spcBef>
                <a:spcPts val="0"/>
              </a:spcBef>
              <a:spcAft>
                <a:spcPts val="0"/>
              </a:spcAft>
              <a:buClr>
                <a:srgbClr val="20538B"/>
              </a:buClr>
              <a:buSzPts val="1900"/>
              <a:buChar char="-"/>
            </a:pPr>
            <a:r>
              <a:rPr lang="en-US" sz="1900">
                <a:solidFill>
                  <a:srgbClr val="20538B"/>
                </a:solidFill>
              </a:rPr>
              <a:t>username : testuser + (랜덤 값)</a:t>
            </a:r>
            <a:br>
              <a:rPr lang="en-US" sz="1900">
                <a:solidFill>
                  <a:srgbClr val="20538B"/>
                </a:solidFill>
              </a:rPr>
            </a:br>
            <a:r>
              <a:rPr lang="en-US" sz="1900">
                <a:solidFill>
                  <a:srgbClr val="20538B"/>
                </a:solidFill>
              </a:rPr>
              <a:t>password : 1234</a:t>
            </a:r>
            <a:endParaRPr sz="1900">
              <a:solidFill>
                <a:srgbClr val="20538B"/>
              </a:solidFill>
            </a:endParaRPr>
          </a:p>
          <a:p>
            <a:pPr indent="-349250" lvl="0" marL="457200" marR="0" rtl="0" algn="l">
              <a:lnSpc>
                <a:spcPct val="155000"/>
              </a:lnSpc>
              <a:spcBef>
                <a:spcPts val="0"/>
              </a:spcBef>
              <a:spcAft>
                <a:spcPts val="0"/>
              </a:spcAft>
              <a:buClr>
                <a:srgbClr val="20538B"/>
              </a:buClr>
              <a:buSzPts val="1900"/>
              <a:buChar char="-"/>
            </a:pPr>
            <a:r>
              <a:rPr b="1" lang="en-US" sz="1900">
                <a:solidFill>
                  <a:srgbClr val="20538B"/>
                </a:solidFill>
              </a:rPr>
              <a:t>fill_signup_form()</a:t>
            </a:r>
            <a:endParaRPr b="1" sz="1900">
              <a:solidFill>
                <a:srgbClr val="20538B"/>
              </a:solidFill>
            </a:endParaRPr>
          </a:p>
          <a:p>
            <a:pPr indent="-349250" lvl="1" marL="914400" marR="0" rtl="0" algn="l">
              <a:lnSpc>
                <a:spcPct val="155000"/>
              </a:lnSpc>
              <a:spcBef>
                <a:spcPts val="0"/>
              </a:spcBef>
              <a:spcAft>
                <a:spcPts val="0"/>
              </a:spcAft>
              <a:buClr>
                <a:srgbClr val="20538B"/>
              </a:buClr>
              <a:buSzPts val="1900"/>
              <a:buChar char="-"/>
            </a:pPr>
            <a:r>
              <a:rPr lang="en-US" sz="1900">
                <a:solidFill>
                  <a:srgbClr val="20538B"/>
                </a:solidFill>
              </a:rPr>
              <a:t>회원가입 페이지 분석 함수</a:t>
            </a:r>
            <a:endParaRPr sz="1900">
              <a:solidFill>
                <a:srgbClr val="20538B"/>
              </a:solidFill>
            </a:endParaRPr>
          </a:p>
          <a:p>
            <a:pPr indent="-349250" lvl="1" marL="914400" marR="0" rtl="0" algn="l">
              <a:lnSpc>
                <a:spcPct val="155000"/>
              </a:lnSpc>
              <a:spcBef>
                <a:spcPts val="0"/>
              </a:spcBef>
              <a:spcAft>
                <a:spcPts val="0"/>
              </a:spcAft>
              <a:buClr>
                <a:srgbClr val="20538B"/>
              </a:buClr>
              <a:buSzPts val="1900"/>
              <a:buChar char="-"/>
            </a:pPr>
            <a:r>
              <a:rPr lang="en-US" sz="1900">
                <a:solidFill>
                  <a:srgbClr val="20538B"/>
                </a:solidFill>
              </a:rPr>
              <a:t>form을 분석하고 generate_value()를 호출하여 회원가입 데이터 생성</a:t>
            </a:r>
            <a:endParaRPr sz="1900">
              <a:solidFill>
                <a:srgbClr val="20538B"/>
              </a:solidFill>
            </a:endParaRPr>
          </a:p>
          <a:p>
            <a:pPr indent="-349250" lvl="0" marL="457200" marR="0" rtl="0" algn="l">
              <a:lnSpc>
                <a:spcPct val="155000"/>
              </a:lnSpc>
              <a:spcBef>
                <a:spcPts val="0"/>
              </a:spcBef>
              <a:spcAft>
                <a:spcPts val="0"/>
              </a:spcAft>
              <a:buClr>
                <a:srgbClr val="20538B"/>
              </a:buClr>
              <a:buSzPts val="1900"/>
              <a:buChar char="-"/>
            </a:pPr>
            <a:r>
              <a:rPr b="1" lang="en-US" sz="1900">
                <a:solidFill>
                  <a:srgbClr val="20538B"/>
                </a:solidFill>
              </a:rPr>
              <a:t>check_vuln_register()</a:t>
            </a:r>
            <a:endParaRPr b="1" sz="1900">
              <a:solidFill>
                <a:srgbClr val="20538B"/>
              </a:solidFill>
            </a:endParaRPr>
          </a:p>
          <a:p>
            <a:pPr indent="-349250" lvl="1" marL="914400" marR="0" rtl="0" algn="l">
              <a:lnSpc>
                <a:spcPct val="155000"/>
              </a:lnSpc>
              <a:spcBef>
                <a:spcPts val="0"/>
              </a:spcBef>
              <a:spcAft>
                <a:spcPts val="0"/>
              </a:spcAft>
              <a:buClr>
                <a:srgbClr val="20538B"/>
              </a:buClr>
              <a:buSzPts val="1900"/>
              <a:buChar char="-"/>
            </a:pPr>
            <a:r>
              <a:rPr lang="en-US" sz="1900">
                <a:solidFill>
                  <a:srgbClr val="20538B"/>
                </a:solidFill>
              </a:rPr>
              <a:t>fill_signup_form()으로 생성된 데이터로 회원가입 시도</a:t>
            </a:r>
            <a:endParaRPr sz="1900">
              <a:solidFill>
                <a:srgbClr val="20538B"/>
              </a:solidFill>
            </a:endParaRPr>
          </a:p>
          <a:p>
            <a:pPr indent="-349250" lvl="1" marL="914400" marR="0" rtl="0" algn="l">
              <a:lnSpc>
                <a:spcPct val="155000"/>
              </a:lnSpc>
              <a:spcBef>
                <a:spcPts val="0"/>
              </a:spcBef>
              <a:spcAft>
                <a:spcPts val="0"/>
              </a:spcAft>
              <a:buClr>
                <a:srgbClr val="20538B"/>
              </a:buClr>
              <a:buSzPts val="1900"/>
              <a:buChar char="-"/>
            </a:pPr>
            <a:r>
              <a:rPr lang="en-US" sz="1900">
                <a:solidFill>
                  <a:srgbClr val="20538B"/>
                </a:solidFill>
              </a:rPr>
              <a:t>성공 시 취약으로 판단</a:t>
            </a:r>
            <a:br>
              <a:rPr lang="en-US" sz="1900">
                <a:solidFill>
                  <a:srgbClr val="20538B"/>
                </a:solidFill>
              </a:rPr>
            </a:br>
            <a:r>
              <a:rPr lang="en-US" sz="1900">
                <a:solidFill>
                  <a:srgbClr val="20538B"/>
                </a:solidFill>
              </a:rPr>
              <a:t>실패 시 비밀번호 변경 (</a:t>
            </a:r>
            <a:r>
              <a:rPr lang="en-US" sz="1900">
                <a:solidFill>
                  <a:srgbClr val="20538B"/>
                </a:solidFill>
              </a:rPr>
              <a:t>s@feP4ssW0rd) 후 다시 시도</a:t>
            </a:r>
            <a:endParaRPr sz="1900">
              <a:solidFill>
                <a:srgbClr val="20538B"/>
              </a:solidFill>
            </a:endParaRPr>
          </a:p>
          <a:p>
            <a:pPr indent="-349250" lvl="1" marL="914400" marR="0" rtl="0" algn="l">
              <a:lnSpc>
                <a:spcPct val="155000"/>
              </a:lnSpc>
              <a:spcBef>
                <a:spcPts val="0"/>
              </a:spcBef>
              <a:spcAft>
                <a:spcPts val="0"/>
              </a:spcAft>
              <a:buClr>
                <a:srgbClr val="20538B"/>
              </a:buClr>
              <a:buSzPts val="1900"/>
              <a:buChar char="-"/>
            </a:pPr>
            <a:r>
              <a:rPr lang="en-US" sz="1900">
                <a:solidFill>
                  <a:srgbClr val="20538B"/>
                </a:solidFill>
              </a:rPr>
              <a:t>성공 시 양호, 실패 시 unknown</a:t>
            </a:r>
            <a:endParaRPr sz="1900">
              <a:solidFill>
                <a:srgbClr val="20538B"/>
              </a:solidFill>
            </a:endParaRPr>
          </a:p>
          <a:p>
            <a:pPr indent="0" lvl="0" marL="0" marR="0" rtl="0" algn="l">
              <a:lnSpc>
                <a:spcPct val="155000"/>
              </a:lnSpc>
              <a:spcBef>
                <a:spcPts val="0"/>
              </a:spcBef>
              <a:spcAft>
                <a:spcPts val="0"/>
              </a:spcAft>
              <a:buNone/>
            </a:pPr>
            <a:r>
              <a:t/>
            </a:r>
            <a:endParaRPr b="0" i="0" sz="1800" u="none" cap="none" strike="noStrike">
              <a:solidFill>
                <a:srgbClr val="94B6DA"/>
              </a:solidFill>
              <a:latin typeface="Arial"/>
              <a:ea typeface="Arial"/>
              <a:cs typeface="Arial"/>
              <a:sym typeface="Arial"/>
            </a:endParaRPr>
          </a:p>
        </p:txBody>
      </p:sp>
      <p:pic>
        <p:nvPicPr>
          <p:cNvPr id="1918" name="Google Shape;1918;h26f5b0a23d79581a_7_88"/>
          <p:cNvPicPr preferRelativeResize="0"/>
          <p:nvPr/>
        </p:nvPicPr>
        <p:blipFill>
          <a:blip r:embed="rId5">
            <a:alphaModFix/>
          </a:blip>
          <a:stretch>
            <a:fillRect/>
          </a:stretch>
        </p:blipFill>
        <p:spPr>
          <a:xfrm>
            <a:off x="1270150" y="4423075"/>
            <a:ext cx="8277850" cy="2412400"/>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2" name="Shape 1922"/>
        <p:cNvGrpSpPr/>
        <p:nvPr/>
      </p:nvGrpSpPr>
      <p:grpSpPr>
        <a:xfrm>
          <a:off x="0" y="0"/>
          <a:ext cx="0" cy="0"/>
          <a:chOff x="0" y="0"/>
          <a:chExt cx="0" cy="0"/>
        </a:xfrm>
      </p:grpSpPr>
      <p:grpSp>
        <p:nvGrpSpPr>
          <p:cNvPr id="1923" name="Google Shape;1923;h32a9095667746e33_4_318"/>
          <p:cNvGrpSpPr/>
          <p:nvPr/>
        </p:nvGrpSpPr>
        <p:grpSpPr>
          <a:xfrm>
            <a:off x="-1081199" y="3274283"/>
            <a:ext cx="20615733" cy="7012716"/>
            <a:chOff x="-99239" y="-86"/>
            <a:chExt cx="27487644" cy="9350288"/>
          </a:xfrm>
        </p:grpSpPr>
        <p:grpSp>
          <p:nvGrpSpPr>
            <p:cNvPr id="1924" name="Google Shape;1924;h32a9095667746e33_4_318"/>
            <p:cNvGrpSpPr/>
            <p:nvPr/>
          </p:nvGrpSpPr>
          <p:grpSpPr>
            <a:xfrm rot="-5400000">
              <a:off x="11107617" y="-11206942"/>
              <a:ext cx="4770761" cy="27184472"/>
              <a:chOff x="0" y="-38100"/>
              <a:chExt cx="1831597" cy="10436700"/>
            </a:xfrm>
          </p:grpSpPr>
          <p:sp>
            <p:nvSpPr>
              <p:cNvPr id="1925" name="Google Shape;1925;h32a9095667746e33_4_318"/>
              <p:cNvSpPr/>
              <p:nvPr/>
            </p:nvSpPr>
            <p:spPr>
              <a:xfrm>
                <a:off x="0" y="0"/>
                <a:ext cx="1831597" cy="10398600"/>
              </a:xfrm>
              <a:custGeom>
                <a:rect b="b" l="l" r="r" t="t"/>
                <a:pathLst>
                  <a:path extrusionOk="0" h="10398600" w="1831597">
                    <a:moveTo>
                      <a:pt x="0" y="0"/>
                    </a:moveTo>
                    <a:lnTo>
                      <a:pt x="1831597" y="0"/>
                    </a:lnTo>
                    <a:lnTo>
                      <a:pt x="1831597" y="10398600"/>
                    </a:lnTo>
                    <a:lnTo>
                      <a:pt x="0" y="10398600"/>
                    </a:lnTo>
                    <a:close/>
                  </a:path>
                </a:pathLst>
              </a:custGeom>
              <a:solidFill>
                <a:srgbClr val="CBDDEF"/>
              </a:solidFill>
              <a:ln>
                <a:noFill/>
              </a:ln>
            </p:spPr>
          </p:sp>
          <p:sp>
            <p:nvSpPr>
              <p:cNvPr id="1926" name="Google Shape;1926;h32a9095667746e33_4_318"/>
              <p:cNvSpPr txBox="1"/>
              <p:nvPr/>
            </p:nvSpPr>
            <p:spPr>
              <a:xfrm>
                <a:off x="0" y="-38100"/>
                <a:ext cx="1831500" cy="10436700"/>
              </a:xfrm>
              <a:prstGeom prst="rect">
                <a:avLst/>
              </a:prstGeom>
              <a:noFill/>
              <a:ln>
                <a:noFill/>
              </a:ln>
            </p:spPr>
            <p:txBody>
              <a:bodyPr anchorCtr="0" anchor="ctr" bIns="27000" lIns="27000" spcFirstLastPara="1" rIns="27000" wrap="square" tIns="27000">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927" name="Google Shape;1927;h32a9095667746e33_4_318"/>
            <p:cNvGrpSpPr/>
            <p:nvPr/>
          </p:nvGrpSpPr>
          <p:grpSpPr>
            <a:xfrm rot="-5400000">
              <a:off x="11637133" y="-6401070"/>
              <a:ext cx="4579844" cy="26922700"/>
              <a:chOff x="0" y="-38100"/>
              <a:chExt cx="1758300" cy="10336200"/>
            </a:xfrm>
          </p:grpSpPr>
          <p:sp>
            <p:nvSpPr>
              <p:cNvPr id="1928" name="Google Shape;1928;h32a9095667746e33_4_318"/>
              <p:cNvSpPr/>
              <p:nvPr/>
            </p:nvSpPr>
            <p:spPr>
              <a:xfrm>
                <a:off x="0" y="0"/>
                <a:ext cx="1758210" cy="10298040"/>
              </a:xfrm>
              <a:custGeom>
                <a:rect b="b" l="l" r="r" t="t"/>
                <a:pathLst>
                  <a:path extrusionOk="0" h="10298040" w="1758210">
                    <a:moveTo>
                      <a:pt x="0" y="0"/>
                    </a:moveTo>
                    <a:lnTo>
                      <a:pt x="1758210" y="0"/>
                    </a:lnTo>
                    <a:lnTo>
                      <a:pt x="1758210" y="10298040"/>
                    </a:lnTo>
                    <a:lnTo>
                      <a:pt x="0" y="10298040"/>
                    </a:lnTo>
                    <a:close/>
                  </a:path>
                </a:pathLst>
              </a:custGeom>
              <a:solidFill>
                <a:srgbClr val="94B6DA"/>
              </a:solidFill>
              <a:ln>
                <a:noFill/>
              </a:ln>
            </p:spPr>
          </p:sp>
          <p:sp>
            <p:nvSpPr>
              <p:cNvPr id="1929" name="Google Shape;1929;h32a9095667746e33_4_318"/>
              <p:cNvSpPr txBox="1"/>
              <p:nvPr/>
            </p:nvSpPr>
            <p:spPr>
              <a:xfrm>
                <a:off x="0" y="-38100"/>
                <a:ext cx="1758300" cy="10336200"/>
              </a:xfrm>
              <a:prstGeom prst="rect">
                <a:avLst/>
              </a:prstGeom>
              <a:noFill/>
              <a:ln>
                <a:noFill/>
              </a:ln>
            </p:spPr>
            <p:txBody>
              <a:bodyPr anchorCtr="0" anchor="ctr" bIns="27000" lIns="27000" spcFirstLastPara="1" rIns="27000" wrap="square" tIns="27000">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grpSp>
        <p:nvGrpSpPr>
          <p:cNvPr id="1930" name="Google Shape;1930;h32a9095667746e33_4_318"/>
          <p:cNvGrpSpPr/>
          <p:nvPr/>
        </p:nvGrpSpPr>
        <p:grpSpPr>
          <a:xfrm>
            <a:off x="731085" y="622850"/>
            <a:ext cx="16825838" cy="9050174"/>
            <a:chOff x="0" y="-108814"/>
            <a:chExt cx="22434451" cy="12066898"/>
          </a:xfrm>
        </p:grpSpPr>
        <p:grpSp>
          <p:nvGrpSpPr>
            <p:cNvPr id="1931" name="Google Shape;1931;h32a9095667746e33_4_318"/>
            <p:cNvGrpSpPr/>
            <p:nvPr/>
          </p:nvGrpSpPr>
          <p:grpSpPr>
            <a:xfrm>
              <a:off x="26537" y="10214891"/>
              <a:ext cx="22386840" cy="1743193"/>
              <a:chOff x="0" y="-47625"/>
              <a:chExt cx="9809754" cy="763855"/>
            </a:xfrm>
          </p:grpSpPr>
          <p:sp>
            <p:nvSpPr>
              <p:cNvPr id="1932" name="Google Shape;1932;h32a9095667746e33_4_318"/>
              <p:cNvSpPr/>
              <p:nvPr/>
            </p:nvSpPr>
            <p:spPr>
              <a:xfrm>
                <a:off x="0" y="0"/>
                <a:ext cx="9809754" cy="716230"/>
              </a:xfrm>
              <a:custGeom>
                <a:rect b="b" l="l" r="r" t="t"/>
                <a:pathLst>
                  <a:path extrusionOk="0" h="716230" w="9809754">
                    <a:moveTo>
                      <a:pt x="0" y="0"/>
                    </a:moveTo>
                    <a:lnTo>
                      <a:pt x="9809754" y="0"/>
                    </a:lnTo>
                    <a:lnTo>
                      <a:pt x="9809754" y="716230"/>
                    </a:lnTo>
                    <a:lnTo>
                      <a:pt x="0" y="716230"/>
                    </a:lnTo>
                    <a:close/>
                  </a:path>
                </a:pathLst>
              </a:custGeom>
              <a:solidFill>
                <a:srgbClr val="20538B"/>
              </a:solidFill>
              <a:ln cap="sq" cmpd="sng" w="38100">
                <a:solidFill>
                  <a:srgbClr val="20538B"/>
                </a:solidFill>
                <a:prstDash val="solid"/>
                <a:miter lim="8000"/>
                <a:headEnd len="sm" w="sm" type="none"/>
                <a:tailEnd len="sm" w="sm" type="none"/>
              </a:ln>
            </p:spPr>
          </p:sp>
          <p:sp>
            <p:nvSpPr>
              <p:cNvPr id="1933" name="Google Shape;1933;h32a9095667746e33_4_318"/>
              <p:cNvSpPr txBox="1"/>
              <p:nvPr/>
            </p:nvSpPr>
            <p:spPr>
              <a:xfrm>
                <a:off x="0" y="-47625"/>
                <a:ext cx="9809700" cy="763800"/>
              </a:xfrm>
              <a:prstGeom prst="rect">
                <a:avLst/>
              </a:prstGeom>
              <a:noFill/>
              <a:ln>
                <a:noFill/>
              </a:ln>
            </p:spPr>
            <p:txBody>
              <a:bodyPr anchorCtr="0" anchor="ctr" bIns="50800" lIns="50800" spcFirstLastPara="1" rIns="50800" wrap="square" tIns="50800">
                <a:noAutofit/>
              </a:bodyPr>
              <a:lstStyle/>
              <a:p>
                <a:pPr indent="0" lvl="0" marL="0" marR="0" rtl="0" algn="ctr">
                  <a:lnSpc>
                    <a:spcPct val="175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934" name="Google Shape;1934;h32a9095667746e33_4_318"/>
            <p:cNvGrpSpPr/>
            <p:nvPr/>
          </p:nvGrpSpPr>
          <p:grpSpPr>
            <a:xfrm>
              <a:off x="0" y="-108814"/>
              <a:ext cx="22434451" cy="11946166"/>
              <a:chOff x="0" y="-47625"/>
              <a:chExt cx="9819000" cy="5228539"/>
            </a:xfrm>
          </p:grpSpPr>
          <p:sp>
            <p:nvSpPr>
              <p:cNvPr id="1935" name="Google Shape;1935;h32a9095667746e33_4_318"/>
              <p:cNvSpPr/>
              <p:nvPr/>
            </p:nvSpPr>
            <p:spPr>
              <a:xfrm>
                <a:off x="0" y="0"/>
                <a:ext cx="9818922" cy="5180914"/>
              </a:xfrm>
              <a:custGeom>
                <a:rect b="b" l="l" r="r" t="t"/>
                <a:pathLst>
                  <a:path extrusionOk="0" h="5180914" w="9818922">
                    <a:moveTo>
                      <a:pt x="0" y="0"/>
                    </a:moveTo>
                    <a:lnTo>
                      <a:pt x="9818922" y="0"/>
                    </a:lnTo>
                    <a:lnTo>
                      <a:pt x="9818922" y="5180914"/>
                    </a:lnTo>
                    <a:lnTo>
                      <a:pt x="0" y="5180914"/>
                    </a:lnTo>
                    <a:close/>
                  </a:path>
                </a:pathLst>
              </a:custGeom>
              <a:solidFill>
                <a:srgbClr val="FFFFFF"/>
              </a:solidFill>
              <a:ln cap="sq" cmpd="sng" w="38100">
                <a:solidFill>
                  <a:srgbClr val="20538B"/>
                </a:solidFill>
                <a:prstDash val="solid"/>
                <a:miter lim="8000"/>
                <a:headEnd len="sm" w="sm" type="none"/>
                <a:tailEnd len="sm" w="sm" type="none"/>
              </a:ln>
            </p:spPr>
          </p:sp>
          <p:sp>
            <p:nvSpPr>
              <p:cNvPr id="1936" name="Google Shape;1936;h32a9095667746e33_4_318"/>
              <p:cNvSpPr txBox="1"/>
              <p:nvPr/>
            </p:nvSpPr>
            <p:spPr>
              <a:xfrm>
                <a:off x="0" y="-47625"/>
                <a:ext cx="9819000" cy="5228400"/>
              </a:xfrm>
              <a:prstGeom prst="rect">
                <a:avLst/>
              </a:prstGeom>
              <a:noFill/>
              <a:ln>
                <a:noFill/>
              </a:ln>
            </p:spPr>
            <p:txBody>
              <a:bodyPr anchorCtr="0" anchor="ctr" bIns="50800" lIns="50800" spcFirstLastPara="1" rIns="50800" wrap="square" tIns="50800">
                <a:noAutofit/>
              </a:bodyPr>
              <a:lstStyle/>
              <a:p>
                <a:pPr indent="0" lvl="0" marL="0" marR="0" rtl="0" algn="ctr">
                  <a:lnSpc>
                    <a:spcPct val="175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grpSp>
        <p:nvGrpSpPr>
          <p:cNvPr id="1937" name="Google Shape;1937;h32a9095667746e33_4_318"/>
          <p:cNvGrpSpPr/>
          <p:nvPr/>
        </p:nvGrpSpPr>
        <p:grpSpPr>
          <a:xfrm>
            <a:off x="763743" y="662704"/>
            <a:ext cx="16759942" cy="1561150"/>
            <a:chOff x="0" y="-38100"/>
            <a:chExt cx="8581200" cy="799319"/>
          </a:xfrm>
        </p:grpSpPr>
        <p:sp>
          <p:nvSpPr>
            <p:cNvPr id="1938" name="Google Shape;1938;h32a9095667746e33_4_318"/>
            <p:cNvSpPr/>
            <p:nvPr/>
          </p:nvSpPr>
          <p:spPr>
            <a:xfrm>
              <a:off x="0" y="0"/>
              <a:ext cx="8581180" cy="761219"/>
            </a:xfrm>
            <a:custGeom>
              <a:rect b="b" l="l" r="r" t="t"/>
              <a:pathLst>
                <a:path extrusionOk="0" h="761219" w="8581180">
                  <a:moveTo>
                    <a:pt x="0" y="0"/>
                  </a:moveTo>
                  <a:lnTo>
                    <a:pt x="8581180" y="0"/>
                  </a:lnTo>
                  <a:lnTo>
                    <a:pt x="8581180" y="761219"/>
                  </a:lnTo>
                  <a:lnTo>
                    <a:pt x="0" y="761219"/>
                  </a:lnTo>
                  <a:close/>
                </a:path>
              </a:pathLst>
            </a:custGeom>
            <a:solidFill>
              <a:srgbClr val="EEF6FF"/>
            </a:solidFill>
            <a:ln cap="sq" cmpd="sng" w="9525">
              <a:solidFill>
                <a:srgbClr val="20538B"/>
              </a:solidFill>
              <a:prstDash val="solid"/>
              <a:miter lim="8000"/>
              <a:headEnd len="sm" w="sm" type="none"/>
              <a:tailEnd len="sm" w="sm" type="none"/>
            </a:ln>
          </p:spPr>
        </p:sp>
        <p:sp>
          <p:nvSpPr>
            <p:cNvPr id="1939" name="Google Shape;1939;h32a9095667746e33_4_318"/>
            <p:cNvSpPr txBox="1"/>
            <p:nvPr/>
          </p:nvSpPr>
          <p:spPr>
            <a:xfrm>
              <a:off x="0" y="-38100"/>
              <a:ext cx="8581200" cy="799200"/>
            </a:xfrm>
            <a:prstGeom prst="rect">
              <a:avLst/>
            </a:prstGeom>
            <a:noFill/>
            <a:ln>
              <a:noFill/>
            </a:ln>
          </p:spPr>
          <p:txBody>
            <a:bodyPr anchorCtr="0" anchor="ctr" bIns="39175" lIns="39175" spcFirstLastPara="1" rIns="39175" wrap="square" tIns="39175">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940" name="Google Shape;1940;h32a9095667746e33_4_318"/>
          <p:cNvSpPr/>
          <p:nvPr/>
        </p:nvSpPr>
        <p:spPr>
          <a:xfrm>
            <a:off x="15531691" y="160918"/>
            <a:ext cx="996214" cy="1021758"/>
          </a:xfrm>
          <a:custGeom>
            <a:rect b="b" l="l" r="r" t="t"/>
            <a:pathLst>
              <a:path extrusionOk="0" h="1021758" w="996214">
                <a:moveTo>
                  <a:pt x="0" y="0"/>
                </a:moveTo>
                <a:lnTo>
                  <a:pt x="996214" y="0"/>
                </a:lnTo>
                <a:lnTo>
                  <a:pt x="996214" y="1021758"/>
                </a:lnTo>
                <a:lnTo>
                  <a:pt x="0" y="1021758"/>
                </a:lnTo>
                <a:lnTo>
                  <a:pt x="0" y="0"/>
                </a:lnTo>
                <a:close/>
              </a:path>
            </a:pathLst>
          </a:custGeom>
          <a:blipFill rotWithShape="1">
            <a:blip r:embed="rId3">
              <a:alphaModFix/>
            </a:blip>
            <a:stretch>
              <a:fillRect b="0" l="0" r="0" t="0"/>
            </a:stretch>
          </a:blipFill>
          <a:ln>
            <a:noFill/>
          </a:ln>
        </p:spPr>
      </p:sp>
      <p:sp>
        <p:nvSpPr>
          <p:cNvPr id="1941" name="Google Shape;1941;h32a9095667746e33_4_318"/>
          <p:cNvSpPr/>
          <p:nvPr/>
        </p:nvSpPr>
        <p:spPr>
          <a:xfrm>
            <a:off x="9497723" y="4465516"/>
            <a:ext cx="272321" cy="272321"/>
          </a:xfrm>
          <a:custGeom>
            <a:rect b="b" l="l" r="r" t="t"/>
            <a:pathLst>
              <a:path extrusionOk="0" h="272321" w="272321">
                <a:moveTo>
                  <a:pt x="0" y="0"/>
                </a:moveTo>
                <a:lnTo>
                  <a:pt x="272321" y="0"/>
                </a:lnTo>
                <a:lnTo>
                  <a:pt x="272321" y="272321"/>
                </a:lnTo>
                <a:lnTo>
                  <a:pt x="0" y="272321"/>
                </a:lnTo>
                <a:lnTo>
                  <a:pt x="0" y="0"/>
                </a:lnTo>
                <a:close/>
              </a:path>
            </a:pathLst>
          </a:custGeom>
          <a:blipFill rotWithShape="1">
            <a:blip r:embed="rId4">
              <a:alphaModFix/>
            </a:blip>
            <a:stretch>
              <a:fillRect b="0" l="0" r="0" t="0"/>
            </a:stretch>
          </a:blipFill>
          <a:ln>
            <a:noFill/>
          </a:ln>
        </p:spPr>
      </p:sp>
      <p:sp>
        <p:nvSpPr>
          <p:cNvPr id="1942" name="Google Shape;1942;h32a9095667746e33_4_318"/>
          <p:cNvSpPr txBox="1"/>
          <p:nvPr/>
        </p:nvSpPr>
        <p:spPr>
          <a:xfrm>
            <a:off x="2395000" y="893150"/>
            <a:ext cx="13923600" cy="769500"/>
          </a:xfrm>
          <a:prstGeom prst="rect">
            <a:avLst/>
          </a:prstGeom>
          <a:noFill/>
          <a:ln>
            <a:noFill/>
          </a:ln>
        </p:spPr>
        <p:txBody>
          <a:bodyPr anchorCtr="0" anchor="t" bIns="0" lIns="0" spcFirstLastPara="1" rIns="0" wrap="square" tIns="0">
            <a:spAutoFit/>
          </a:bodyPr>
          <a:lstStyle/>
          <a:p>
            <a:pPr indent="0" lvl="0" marL="0" marR="0" rtl="0" algn="l">
              <a:lnSpc>
                <a:spcPct val="192000"/>
              </a:lnSpc>
              <a:spcBef>
                <a:spcPts val="0"/>
              </a:spcBef>
              <a:spcAft>
                <a:spcPts val="0"/>
              </a:spcAft>
              <a:buNone/>
            </a:pPr>
            <a:r>
              <a:rPr b="1" i="0" lang="en-US" sz="5000" u="none" cap="none" strike="noStrike">
                <a:solidFill>
                  <a:srgbClr val="20538B"/>
                </a:solidFill>
                <a:latin typeface="Arial"/>
                <a:ea typeface="Arial"/>
                <a:cs typeface="Arial"/>
                <a:sym typeface="Arial"/>
              </a:rPr>
              <a:t>취약점 분석 및 시나리오</a:t>
            </a:r>
            <a:r>
              <a:rPr b="1" lang="en-US" sz="5000">
                <a:solidFill>
                  <a:srgbClr val="20538B"/>
                </a:solidFill>
              </a:rPr>
              <a:t> </a:t>
            </a:r>
            <a:r>
              <a:rPr b="1" lang="en-US" sz="3500">
                <a:solidFill>
                  <a:srgbClr val="20538B"/>
                </a:solidFill>
              </a:rPr>
              <a:t>- 약한 비밀번호 정책(cont’d)</a:t>
            </a:r>
            <a:endParaRPr b="1" i="0" sz="3500" u="none" cap="none" strike="noStrike">
              <a:solidFill>
                <a:srgbClr val="20538B"/>
              </a:solidFill>
              <a:latin typeface="Arial"/>
              <a:ea typeface="Arial"/>
              <a:cs typeface="Arial"/>
              <a:sym typeface="Arial"/>
            </a:endParaRPr>
          </a:p>
        </p:txBody>
      </p:sp>
      <p:sp>
        <p:nvSpPr>
          <p:cNvPr id="1943" name="Google Shape;1943;h32a9095667746e33_4_318"/>
          <p:cNvSpPr txBox="1"/>
          <p:nvPr/>
        </p:nvSpPr>
        <p:spPr>
          <a:xfrm>
            <a:off x="1437501" y="920715"/>
            <a:ext cx="834600" cy="751200"/>
          </a:xfrm>
          <a:prstGeom prst="rect">
            <a:avLst/>
          </a:prstGeom>
          <a:noFill/>
          <a:ln>
            <a:noFill/>
          </a:ln>
        </p:spPr>
        <p:txBody>
          <a:bodyPr anchorCtr="0" anchor="t" bIns="0" lIns="0" spcFirstLastPara="1" rIns="0" wrap="square" tIns="0">
            <a:spAutoFit/>
          </a:bodyPr>
          <a:lstStyle/>
          <a:p>
            <a:pPr indent="0" lvl="0" marL="0" marR="0" rtl="0" algn="l">
              <a:lnSpc>
                <a:spcPct val="192009"/>
              </a:lnSpc>
              <a:spcBef>
                <a:spcPts val="0"/>
              </a:spcBef>
              <a:spcAft>
                <a:spcPts val="0"/>
              </a:spcAft>
              <a:buNone/>
            </a:pPr>
            <a:r>
              <a:rPr b="1" i="0" lang="en-US" sz="4881" u="none" cap="none" strike="noStrike">
                <a:solidFill>
                  <a:srgbClr val="CBDDEF"/>
                </a:solidFill>
                <a:latin typeface="Arial"/>
                <a:ea typeface="Arial"/>
                <a:cs typeface="Arial"/>
                <a:sym typeface="Arial"/>
              </a:rPr>
              <a:t>0</a:t>
            </a:r>
            <a:r>
              <a:rPr b="1" lang="en-US" sz="4881">
                <a:solidFill>
                  <a:srgbClr val="CBDDEF"/>
                </a:solidFill>
              </a:rPr>
              <a:t>4</a:t>
            </a:r>
            <a:endParaRPr/>
          </a:p>
        </p:txBody>
      </p:sp>
      <p:sp>
        <p:nvSpPr>
          <p:cNvPr id="1944" name="Google Shape;1944;h32a9095667746e33_4_318"/>
          <p:cNvSpPr txBox="1"/>
          <p:nvPr/>
        </p:nvSpPr>
        <p:spPr>
          <a:xfrm>
            <a:off x="9891650" y="4386125"/>
            <a:ext cx="7197600" cy="4311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US" sz="2800">
                <a:solidFill>
                  <a:srgbClr val="20538B"/>
                </a:solidFill>
              </a:rPr>
              <a:t>점검 </a:t>
            </a:r>
            <a:r>
              <a:rPr b="1" lang="en-US" sz="2800">
                <a:solidFill>
                  <a:srgbClr val="20538B"/>
                </a:solidFill>
              </a:rPr>
              <a:t>결과</a:t>
            </a:r>
            <a:endParaRPr/>
          </a:p>
        </p:txBody>
      </p:sp>
      <p:sp>
        <p:nvSpPr>
          <p:cNvPr id="1945" name="Google Shape;1945;h32a9095667746e33_4_318"/>
          <p:cNvSpPr txBox="1"/>
          <p:nvPr/>
        </p:nvSpPr>
        <p:spPr>
          <a:xfrm>
            <a:off x="9891650" y="4974950"/>
            <a:ext cx="7097100" cy="1183800"/>
          </a:xfrm>
          <a:prstGeom prst="rect">
            <a:avLst/>
          </a:prstGeom>
          <a:noFill/>
          <a:ln>
            <a:noFill/>
          </a:ln>
        </p:spPr>
        <p:txBody>
          <a:bodyPr anchorCtr="0" anchor="t" bIns="0" lIns="0" spcFirstLastPara="1" rIns="0" wrap="square" tIns="0">
            <a:spAutoFit/>
          </a:bodyPr>
          <a:lstStyle/>
          <a:p>
            <a:pPr indent="-349250" lvl="0" marL="457200" marR="0" rtl="0" algn="l">
              <a:lnSpc>
                <a:spcPct val="155000"/>
              </a:lnSpc>
              <a:spcBef>
                <a:spcPts val="0"/>
              </a:spcBef>
              <a:spcAft>
                <a:spcPts val="0"/>
              </a:spcAft>
              <a:buClr>
                <a:srgbClr val="20538B"/>
              </a:buClr>
              <a:buSzPts val="1900"/>
              <a:buChar char="-"/>
            </a:pPr>
            <a:r>
              <a:rPr lang="en-US" sz="1900">
                <a:solidFill>
                  <a:srgbClr val="20538B"/>
                </a:solidFill>
              </a:rPr>
              <a:t>/login 에서 student1/student123 으로 로그인 성공 -&gt; 취약</a:t>
            </a:r>
            <a:endParaRPr sz="1900">
              <a:solidFill>
                <a:srgbClr val="20538B"/>
              </a:solidFill>
            </a:endParaRPr>
          </a:p>
          <a:p>
            <a:pPr indent="-349250" lvl="0" marL="457200" marR="0" rtl="0" algn="l">
              <a:lnSpc>
                <a:spcPct val="155000"/>
              </a:lnSpc>
              <a:spcBef>
                <a:spcPts val="0"/>
              </a:spcBef>
              <a:spcAft>
                <a:spcPts val="0"/>
              </a:spcAft>
              <a:buClr>
                <a:srgbClr val="20538B"/>
              </a:buClr>
              <a:buSzPts val="1900"/>
              <a:buChar char="-"/>
            </a:pPr>
            <a:r>
              <a:rPr lang="en-US" sz="1900">
                <a:solidFill>
                  <a:srgbClr val="20538B"/>
                </a:solidFill>
              </a:rPr>
              <a:t>/register 에서 testueref9c/1234 로 로그인 성공 -&gt; 취약</a:t>
            </a:r>
            <a:endParaRPr sz="1900">
              <a:solidFill>
                <a:srgbClr val="20538B"/>
              </a:solidFill>
            </a:endParaRPr>
          </a:p>
          <a:p>
            <a:pPr indent="0" lvl="0" marL="0" marR="0" rtl="0" algn="l">
              <a:lnSpc>
                <a:spcPct val="155000"/>
              </a:lnSpc>
              <a:spcBef>
                <a:spcPts val="0"/>
              </a:spcBef>
              <a:spcAft>
                <a:spcPts val="0"/>
              </a:spcAft>
              <a:buNone/>
            </a:pPr>
            <a:r>
              <a:t/>
            </a:r>
            <a:endParaRPr b="0" i="0" sz="1800" u="none" cap="none" strike="noStrike">
              <a:solidFill>
                <a:srgbClr val="94B6DA"/>
              </a:solidFill>
              <a:latin typeface="Arial"/>
              <a:ea typeface="Arial"/>
              <a:cs typeface="Arial"/>
              <a:sym typeface="Arial"/>
            </a:endParaRPr>
          </a:p>
        </p:txBody>
      </p:sp>
      <p:pic>
        <p:nvPicPr>
          <p:cNvPr id="1946" name="Google Shape;1946;h32a9095667746e33_4_318"/>
          <p:cNvPicPr preferRelativeResize="0"/>
          <p:nvPr/>
        </p:nvPicPr>
        <p:blipFill>
          <a:blip r:embed="rId5">
            <a:alphaModFix/>
          </a:blip>
          <a:stretch>
            <a:fillRect/>
          </a:stretch>
        </p:blipFill>
        <p:spPr>
          <a:xfrm>
            <a:off x="1254855" y="4232980"/>
            <a:ext cx="8121275" cy="2832379"/>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0" name="Shape 1950"/>
        <p:cNvGrpSpPr/>
        <p:nvPr/>
      </p:nvGrpSpPr>
      <p:grpSpPr>
        <a:xfrm>
          <a:off x="0" y="0"/>
          <a:ext cx="0" cy="0"/>
          <a:chOff x="0" y="0"/>
          <a:chExt cx="0" cy="0"/>
        </a:xfrm>
      </p:grpSpPr>
      <p:grpSp>
        <p:nvGrpSpPr>
          <p:cNvPr id="1951" name="Google Shape;1951;h32a9095667746e33_3_0"/>
          <p:cNvGrpSpPr/>
          <p:nvPr/>
        </p:nvGrpSpPr>
        <p:grpSpPr>
          <a:xfrm>
            <a:off x="-1081199" y="3274283"/>
            <a:ext cx="20615733" cy="7012716"/>
            <a:chOff x="-99239" y="-86"/>
            <a:chExt cx="27487644" cy="9350288"/>
          </a:xfrm>
        </p:grpSpPr>
        <p:grpSp>
          <p:nvGrpSpPr>
            <p:cNvPr id="1952" name="Google Shape;1952;h32a9095667746e33_3_0"/>
            <p:cNvGrpSpPr/>
            <p:nvPr/>
          </p:nvGrpSpPr>
          <p:grpSpPr>
            <a:xfrm rot="-5400000">
              <a:off x="11107617" y="-11206942"/>
              <a:ext cx="4770761" cy="27184472"/>
              <a:chOff x="0" y="-38100"/>
              <a:chExt cx="1831597" cy="10436700"/>
            </a:xfrm>
          </p:grpSpPr>
          <p:sp>
            <p:nvSpPr>
              <p:cNvPr id="1953" name="Google Shape;1953;h32a9095667746e33_3_0"/>
              <p:cNvSpPr/>
              <p:nvPr/>
            </p:nvSpPr>
            <p:spPr>
              <a:xfrm>
                <a:off x="0" y="0"/>
                <a:ext cx="1831597" cy="10398600"/>
              </a:xfrm>
              <a:custGeom>
                <a:rect b="b" l="l" r="r" t="t"/>
                <a:pathLst>
                  <a:path extrusionOk="0" h="10398600" w="1831597">
                    <a:moveTo>
                      <a:pt x="0" y="0"/>
                    </a:moveTo>
                    <a:lnTo>
                      <a:pt x="1831597" y="0"/>
                    </a:lnTo>
                    <a:lnTo>
                      <a:pt x="1831597" y="10398600"/>
                    </a:lnTo>
                    <a:lnTo>
                      <a:pt x="0" y="10398600"/>
                    </a:lnTo>
                    <a:close/>
                  </a:path>
                </a:pathLst>
              </a:custGeom>
              <a:solidFill>
                <a:srgbClr val="CBDDEF"/>
              </a:solidFill>
              <a:ln>
                <a:noFill/>
              </a:ln>
            </p:spPr>
          </p:sp>
          <p:sp>
            <p:nvSpPr>
              <p:cNvPr id="1954" name="Google Shape;1954;h32a9095667746e33_3_0"/>
              <p:cNvSpPr txBox="1"/>
              <p:nvPr/>
            </p:nvSpPr>
            <p:spPr>
              <a:xfrm>
                <a:off x="0" y="-38100"/>
                <a:ext cx="1831500" cy="10436700"/>
              </a:xfrm>
              <a:prstGeom prst="rect">
                <a:avLst/>
              </a:prstGeom>
              <a:noFill/>
              <a:ln>
                <a:noFill/>
              </a:ln>
            </p:spPr>
            <p:txBody>
              <a:bodyPr anchorCtr="0" anchor="ctr" bIns="27000" lIns="27000" spcFirstLastPara="1" rIns="27000" wrap="square" tIns="27000">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955" name="Google Shape;1955;h32a9095667746e33_3_0"/>
            <p:cNvGrpSpPr/>
            <p:nvPr/>
          </p:nvGrpSpPr>
          <p:grpSpPr>
            <a:xfrm rot="-5400000">
              <a:off x="11637133" y="-6401070"/>
              <a:ext cx="4579844" cy="26922700"/>
              <a:chOff x="0" y="-38100"/>
              <a:chExt cx="1758300" cy="10336200"/>
            </a:xfrm>
          </p:grpSpPr>
          <p:sp>
            <p:nvSpPr>
              <p:cNvPr id="1956" name="Google Shape;1956;h32a9095667746e33_3_0"/>
              <p:cNvSpPr/>
              <p:nvPr/>
            </p:nvSpPr>
            <p:spPr>
              <a:xfrm>
                <a:off x="0" y="0"/>
                <a:ext cx="1758210" cy="10298040"/>
              </a:xfrm>
              <a:custGeom>
                <a:rect b="b" l="l" r="r" t="t"/>
                <a:pathLst>
                  <a:path extrusionOk="0" h="10298040" w="1758210">
                    <a:moveTo>
                      <a:pt x="0" y="0"/>
                    </a:moveTo>
                    <a:lnTo>
                      <a:pt x="1758210" y="0"/>
                    </a:lnTo>
                    <a:lnTo>
                      <a:pt x="1758210" y="10298040"/>
                    </a:lnTo>
                    <a:lnTo>
                      <a:pt x="0" y="10298040"/>
                    </a:lnTo>
                    <a:close/>
                  </a:path>
                </a:pathLst>
              </a:custGeom>
              <a:solidFill>
                <a:srgbClr val="94B6DA"/>
              </a:solidFill>
              <a:ln>
                <a:noFill/>
              </a:ln>
            </p:spPr>
          </p:sp>
          <p:sp>
            <p:nvSpPr>
              <p:cNvPr id="1957" name="Google Shape;1957;h32a9095667746e33_3_0"/>
              <p:cNvSpPr txBox="1"/>
              <p:nvPr/>
            </p:nvSpPr>
            <p:spPr>
              <a:xfrm>
                <a:off x="0" y="-38100"/>
                <a:ext cx="1758300" cy="10336200"/>
              </a:xfrm>
              <a:prstGeom prst="rect">
                <a:avLst/>
              </a:prstGeom>
              <a:noFill/>
              <a:ln>
                <a:noFill/>
              </a:ln>
            </p:spPr>
            <p:txBody>
              <a:bodyPr anchorCtr="0" anchor="ctr" bIns="27000" lIns="27000" spcFirstLastPara="1" rIns="27000" wrap="square" tIns="27000">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grpSp>
        <p:nvGrpSpPr>
          <p:cNvPr id="1958" name="Google Shape;1958;h32a9095667746e33_3_0"/>
          <p:cNvGrpSpPr/>
          <p:nvPr/>
        </p:nvGrpSpPr>
        <p:grpSpPr>
          <a:xfrm>
            <a:off x="731085" y="622850"/>
            <a:ext cx="16825838" cy="9050174"/>
            <a:chOff x="0" y="-108814"/>
            <a:chExt cx="22434451" cy="12066898"/>
          </a:xfrm>
        </p:grpSpPr>
        <p:grpSp>
          <p:nvGrpSpPr>
            <p:cNvPr id="1959" name="Google Shape;1959;h32a9095667746e33_3_0"/>
            <p:cNvGrpSpPr/>
            <p:nvPr/>
          </p:nvGrpSpPr>
          <p:grpSpPr>
            <a:xfrm>
              <a:off x="26537" y="10214891"/>
              <a:ext cx="22386840" cy="1743193"/>
              <a:chOff x="0" y="-47625"/>
              <a:chExt cx="9809754" cy="763855"/>
            </a:xfrm>
          </p:grpSpPr>
          <p:sp>
            <p:nvSpPr>
              <p:cNvPr id="1960" name="Google Shape;1960;h32a9095667746e33_3_0"/>
              <p:cNvSpPr/>
              <p:nvPr/>
            </p:nvSpPr>
            <p:spPr>
              <a:xfrm>
                <a:off x="0" y="0"/>
                <a:ext cx="9809754" cy="716230"/>
              </a:xfrm>
              <a:custGeom>
                <a:rect b="b" l="l" r="r" t="t"/>
                <a:pathLst>
                  <a:path extrusionOk="0" h="716230" w="9809754">
                    <a:moveTo>
                      <a:pt x="0" y="0"/>
                    </a:moveTo>
                    <a:lnTo>
                      <a:pt x="9809754" y="0"/>
                    </a:lnTo>
                    <a:lnTo>
                      <a:pt x="9809754" y="716230"/>
                    </a:lnTo>
                    <a:lnTo>
                      <a:pt x="0" y="716230"/>
                    </a:lnTo>
                    <a:close/>
                  </a:path>
                </a:pathLst>
              </a:custGeom>
              <a:solidFill>
                <a:srgbClr val="20538B"/>
              </a:solidFill>
              <a:ln cap="sq" cmpd="sng" w="38100">
                <a:solidFill>
                  <a:srgbClr val="20538B"/>
                </a:solidFill>
                <a:prstDash val="solid"/>
                <a:miter lim="8000"/>
                <a:headEnd len="sm" w="sm" type="none"/>
                <a:tailEnd len="sm" w="sm" type="none"/>
              </a:ln>
            </p:spPr>
          </p:sp>
          <p:sp>
            <p:nvSpPr>
              <p:cNvPr id="1961" name="Google Shape;1961;h32a9095667746e33_3_0"/>
              <p:cNvSpPr txBox="1"/>
              <p:nvPr/>
            </p:nvSpPr>
            <p:spPr>
              <a:xfrm>
                <a:off x="0" y="-47625"/>
                <a:ext cx="9809700" cy="763800"/>
              </a:xfrm>
              <a:prstGeom prst="rect">
                <a:avLst/>
              </a:prstGeom>
              <a:noFill/>
              <a:ln>
                <a:noFill/>
              </a:ln>
            </p:spPr>
            <p:txBody>
              <a:bodyPr anchorCtr="0" anchor="ctr" bIns="50800" lIns="50800" spcFirstLastPara="1" rIns="50800" wrap="square" tIns="50800">
                <a:noAutofit/>
              </a:bodyPr>
              <a:lstStyle/>
              <a:p>
                <a:pPr indent="0" lvl="0" marL="0" marR="0" rtl="0" algn="ctr">
                  <a:lnSpc>
                    <a:spcPct val="175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962" name="Google Shape;1962;h32a9095667746e33_3_0"/>
            <p:cNvGrpSpPr/>
            <p:nvPr/>
          </p:nvGrpSpPr>
          <p:grpSpPr>
            <a:xfrm>
              <a:off x="0" y="-108814"/>
              <a:ext cx="22434451" cy="11946166"/>
              <a:chOff x="0" y="-47625"/>
              <a:chExt cx="9819000" cy="5228539"/>
            </a:xfrm>
          </p:grpSpPr>
          <p:sp>
            <p:nvSpPr>
              <p:cNvPr id="1963" name="Google Shape;1963;h32a9095667746e33_3_0"/>
              <p:cNvSpPr/>
              <p:nvPr/>
            </p:nvSpPr>
            <p:spPr>
              <a:xfrm>
                <a:off x="0" y="0"/>
                <a:ext cx="9818922" cy="5180914"/>
              </a:xfrm>
              <a:custGeom>
                <a:rect b="b" l="l" r="r" t="t"/>
                <a:pathLst>
                  <a:path extrusionOk="0" h="5180914" w="9818922">
                    <a:moveTo>
                      <a:pt x="0" y="0"/>
                    </a:moveTo>
                    <a:lnTo>
                      <a:pt x="9818922" y="0"/>
                    </a:lnTo>
                    <a:lnTo>
                      <a:pt x="9818922" y="5180914"/>
                    </a:lnTo>
                    <a:lnTo>
                      <a:pt x="0" y="5180914"/>
                    </a:lnTo>
                    <a:close/>
                  </a:path>
                </a:pathLst>
              </a:custGeom>
              <a:solidFill>
                <a:srgbClr val="FFFFFF"/>
              </a:solidFill>
              <a:ln cap="sq" cmpd="sng" w="38100">
                <a:solidFill>
                  <a:srgbClr val="20538B"/>
                </a:solidFill>
                <a:prstDash val="solid"/>
                <a:miter lim="8000"/>
                <a:headEnd len="sm" w="sm" type="none"/>
                <a:tailEnd len="sm" w="sm" type="none"/>
              </a:ln>
            </p:spPr>
          </p:sp>
          <p:sp>
            <p:nvSpPr>
              <p:cNvPr id="1964" name="Google Shape;1964;h32a9095667746e33_3_0"/>
              <p:cNvSpPr txBox="1"/>
              <p:nvPr/>
            </p:nvSpPr>
            <p:spPr>
              <a:xfrm>
                <a:off x="0" y="-47625"/>
                <a:ext cx="9819000" cy="5228400"/>
              </a:xfrm>
              <a:prstGeom prst="rect">
                <a:avLst/>
              </a:prstGeom>
              <a:noFill/>
              <a:ln>
                <a:noFill/>
              </a:ln>
            </p:spPr>
            <p:txBody>
              <a:bodyPr anchorCtr="0" anchor="ctr" bIns="50800" lIns="50800" spcFirstLastPara="1" rIns="50800" wrap="square" tIns="50800">
                <a:noAutofit/>
              </a:bodyPr>
              <a:lstStyle/>
              <a:p>
                <a:pPr indent="0" lvl="0" marL="0" marR="0" rtl="0" algn="ctr">
                  <a:lnSpc>
                    <a:spcPct val="175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grpSp>
        <p:nvGrpSpPr>
          <p:cNvPr id="1965" name="Google Shape;1965;h32a9095667746e33_3_0"/>
          <p:cNvGrpSpPr/>
          <p:nvPr/>
        </p:nvGrpSpPr>
        <p:grpSpPr>
          <a:xfrm>
            <a:off x="763743" y="662704"/>
            <a:ext cx="16759942" cy="1561150"/>
            <a:chOff x="0" y="-38100"/>
            <a:chExt cx="8581200" cy="799319"/>
          </a:xfrm>
        </p:grpSpPr>
        <p:sp>
          <p:nvSpPr>
            <p:cNvPr id="1966" name="Google Shape;1966;h32a9095667746e33_3_0"/>
            <p:cNvSpPr/>
            <p:nvPr/>
          </p:nvSpPr>
          <p:spPr>
            <a:xfrm>
              <a:off x="0" y="0"/>
              <a:ext cx="8581180" cy="761219"/>
            </a:xfrm>
            <a:custGeom>
              <a:rect b="b" l="l" r="r" t="t"/>
              <a:pathLst>
                <a:path extrusionOk="0" h="761219" w="8581180">
                  <a:moveTo>
                    <a:pt x="0" y="0"/>
                  </a:moveTo>
                  <a:lnTo>
                    <a:pt x="8581180" y="0"/>
                  </a:lnTo>
                  <a:lnTo>
                    <a:pt x="8581180" y="761219"/>
                  </a:lnTo>
                  <a:lnTo>
                    <a:pt x="0" y="761219"/>
                  </a:lnTo>
                  <a:close/>
                </a:path>
              </a:pathLst>
            </a:custGeom>
            <a:solidFill>
              <a:srgbClr val="EEF6FF"/>
            </a:solidFill>
            <a:ln cap="sq" cmpd="sng" w="9525">
              <a:solidFill>
                <a:srgbClr val="20538B"/>
              </a:solidFill>
              <a:prstDash val="solid"/>
              <a:miter lim="8000"/>
              <a:headEnd len="sm" w="sm" type="none"/>
              <a:tailEnd len="sm" w="sm" type="none"/>
            </a:ln>
          </p:spPr>
        </p:sp>
        <p:sp>
          <p:nvSpPr>
            <p:cNvPr id="1967" name="Google Shape;1967;h32a9095667746e33_3_0"/>
            <p:cNvSpPr txBox="1"/>
            <p:nvPr/>
          </p:nvSpPr>
          <p:spPr>
            <a:xfrm>
              <a:off x="0" y="-38100"/>
              <a:ext cx="8581200" cy="799200"/>
            </a:xfrm>
            <a:prstGeom prst="rect">
              <a:avLst/>
            </a:prstGeom>
            <a:noFill/>
            <a:ln>
              <a:noFill/>
            </a:ln>
          </p:spPr>
          <p:txBody>
            <a:bodyPr anchorCtr="0" anchor="ctr" bIns="39175" lIns="39175" spcFirstLastPara="1" rIns="39175" wrap="square" tIns="39175">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968" name="Google Shape;1968;h32a9095667746e33_3_0"/>
          <p:cNvSpPr/>
          <p:nvPr/>
        </p:nvSpPr>
        <p:spPr>
          <a:xfrm>
            <a:off x="15531691" y="160918"/>
            <a:ext cx="996214" cy="1021758"/>
          </a:xfrm>
          <a:custGeom>
            <a:rect b="b" l="l" r="r" t="t"/>
            <a:pathLst>
              <a:path extrusionOk="0" h="1021758" w="996214">
                <a:moveTo>
                  <a:pt x="0" y="0"/>
                </a:moveTo>
                <a:lnTo>
                  <a:pt x="996214" y="0"/>
                </a:lnTo>
                <a:lnTo>
                  <a:pt x="996214" y="1021758"/>
                </a:lnTo>
                <a:lnTo>
                  <a:pt x="0" y="1021758"/>
                </a:lnTo>
                <a:lnTo>
                  <a:pt x="0" y="0"/>
                </a:lnTo>
                <a:close/>
              </a:path>
            </a:pathLst>
          </a:custGeom>
          <a:blipFill rotWithShape="1">
            <a:blip r:embed="rId3">
              <a:alphaModFix/>
            </a:blip>
            <a:stretch>
              <a:fillRect b="0" l="0" r="0" t="0"/>
            </a:stretch>
          </a:blipFill>
          <a:ln>
            <a:noFill/>
          </a:ln>
        </p:spPr>
      </p:sp>
      <p:sp>
        <p:nvSpPr>
          <p:cNvPr id="1969" name="Google Shape;1969;h32a9095667746e33_3_0"/>
          <p:cNvSpPr txBox="1"/>
          <p:nvPr/>
        </p:nvSpPr>
        <p:spPr>
          <a:xfrm>
            <a:off x="2395000" y="893150"/>
            <a:ext cx="13923600" cy="769500"/>
          </a:xfrm>
          <a:prstGeom prst="rect">
            <a:avLst/>
          </a:prstGeom>
          <a:noFill/>
          <a:ln>
            <a:noFill/>
          </a:ln>
        </p:spPr>
        <p:txBody>
          <a:bodyPr anchorCtr="0" anchor="t" bIns="0" lIns="0" spcFirstLastPara="1" rIns="0" wrap="square" tIns="0">
            <a:spAutoFit/>
          </a:bodyPr>
          <a:lstStyle/>
          <a:p>
            <a:pPr indent="0" lvl="0" marL="0" marR="0" rtl="0" algn="l">
              <a:lnSpc>
                <a:spcPct val="192000"/>
              </a:lnSpc>
              <a:spcBef>
                <a:spcPts val="0"/>
              </a:spcBef>
              <a:spcAft>
                <a:spcPts val="0"/>
              </a:spcAft>
              <a:buNone/>
            </a:pPr>
            <a:r>
              <a:rPr b="1" lang="en-US" sz="5000">
                <a:solidFill>
                  <a:srgbClr val="20538B"/>
                </a:solidFill>
              </a:rPr>
              <a:t>취약점 분석 및 시나리오 - </a:t>
            </a:r>
            <a:r>
              <a:rPr b="1" lang="en-US" sz="3500">
                <a:solidFill>
                  <a:srgbClr val="20538B"/>
                </a:solidFill>
              </a:rPr>
              <a:t>통합 자동화 개요</a:t>
            </a:r>
            <a:endParaRPr b="1" i="0" sz="3500" u="none" cap="none" strike="noStrike">
              <a:solidFill>
                <a:srgbClr val="20538B"/>
              </a:solidFill>
              <a:latin typeface="Arial"/>
              <a:ea typeface="Arial"/>
              <a:cs typeface="Arial"/>
              <a:sym typeface="Arial"/>
            </a:endParaRPr>
          </a:p>
        </p:txBody>
      </p:sp>
      <p:sp>
        <p:nvSpPr>
          <p:cNvPr id="1970" name="Google Shape;1970;h32a9095667746e33_3_0"/>
          <p:cNvSpPr txBox="1"/>
          <p:nvPr/>
        </p:nvSpPr>
        <p:spPr>
          <a:xfrm>
            <a:off x="1437501" y="920715"/>
            <a:ext cx="834600" cy="751200"/>
          </a:xfrm>
          <a:prstGeom prst="rect">
            <a:avLst/>
          </a:prstGeom>
          <a:noFill/>
          <a:ln>
            <a:noFill/>
          </a:ln>
        </p:spPr>
        <p:txBody>
          <a:bodyPr anchorCtr="0" anchor="t" bIns="0" lIns="0" spcFirstLastPara="1" rIns="0" wrap="square" tIns="0">
            <a:spAutoFit/>
          </a:bodyPr>
          <a:lstStyle/>
          <a:p>
            <a:pPr indent="0" lvl="0" marL="0" marR="0" rtl="0" algn="l">
              <a:lnSpc>
                <a:spcPct val="192009"/>
              </a:lnSpc>
              <a:spcBef>
                <a:spcPts val="0"/>
              </a:spcBef>
              <a:spcAft>
                <a:spcPts val="0"/>
              </a:spcAft>
              <a:buNone/>
            </a:pPr>
            <a:r>
              <a:rPr b="1" i="0" lang="en-US" sz="4881" u="none" cap="none" strike="noStrike">
                <a:solidFill>
                  <a:srgbClr val="CBDDEF"/>
                </a:solidFill>
                <a:latin typeface="Arial"/>
                <a:ea typeface="Arial"/>
                <a:cs typeface="Arial"/>
                <a:sym typeface="Arial"/>
              </a:rPr>
              <a:t>0</a:t>
            </a:r>
            <a:r>
              <a:rPr b="1" lang="en-US" sz="4881">
                <a:solidFill>
                  <a:srgbClr val="CBDDEF"/>
                </a:solidFill>
              </a:rPr>
              <a:t>4</a:t>
            </a:r>
            <a:endParaRPr/>
          </a:p>
        </p:txBody>
      </p:sp>
      <p:sp>
        <p:nvSpPr>
          <p:cNvPr id="1971" name="Google Shape;1971;h32a9095667746e33_3_0"/>
          <p:cNvSpPr txBox="1"/>
          <p:nvPr/>
        </p:nvSpPr>
        <p:spPr>
          <a:xfrm>
            <a:off x="9891650" y="4386125"/>
            <a:ext cx="7197600" cy="2154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t/>
            </a:r>
            <a:endParaRPr/>
          </a:p>
        </p:txBody>
      </p:sp>
      <p:sp>
        <p:nvSpPr>
          <p:cNvPr id="1972" name="Google Shape;1972;h32a9095667746e33_3_0"/>
          <p:cNvSpPr txBox="1"/>
          <p:nvPr/>
        </p:nvSpPr>
        <p:spPr>
          <a:xfrm>
            <a:off x="1561150" y="4626388"/>
            <a:ext cx="7197600" cy="1647000"/>
          </a:xfrm>
          <a:prstGeom prst="rect">
            <a:avLst/>
          </a:prstGeom>
          <a:noFill/>
          <a:ln cap="flat" cmpd="sng" w="9525">
            <a:solidFill>
              <a:srgbClr val="888888"/>
            </a:solidFill>
            <a:prstDash val="solid"/>
            <a:round/>
            <a:headEnd len="sm" w="sm" type="none"/>
            <a:tailEnd len="sm" w="sm" type="none"/>
          </a:ln>
        </p:spPr>
        <p:txBody>
          <a:bodyPr anchorCtr="0" anchor="t" bIns="91425" lIns="91425" spcFirstLastPara="1" rIns="91425" wrap="square" tIns="91425">
            <a:spAutoFit/>
          </a:bodyPr>
          <a:lstStyle/>
          <a:p>
            <a:pPr indent="-349250" lvl="0" marL="457200" rtl="0" algn="l">
              <a:lnSpc>
                <a:spcPct val="200000"/>
              </a:lnSpc>
              <a:spcBef>
                <a:spcPts val="0"/>
              </a:spcBef>
              <a:spcAft>
                <a:spcPts val="0"/>
              </a:spcAft>
              <a:buClr>
                <a:srgbClr val="20538B"/>
              </a:buClr>
              <a:buSzPts val="1900"/>
              <a:buChar char="●"/>
            </a:pPr>
            <a:r>
              <a:rPr lang="en-US" sz="1900">
                <a:solidFill>
                  <a:srgbClr val="20538B"/>
                </a:solidFill>
              </a:rPr>
              <a:t>프로젝트에서 5종의 취약점 진단 모듈을 각각 구현</a:t>
            </a:r>
            <a:endParaRPr sz="1900">
              <a:solidFill>
                <a:srgbClr val="20538B"/>
              </a:solidFill>
            </a:endParaRPr>
          </a:p>
          <a:p>
            <a:pPr indent="-349250" lvl="0" marL="457200" rtl="0" algn="l">
              <a:lnSpc>
                <a:spcPct val="200000"/>
              </a:lnSpc>
              <a:spcBef>
                <a:spcPts val="0"/>
              </a:spcBef>
              <a:spcAft>
                <a:spcPts val="0"/>
              </a:spcAft>
              <a:buClr>
                <a:srgbClr val="20538B"/>
              </a:buClr>
              <a:buSzPts val="1900"/>
              <a:buChar char="●"/>
            </a:pPr>
            <a:r>
              <a:rPr lang="en-US" sz="1900">
                <a:solidFill>
                  <a:srgbClr val="20538B"/>
                </a:solidFill>
              </a:rPr>
              <a:t>각 모듈의 결과를 하나로 통합할 실행 구조 필요</a:t>
            </a:r>
            <a:endParaRPr sz="1900">
              <a:solidFill>
                <a:srgbClr val="20538B"/>
              </a:solidFill>
            </a:endParaRPr>
          </a:p>
          <a:p>
            <a:pPr indent="-349250" lvl="0" marL="457200" rtl="0" algn="l">
              <a:lnSpc>
                <a:spcPct val="200000"/>
              </a:lnSpc>
              <a:spcBef>
                <a:spcPts val="0"/>
              </a:spcBef>
              <a:spcAft>
                <a:spcPts val="0"/>
              </a:spcAft>
              <a:buClr>
                <a:srgbClr val="20538B"/>
              </a:buClr>
              <a:buSzPts val="1900"/>
              <a:buChar char="●"/>
            </a:pPr>
            <a:r>
              <a:rPr lang="en-US" sz="1900">
                <a:solidFill>
                  <a:srgbClr val="20538B"/>
                </a:solidFill>
              </a:rPr>
              <a:t>진단 결과가 법률, ISMS-P 분석과 보고서 생성까지 이어져야 함</a:t>
            </a:r>
            <a:endParaRPr sz="1900">
              <a:solidFill>
                <a:srgbClr val="20538B"/>
              </a:solidFill>
            </a:endParaRPr>
          </a:p>
        </p:txBody>
      </p:sp>
      <p:sp>
        <p:nvSpPr>
          <p:cNvPr id="1973" name="Google Shape;1973;h32a9095667746e33_3_0"/>
          <p:cNvSpPr txBox="1"/>
          <p:nvPr/>
        </p:nvSpPr>
        <p:spPr>
          <a:xfrm>
            <a:off x="2830450" y="7304050"/>
            <a:ext cx="5928300" cy="1218900"/>
          </a:xfrm>
          <a:prstGeom prst="rect">
            <a:avLst/>
          </a:prstGeom>
          <a:noFill/>
          <a:ln>
            <a:noFill/>
          </a:ln>
        </p:spPr>
        <p:txBody>
          <a:bodyPr anchorCtr="0" anchor="t" bIns="91425" lIns="91425" spcFirstLastPara="1" rIns="91425" wrap="square" tIns="91425">
            <a:spAutoFit/>
          </a:bodyPr>
          <a:lstStyle/>
          <a:p>
            <a:pPr indent="0" lvl="0" marL="0" rtl="0" algn="l">
              <a:lnSpc>
                <a:spcPct val="140000"/>
              </a:lnSpc>
              <a:spcBef>
                <a:spcPts val="0"/>
              </a:spcBef>
              <a:spcAft>
                <a:spcPts val="0"/>
              </a:spcAft>
              <a:buNone/>
            </a:pPr>
            <a:r>
              <a:rPr b="1" lang="en-US" sz="2800"/>
              <a:t>main.py </a:t>
            </a:r>
            <a:r>
              <a:rPr b="1" lang="en-US" sz="2800">
                <a:solidFill>
                  <a:srgbClr val="20538B"/>
                </a:solidFill>
              </a:rPr>
              <a:t>1회 실행으로 </a:t>
            </a:r>
            <a:endParaRPr b="1" sz="2800">
              <a:solidFill>
                <a:srgbClr val="20538B"/>
              </a:solidFill>
            </a:endParaRPr>
          </a:p>
          <a:p>
            <a:pPr indent="0" lvl="0" marL="0" rtl="0" algn="l">
              <a:lnSpc>
                <a:spcPct val="140000"/>
              </a:lnSpc>
              <a:spcBef>
                <a:spcPts val="0"/>
              </a:spcBef>
              <a:spcAft>
                <a:spcPts val="0"/>
              </a:spcAft>
              <a:buNone/>
            </a:pPr>
            <a:r>
              <a:rPr b="1" lang="en-US" sz="2800">
                <a:solidFill>
                  <a:srgbClr val="20538B"/>
                </a:solidFill>
              </a:rPr>
              <a:t>전체 과정 자동 수행</a:t>
            </a:r>
            <a:endParaRPr>
              <a:solidFill>
                <a:schemeClr val="dk1"/>
              </a:solidFill>
            </a:endParaRPr>
          </a:p>
        </p:txBody>
      </p:sp>
      <p:sp>
        <p:nvSpPr>
          <p:cNvPr id="1974" name="Google Shape;1974;h32a9095667746e33_3_0"/>
          <p:cNvSpPr txBox="1"/>
          <p:nvPr/>
        </p:nvSpPr>
        <p:spPr>
          <a:xfrm>
            <a:off x="2102775" y="3565150"/>
            <a:ext cx="3000000" cy="615600"/>
          </a:xfrm>
          <a:prstGeom prst="rect">
            <a:avLst/>
          </a:prstGeom>
          <a:noFill/>
          <a:ln>
            <a:noFill/>
          </a:ln>
        </p:spPr>
        <p:txBody>
          <a:bodyPr anchorCtr="0" anchor="t" bIns="91425" lIns="91425" spcFirstLastPara="1" rIns="91425" wrap="square" tIns="91425">
            <a:spAutoFit/>
          </a:bodyPr>
          <a:lstStyle/>
          <a:p>
            <a:pPr indent="0" lvl="0" marL="0" rtl="0" algn="l">
              <a:lnSpc>
                <a:spcPct val="140000"/>
              </a:lnSpc>
              <a:spcBef>
                <a:spcPts val="0"/>
              </a:spcBef>
              <a:spcAft>
                <a:spcPts val="0"/>
              </a:spcAft>
              <a:buNone/>
            </a:pPr>
            <a:r>
              <a:rPr b="1" lang="en-US" sz="2800">
                <a:solidFill>
                  <a:srgbClr val="20538B"/>
                </a:solidFill>
              </a:rPr>
              <a:t>구현 배경</a:t>
            </a:r>
            <a:endParaRPr>
              <a:solidFill>
                <a:schemeClr val="dk1"/>
              </a:solidFill>
            </a:endParaRPr>
          </a:p>
        </p:txBody>
      </p:sp>
      <p:sp>
        <p:nvSpPr>
          <p:cNvPr id="1975" name="Google Shape;1975;h32a9095667746e33_3_0"/>
          <p:cNvSpPr/>
          <p:nvPr/>
        </p:nvSpPr>
        <p:spPr>
          <a:xfrm>
            <a:off x="1718636" y="3736791"/>
            <a:ext cx="272321" cy="272321"/>
          </a:xfrm>
          <a:custGeom>
            <a:rect b="b" l="l" r="r" t="t"/>
            <a:pathLst>
              <a:path extrusionOk="0" h="272321" w="272321">
                <a:moveTo>
                  <a:pt x="0" y="0"/>
                </a:moveTo>
                <a:lnTo>
                  <a:pt x="272321" y="0"/>
                </a:lnTo>
                <a:lnTo>
                  <a:pt x="272321" y="272321"/>
                </a:lnTo>
                <a:lnTo>
                  <a:pt x="0" y="272321"/>
                </a:lnTo>
                <a:lnTo>
                  <a:pt x="0" y="0"/>
                </a:lnTo>
                <a:close/>
              </a:path>
            </a:pathLst>
          </a:custGeom>
          <a:blipFill rotWithShape="1">
            <a:blip r:embed="rId4">
              <a:alphaModFix/>
            </a:blip>
            <a:stretch>
              <a:fillRect b="0" l="0" r="0" t="0"/>
            </a:stretch>
          </a:blipFill>
          <a:ln>
            <a:noFill/>
          </a:ln>
        </p:spPr>
      </p:sp>
      <p:sp>
        <p:nvSpPr>
          <p:cNvPr id="1976" name="Google Shape;1976;h32a9095667746e33_3_0"/>
          <p:cNvSpPr/>
          <p:nvPr/>
        </p:nvSpPr>
        <p:spPr>
          <a:xfrm>
            <a:off x="9808650" y="2716588"/>
            <a:ext cx="6413400" cy="615600"/>
          </a:xfrm>
          <a:prstGeom prst="rect">
            <a:avLst/>
          </a:prstGeom>
          <a:solidFill>
            <a:srgbClr val="EEF6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977" name="Google Shape;1977;h32a9095667746e33_3_0"/>
          <p:cNvSpPr/>
          <p:nvPr/>
        </p:nvSpPr>
        <p:spPr>
          <a:xfrm>
            <a:off x="9808650" y="4040538"/>
            <a:ext cx="6413400" cy="615600"/>
          </a:xfrm>
          <a:prstGeom prst="rect">
            <a:avLst/>
          </a:prstGeom>
          <a:solidFill>
            <a:srgbClr val="EEF6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978" name="Google Shape;1978;h32a9095667746e33_3_0"/>
          <p:cNvSpPr/>
          <p:nvPr/>
        </p:nvSpPr>
        <p:spPr>
          <a:xfrm>
            <a:off x="9808650" y="5364488"/>
            <a:ext cx="6413400" cy="615600"/>
          </a:xfrm>
          <a:prstGeom prst="rect">
            <a:avLst/>
          </a:prstGeom>
          <a:solidFill>
            <a:srgbClr val="EEF6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979" name="Google Shape;1979;h32a9095667746e33_3_0"/>
          <p:cNvSpPr/>
          <p:nvPr/>
        </p:nvSpPr>
        <p:spPr>
          <a:xfrm>
            <a:off x="9808650" y="6688438"/>
            <a:ext cx="6413400" cy="615600"/>
          </a:xfrm>
          <a:prstGeom prst="rect">
            <a:avLst/>
          </a:prstGeom>
          <a:solidFill>
            <a:srgbClr val="EEF6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980" name="Google Shape;1980;h32a9095667746e33_3_0"/>
          <p:cNvSpPr/>
          <p:nvPr/>
        </p:nvSpPr>
        <p:spPr>
          <a:xfrm>
            <a:off x="9808650" y="8012400"/>
            <a:ext cx="6413400" cy="615600"/>
          </a:xfrm>
          <a:prstGeom prst="rect">
            <a:avLst/>
          </a:prstGeom>
          <a:solidFill>
            <a:srgbClr val="EEF6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981" name="Google Shape;1981;h32a9095667746e33_3_0"/>
          <p:cNvSpPr txBox="1"/>
          <p:nvPr/>
        </p:nvSpPr>
        <p:spPr>
          <a:xfrm>
            <a:off x="12031125" y="2856838"/>
            <a:ext cx="2518800" cy="335100"/>
          </a:xfrm>
          <a:prstGeom prst="rect">
            <a:avLst/>
          </a:prstGeom>
          <a:noFill/>
          <a:ln>
            <a:noFill/>
          </a:ln>
        </p:spPr>
        <p:txBody>
          <a:bodyPr anchorCtr="0" anchor="t" bIns="91425" lIns="91425" spcFirstLastPara="1" rIns="91425" wrap="square" tIns="91425">
            <a:noAutofit/>
          </a:bodyPr>
          <a:lstStyle/>
          <a:p>
            <a:pPr indent="0" lvl="0" marL="0" rtl="0" algn="l">
              <a:lnSpc>
                <a:spcPct val="155000"/>
              </a:lnSpc>
              <a:spcBef>
                <a:spcPts val="0"/>
              </a:spcBef>
              <a:spcAft>
                <a:spcPts val="0"/>
              </a:spcAft>
              <a:buClr>
                <a:schemeClr val="dk1"/>
              </a:buClr>
              <a:buSzPts val="1100"/>
              <a:buFont typeface="Arial"/>
              <a:buNone/>
            </a:pPr>
            <a:r>
              <a:rPr b="1" lang="en-US" sz="1900">
                <a:solidFill>
                  <a:srgbClr val="20538B"/>
                </a:solidFill>
              </a:rPr>
              <a:t>개별 Scanner 5종</a:t>
            </a:r>
            <a:endParaRPr b="1" sz="3200">
              <a:solidFill>
                <a:schemeClr val="dk1"/>
              </a:solidFill>
              <a:latin typeface="Calibri"/>
              <a:ea typeface="Calibri"/>
              <a:cs typeface="Calibri"/>
              <a:sym typeface="Calibri"/>
            </a:endParaRPr>
          </a:p>
        </p:txBody>
      </p:sp>
      <p:sp>
        <p:nvSpPr>
          <p:cNvPr id="1982" name="Google Shape;1982;h32a9095667746e33_3_0"/>
          <p:cNvSpPr txBox="1"/>
          <p:nvPr/>
        </p:nvSpPr>
        <p:spPr>
          <a:xfrm>
            <a:off x="12231050" y="4180800"/>
            <a:ext cx="2518800" cy="335100"/>
          </a:xfrm>
          <a:prstGeom prst="rect">
            <a:avLst/>
          </a:prstGeom>
          <a:noFill/>
          <a:ln>
            <a:noFill/>
          </a:ln>
        </p:spPr>
        <p:txBody>
          <a:bodyPr anchorCtr="0" anchor="t" bIns="91425" lIns="91425" spcFirstLastPara="1" rIns="91425" wrap="square" tIns="91425">
            <a:noAutofit/>
          </a:bodyPr>
          <a:lstStyle/>
          <a:p>
            <a:pPr indent="0" lvl="0" marL="0" rtl="0" algn="l">
              <a:lnSpc>
                <a:spcPct val="155000"/>
              </a:lnSpc>
              <a:spcBef>
                <a:spcPts val="0"/>
              </a:spcBef>
              <a:spcAft>
                <a:spcPts val="0"/>
              </a:spcAft>
              <a:buNone/>
            </a:pPr>
            <a:r>
              <a:rPr b="1" lang="en-US" sz="1900">
                <a:solidFill>
                  <a:srgbClr val="20538B"/>
                </a:solidFill>
              </a:rPr>
              <a:t>법률 / ISMS-P</a:t>
            </a:r>
            <a:endParaRPr b="1" sz="3200">
              <a:solidFill>
                <a:schemeClr val="dk1"/>
              </a:solidFill>
              <a:latin typeface="Calibri"/>
              <a:ea typeface="Calibri"/>
              <a:cs typeface="Calibri"/>
              <a:sym typeface="Calibri"/>
            </a:endParaRPr>
          </a:p>
        </p:txBody>
      </p:sp>
      <p:sp>
        <p:nvSpPr>
          <p:cNvPr id="1983" name="Google Shape;1983;h32a9095667746e33_3_0"/>
          <p:cNvSpPr txBox="1"/>
          <p:nvPr/>
        </p:nvSpPr>
        <p:spPr>
          <a:xfrm>
            <a:off x="12153900" y="5388950"/>
            <a:ext cx="1722900" cy="566700"/>
          </a:xfrm>
          <a:prstGeom prst="rect">
            <a:avLst/>
          </a:prstGeom>
          <a:noFill/>
          <a:ln>
            <a:noFill/>
          </a:ln>
        </p:spPr>
        <p:txBody>
          <a:bodyPr anchorCtr="0" anchor="t" bIns="91425" lIns="91425" spcFirstLastPara="1" rIns="91425" wrap="square" tIns="91425">
            <a:noAutofit/>
          </a:bodyPr>
          <a:lstStyle/>
          <a:p>
            <a:pPr indent="0" lvl="0" marL="0" rtl="0" algn="l">
              <a:lnSpc>
                <a:spcPct val="155000"/>
              </a:lnSpc>
              <a:spcBef>
                <a:spcPts val="0"/>
              </a:spcBef>
              <a:spcAft>
                <a:spcPts val="0"/>
              </a:spcAft>
              <a:buClr>
                <a:schemeClr val="dk1"/>
              </a:buClr>
              <a:buSzPts val="1100"/>
              <a:buFont typeface="Arial"/>
              <a:buNone/>
            </a:pPr>
            <a:r>
              <a:rPr b="1" lang="en-US" sz="1900">
                <a:solidFill>
                  <a:srgbClr val="20538B"/>
                </a:solidFill>
              </a:rPr>
              <a:t>main.py 통합</a:t>
            </a:r>
            <a:endParaRPr b="1" sz="3200">
              <a:solidFill>
                <a:schemeClr val="dk1"/>
              </a:solidFill>
              <a:latin typeface="Calibri"/>
              <a:ea typeface="Calibri"/>
              <a:cs typeface="Calibri"/>
              <a:sym typeface="Calibri"/>
            </a:endParaRPr>
          </a:p>
        </p:txBody>
      </p:sp>
      <p:sp>
        <p:nvSpPr>
          <p:cNvPr id="1984" name="Google Shape;1984;h32a9095667746e33_3_0"/>
          <p:cNvSpPr txBox="1"/>
          <p:nvPr/>
        </p:nvSpPr>
        <p:spPr>
          <a:xfrm>
            <a:off x="12153900" y="6788200"/>
            <a:ext cx="2899800" cy="416100"/>
          </a:xfrm>
          <a:prstGeom prst="rect">
            <a:avLst/>
          </a:prstGeom>
          <a:noFill/>
          <a:ln>
            <a:noFill/>
          </a:ln>
        </p:spPr>
        <p:txBody>
          <a:bodyPr anchorCtr="0" anchor="t" bIns="91425" lIns="91425" spcFirstLastPara="1" rIns="91425" wrap="square" tIns="91425">
            <a:noAutofit/>
          </a:bodyPr>
          <a:lstStyle/>
          <a:p>
            <a:pPr indent="0" lvl="0" marL="0" rtl="0" algn="l">
              <a:lnSpc>
                <a:spcPct val="155000"/>
              </a:lnSpc>
              <a:spcBef>
                <a:spcPts val="0"/>
              </a:spcBef>
              <a:spcAft>
                <a:spcPts val="0"/>
              </a:spcAft>
              <a:buClr>
                <a:schemeClr val="dk1"/>
              </a:buClr>
              <a:buSzPts val="1100"/>
              <a:buFont typeface="Arial"/>
              <a:buNone/>
            </a:pPr>
            <a:r>
              <a:rPr b="1" lang="en-US" sz="1900">
                <a:solidFill>
                  <a:srgbClr val="20538B"/>
                </a:solidFill>
              </a:rPr>
              <a:t>Report Engine</a:t>
            </a:r>
            <a:endParaRPr b="1" sz="3200">
              <a:solidFill>
                <a:schemeClr val="dk1"/>
              </a:solidFill>
              <a:latin typeface="Calibri"/>
              <a:ea typeface="Calibri"/>
              <a:cs typeface="Calibri"/>
              <a:sym typeface="Calibri"/>
            </a:endParaRPr>
          </a:p>
        </p:txBody>
      </p:sp>
      <p:sp>
        <p:nvSpPr>
          <p:cNvPr id="1985" name="Google Shape;1985;h32a9095667746e33_3_0"/>
          <p:cNvSpPr txBox="1"/>
          <p:nvPr/>
        </p:nvSpPr>
        <p:spPr>
          <a:xfrm>
            <a:off x="12136875" y="8112150"/>
            <a:ext cx="2307300" cy="416100"/>
          </a:xfrm>
          <a:prstGeom prst="rect">
            <a:avLst/>
          </a:prstGeom>
          <a:noFill/>
          <a:ln>
            <a:noFill/>
          </a:ln>
        </p:spPr>
        <p:txBody>
          <a:bodyPr anchorCtr="0" anchor="t" bIns="91425" lIns="91425" spcFirstLastPara="1" rIns="91425" wrap="square" tIns="91425">
            <a:noAutofit/>
          </a:bodyPr>
          <a:lstStyle/>
          <a:p>
            <a:pPr indent="0" lvl="0" marL="0" rtl="0" algn="l">
              <a:lnSpc>
                <a:spcPct val="155000"/>
              </a:lnSpc>
              <a:spcBef>
                <a:spcPts val="0"/>
              </a:spcBef>
              <a:spcAft>
                <a:spcPts val="0"/>
              </a:spcAft>
              <a:buClr>
                <a:schemeClr val="dk1"/>
              </a:buClr>
              <a:buSzPts val="1100"/>
              <a:buFont typeface="Arial"/>
              <a:buNone/>
            </a:pPr>
            <a:r>
              <a:rPr b="1" lang="en-US" sz="1900">
                <a:solidFill>
                  <a:srgbClr val="20538B"/>
                </a:solidFill>
              </a:rPr>
              <a:t>PDF 보고서 2종 </a:t>
            </a:r>
            <a:endParaRPr b="1" sz="3200">
              <a:solidFill>
                <a:schemeClr val="dk1"/>
              </a:solidFill>
              <a:latin typeface="Calibri"/>
              <a:ea typeface="Calibri"/>
              <a:cs typeface="Calibri"/>
              <a:sym typeface="Calibri"/>
            </a:endParaRPr>
          </a:p>
        </p:txBody>
      </p:sp>
      <p:sp>
        <p:nvSpPr>
          <p:cNvPr id="1986" name="Google Shape;1986;h32a9095667746e33_3_0"/>
          <p:cNvSpPr/>
          <p:nvPr/>
        </p:nvSpPr>
        <p:spPr>
          <a:xfrm>
            <a:off x="12937075" y="3462875"/>
            <a:ext cx="148200" cy="416100"/>
          </a:xfrm>
          <a:prstGeom prst="down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987" name="Google Shape;1987;h32a9095667746e33_3_0"/>
          <p:cNvSpPr/>
          <p:nvPr/>
        </p:nvSpPr>
        <p:spPr>
          <a:xfrm>
            <a:off x="12941250" y="4802275"/>
            <a:ext cx="148200" cy="416100"/>
          </a:xfrm>
          <a:prstGeom prst="down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988" name="Google Shape;1988;h32a9095667746e33_3_0"/>
          <p:cNvSpPr/>
          <p:nvPr/>
        </p:nvSpPr>
        <p:spPr>
          <a:xfrm>
            <a:off x="12937075" y="6114000"/>
            <a:ext cx="148200" cy="416100"/>
          </a:xfrm>
          <a:prstGeom prst="down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989" name="Google Shape;1989;h32a9095667746e33_3_0"/>
          <p:cNvSpPr/>
          <p:nvPr/>
        </p:nvSpPr>
        <p:spPr>
          <a:xfrm>
            <a:off x="12937075" y="7450175"/>
            <a:ext cx="148200" cy="416100"/>
          </a:xfrm>
          <a:prstGeom prst="down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3" name="Shape 1993"/>
        <p:cNvGrpSpPr/>
        <p:nvPr/>
      </p:nvGrpSpPr>
      <p:grpSpPr>
        <a:xfrm>
          <a:off x="0" y="0"/>
          <a:ext cx="0" cy="0"/>
          <a:chOff x="0" y="0"/>
          <a:chExt cx="0" cy="0"/>
        </a:xfrm>
      </p:grpSpPr>
      <p:grpSp>
        <p:nvGrpSpPr>
          <p:cNvPr id="1994" name="Google Shape;1994;h32a9095667746e33_3_27"/>
          <p:cNvGrpSpPr/>
          <p:nvPr/>
        </p:nvGrpSpPr>
        <p:grpSpPr>
          <a:xfrm>
            <a:off x="-1081199" y="3274283"/>
            <a:ext cx="20615733" cy="7012716"/>
            <a:chOff x="-99239" y="-86"/>
            <a:chExt cx="27487644" cy="9350288"/>
          </a:xfrm>
        </p:grpSpPr>
        <p:grpSp>
          <p:nvGrpSpPr>
            <p:cNvPr id="1995" name="Google Shape;1995;h32a9095667746e33_3_27"/>
            <p:cNvGrpSpPr/>
            <p:nvPr/>
          </p:nvGrpSpPr>
          <p:grpSpPr>
            <a:xfrm rot="-5400000">
              <a:off x="11107617" y="-11206942"/>
              <a:ext cx="4770761" cy="27184472"/>
              <a:chOff x="0" y="-38100"/>
              <a:chExt cx="1831597" cy="10436700"/>
            </a:xfrm>
          </p:grpSpPr>
          <p:sp>
            <p:nvSpPr>
              <p:cNvPr id="1996" name="Google Shape;1996;h32a9095667746e33_3_27"/>
              <p:cNvSpPr/>
              <p:nvPr/>
            </p:nvSpPr>
            <p:spPr>
              <a:xfrm>
                <a:off x="0" y="0"/>
                <a:ext cx="1831597" cy="10398600"/>
              </a:xfrm>
              <a:custGeom>
                <a:rect b="b" l="l" r="r" t="t"/>
                <a:pathLst>
                  <a:path extrusionOk="0" h="10398600" w="1831597">
                    <a:moveTo>
                      <a:pt x="0" y="0"/>
                    </a:moveTo>
                    <a:lnTo>
                      <a:pt x="1831597" y="0"/>
                    </a:lnTo>
                    <a:lnTo>
                      <a:pt x="1831597" y="10398600"/>
                    </a:lnTo>
                    <a:lnTo>
                      <a:pt x="0" y="10398600"/>
                    </a:lnTo>
                    <a:close/>
                  </a:path>
                </a:pathLst>
              </a:custGeom>
              <a:solidFill>
                <a:srgbClr val="CBDDEF"/>
              </a:solidFill>
              <a:ln>
                <a:noFill/>
              </a:ln>
            </p:spPr>
          </p:sp>
          <p:sp>
            <p:nvSpPr>
              <p:cNvPr id="1997" name="Google Shape;1997;h32a9095667746e33_3_27"/>
              <p:cNvSpPr txBox="1"/>
              <p:nvPr/>
            </p:nvSpPr>
            <p:spPr>
              <a:xfrm>
                <a:off x="0" y="-38100"/>
                <a:ext cx="1831500" cy="10436700"/>
              </a:xfrm>
              <a:prstGeom prst="rect">
                <a:avLst/>
              </a:prstGeom>
              <a:noFill/>
              <a:ln>
                <a:noFill/>
              </a:ln>
            </p:spPr>
            <p:txBody>
              <a:bodyPr anchorCtr="0" anchor="ctr" bIns="27000" lIns="27000" spcFirstLastPara="1" rIns="27000" wrap="square" tIns="27000">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998" name="Google Shape;1998;h32a9095667746e33_3_27"/>
            <p:cNvGrpSpPr/>
            <p:nvPr/>
          </p:nvGrpSpPr>
          <p:grpSpPr>
            <a:xfrm rot="-5400000">
              <a:off x="11637133" y="-6401070"/>
              <a:ext cx="4579844" cy="26922700"/>
              <a:chOff x="0" y="-38100"/>
              <a:chExt cx="1758300" cy="10336200"/>
            </a:xfrm>
          </p:grpSpPr>
          <p:sp>
            <p:nvSpPr>
              <p:cNvPr id="1999" name="Google Shape;1999;h32a9095667746e33_3_27"/>
              <p:cNvSpPr/>
              <p:nvPr/>
            </p:nvSpPr>
            <p:spPr>
              <a:xfrm>
                <a:off x="0" y="0"/>
                <a:ext cx="1758210" cy="10298040"/>
              </a:xfrm>
              <a:custGeom>
                <a:rect b="b" l="l" r="r" t="t"/>
                <a:pathLst>
                  <a:path extrusionOk="0" h="10298040" w="1758210">
                    <a:moveTo>
                      <a:pt x="0" y="0"/>
                    </a:moveTo>
                    <a:lnTo>
                      <a:pt x="1758210" y="0"/>
                    </a:lnTo>
                    <a:lnTo>
                      <a:pt x="1758210" y="10298040"/>
                    </a:lnTo>
                    <a:lnTo>
                      <a:pt x="0" y="10298040"/>
                    </a:lnTo>
                    <a:close/>
                  </a:path>
                </a:pathLst>
              </a:custGeom>
              <a:solidFill>
                <a:srgbClr val="94B6DA"/>
              </a:solidFill>
              <a:ln>
                <a:noFill/>
              </a:ln>
            </p:spPr>
          </p:sp>
          <p:sp>
            <p:nvSpPr>
              <p:cNvPr id="2000" name="Google Shape;2000;h32a9095667746e33_3_27"/>
              <p:cNvSpPr txBox="1"/>
              <p:nvPr/>
            </p:nvSpPr>
            <p:spPr>
              <a:xfrm>
                <a:off x="0" y="-38100"/>
                <a:ext cx="1758300" cy="10336200"/>
              </a:xfrm>
              <a:prstGeom prst="rect">
                <a:avLst/>
              </a:prstGeom>
              <a:noFill/>
              <a:ln>
                <a:noFill/>
              </a:ln>
            </p:spPr>
            <p:txBody>
              <a:bodyPr anchorCtr="0" anchor="ctr" bIns="27000" lIns="27000" spcFirstLastPara="1" rIns="27000" wrap="square" tIns="27000">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grpSp>
        <p:nvGrpSpPr>
          <p:cNvPr id="2001" name="Google Shape;2001;h32a9095667746e33_3_27"/>
          <p:cNvGrpSpPr/>
          <p:nvPr/>
        </p:nvGrpSpPr>
        <p:grpSpPr>
          <a:xfrm>
            <a:off x="731085" y="622850"/>
            <a:ext cx="16825838" cy="9050174"/>
            <a:chOff x="0" y="-108814"/>
            <a:chExt cx="22434451" cy="12066898"/>
          </a:xfrm>
        </p:grpSpPr>
        <p:grpSp>
          <p:nvGrpSpPr>
            <p:cNvPr id="2002" name="Google Shape;2002;h32a9095667746e33_3_27"/>
            <p:cNvGrpSpPr/>
            <p:nvPr/>
          </p:nvGrpSpPr>
          <p:grpSpPr>
            <a:xfrm>
              <a:off x="26537" y="10214891"/>
              <a:ext cx="22386840" cy="1743193"/>
              <a:chOff x="0" y="-47625"/>
              <a:chExt cx="9809754" cy="763855"/>
            </a:xfrm>
          </p:grpSpPr>
          <p:sp>
            <p:nvSpPr>
              <p:cNvPr id="2003" name="Google Shape;2003;h32a9095667746e33_3_27"/>
              <p:cNvSpPr/>
              <p:nvPr/>
            </p:nvSpPr>
            <p:spPr>
              <a:xfrm>
                <a:off x="0" y="0"/>
                <a:ext cx="9809754" cy="716230"/>
              </a:xfrm>
              <a:custGeom>
                <a:rect b="b" l="l" r="r" t="t"/>
                <a:pathLst>
                  <a:path extrusionOk="0" h="716230" w="9809754">
                    <a:moveTo>
                      <a:pt x="0" y="0"/>
                    </a:moveTo>
                    <a:lnTo>
                      <a:pt x="9809754" y="0"/>
                    </a:lnTo>
                    <a:lnTo>
                      <a:pt x="9809754" y="716230"/>
                    </a:lnTo>
                    <a:lnTo>
                      <a:pt x="0" y="716230"/>
                    </a:lnTo>
                    <a:close/>
                  </a:path>
                </a:pathLst>
              </a:custGeom>
              <a:solidFill>
                <a:srgbClr val="20538B"/>
              </a:solidFill>
              <a:ln cap="sq" cmpd="sng" w="38100">
                <a:solidFill>
                  <a:srgbClr val="20538B"/>
                </a:solidFill>
                <a:prstDash val="solid"/>
                <a:miter lim="8000"/>
                <a:headEnd len="sm" w="sm" type="none"/>
                <a:tailEnd len="sm" w="sm" type="none"/>
              </a:ln>
            </p:spPr>
          </p:sp>
          <p:sp>
            <p:nvSpPr>
              <p:cNvPr id="2004" name="Google Shape;2004;h32a9095667746e33_3_27"/>
              <p:cNvSpPr txBox="1"/>
              <p:nvPr/>
            </p:nvSpPr>
            <p:spPr>
              <a:xfrm>
                <a:off x="0" y="-47625"/>
                <a:ext cx="9809700" cy="763800"/>
              </a:xfrm>
              <a:prstGeom prst="rect">
                <a:avLst/>
              </a:prstGeom>
              <a:noFill/>
              <a:ln>
                <a:noFill/>
              </a:ln>
            </p:spPr>
            <p:txBody>
              <a:bodyPr anchorCtr="0" anchor="ctr" bIns="50800" lIns="50800" spcFirstLastPara="1" rIns="50800" wrap="square" tIns="50800">
                <a:noAutofit/>
              </a:bodyPr>
              <a:lstStyle/>
              <a:p>
                <a:pPr indent="0" lvl="0" marL="0" marR="0" rtl="0" algn="ctr">
                  <a:lnSpc>
                    <a:spcPct val="175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005" name="Google Shape;2005;h32a9095667746e33_3_27"/>
            <p:cNvGrpSpPr/>
            <p:nvPr/>
          </p:nvGrpSpPr>
          <p:grpSpPr>
            <a:xfrm>
              <a:off x="0" y="-108814"/>
              <a:ext cx="22434451" cy="11946166"/>
              <a:chOff x="0" y="-47625"/>
              <a:chExt cx="9819000" cy="5228539"/>
            </a:xfrm>
          </p:grpSpPr>
          <p:sp>
            <p:nvSpPr>
              <p:cNvPr id="2006" name="Google Shape;2006;h32a9095667746e33_3_27"/>
              <p:cNvSpPr/>
              <p:nvPr/>
            </p:nvSpPr>
            <p:spPr>
              <a:xfrm>
                <a:off x="0" y="0"/>
                <a:ext cx="9818922" cy="5180914"/>
              </a:xfrm>
              <a:custGeom>
                <a:rect b="b" l="l" r="r" t="t"/>
                <a:pathLst>
                  <a:path extrusionOk="0" h="5180914" w="9818922">
                    <a:moveTo>
                      <a:pt x="0" y="0"/>
                    </a:moveTo>
                    <a:lnTo>
                      <a:pt x="9818922" y="0"/>
                    </a:lnTo>
                    <a:lnTo>
                      <a:pt x="9818922" y="5180914"/>
                    </a:lnTo>
                    <a:lnTo>
                      <a:pt x="0" y="5180914"/>
                    </a:lnTo>
                    <a:close/>
                  </a:path>
                </a:pathLst>
              </a:custGeom>
              <a:solidFill>
                <a:srgbClr val="FFFFFF"/>
              </a:solidFill>
              <a:ln cap="sq" cmpd="sng" w="38100">
                <a:solidFill>
                  <a:srgbClr val="20538B"/>
                </a:solidFill>
                <a:prstDash val="solid"/>
                <a:miter lim="8000"/>
                <a:headEnd len="sm" w="sm" type="none"/>
                <a:tailEnd len="sm" w="sm" type="none"/>
              </a:ln>
            </p:spPr>
          </p:sp>
          <p:sp>
            <p:nvSpPr>
              <p:cNvPr id="2007" name="Google Shape;2007;h32a9095667746e33_3_27"/>
              <p:cNvSpPr txBox="1"/>
              <p:nvPr/>
            </p:nvSpPr>
            <p:spPr>
              <a:xfrm>
                <a:off x="0" y="-47625"/>
                <a:ext cx="9819000" cy="5228400"/>
              </a:xfrm>
              <a:prstGeom prst="rect">
                <a:avLst/>
              </a:prstGeom>
              <a:noFill/>
              <a:ln>
                <a:noFill/>
              </a:ln>
            </p:spPr>
            <p:txBody>
              <a:bodyPr anchorCtr="0" anchor="ctr" bIns="50800" lIns="50800" spcFirstLastPara="1" rIns="50800" wrap="square" tIns="50800">
                <a:noAutofit/>
              </a:bodyPr>
              <a:lstStyle/>
              <a:p>
                <a:pPr indent="0" lvl="0" marL="0" marR="0" rtl="0" algn="ctr">
                  <a:lnSpc>
                    <a:spcPct val="175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grpSp>
        <p:nvGrpSpPr>
          <p:cNvPr id="2008" name="Google Shape;2008;h32a9095667746e33_3_27"/>
          <p:cNvGrpSpPr/>
          <p:nvPr/>
        </p:nvGrpSpPr>
        <p:grpSpPr>
          <a:xfrm>
            <a:off x="763743" y="662704"/>
            <a:ext cx="16759942" cy="1561150"/>
            <a:chOff x="0" y="-38100"/>
            <a:chExt cx="8581200" cy="799319"/>
          </a:xfrm>
        </p:grpSpPr>
        <p:sp>
          <p:nvSpPr>
            <p:cNvPr id="2009" name="Google Shape;2009;h32a9095667746e33_3_27"/>
            <p:cNvSpPr/>
            <p:nvPr/>
          </p:nvSpPr>
          <p:spPr>
            <a:xfrm>
              <a:off x="0" y="0"/>
              <a:ext cx="8581180" cy="761219"/>
            </a:xfrm>
            <a:custGeom>
              <a:rect b="b" l="l" r="r" t="t"/>
              <a:pathLst>
                <a:path extrusionOk="0" h="761219" w="8581180">
                  <a:moveTo>
                    <a:pt x="0" y="0"/>
                  </a:moveTo>
                  <a:lnTo>
                    <a:pt x="8581180" y="0"/>
                  </a:lnTo>
                  <a:lnTo>
                    <a:pt x="8581180" y="761219"/>
                  </a:lnTo>
                  <a:lnTo>
                    <a:pt x="0" y="761219"/>
                  </a:lnTo>
                  <a:close/>
                </a:path>
              </a:pathLst>
            </a:custGeom>
            <a:solidFill>
              <a:srgbClr val="EEF6FF"/>
            </a:solidFill>
            <a:ln cap="sq" cmpd="sng" w="9525">
              <a:solidFill>
                <a:srgbClr val="20538B"/>
              </a:solidFill>
              <a:prstDash val="solid"/>
              <a:miter lim="8000"/>
              <a:headEnd len="sm" w="sm" type="none"/>
              <a:tailEnd len="sm" w="sm" type="none"/>
            </a:ln>
          </p:spPr>
        </p:sp>
        <p:sp>
          <p:nvSpPr>
            <p:cNvPr id="2010" name="Google Shape;2010;h32a9095667746e33_3_27"/>
            <p:cNvSpPr txBox="1"/>
            <p:nvPr/>
          </p:nvSpPr>
          <p:spPr>
            <a:xfrm>
              <a:off x="0" y="-38100"/>
              <a:ext cx="8581200" cy="799200"/>
            </a:xfrm>
            <a:prstGeom prst="rect">
              <a:avLst/>
            </a:prstGeom>
            <a:noFill/>
            <a:ln>
              <a:noFill/>
            </a:ln>
          </p:spPr>
          <p:txBody>
            <a:bodyPr anchorCtr="0" anchor="ctr" bIns="39175" lIns="39175" spcFirstLastPara="1" rIns="39175" wrap="square" tIns="39175">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011" name="Google Shape;2011;h32a9095667746e33_3_27"/>
          <p:cNvSpPr/>
          <p:nvPr/>
        </p:nvSpPr>
        <p:spPr>
          <a:xfrm>
            <a:off x="15531691" y="160918"/>
            <a:ext cx="996214" cy="1021758"/>
          </a:xfrm>
          <a:custGeom>
            <a:rect b="b" l="l" r="r" t="t"/>
            <a:pathLst>
              <a:path extrusionOk="0" h="1021758" w="996214">
                <a:moveTo>
                  <a:pt x="0" y="0"/>
                </a:moveTo>
                <a:lnTo>
                  <a:pt x="996214" y="0"/>
                </a:lnTo>
                <a:lnTo>
                  <a:pt x="996214" y="1021758"/>
                </a:lnTo>
                <a:lnTo>
                  <a:pt x="0" y="1021758"/>
                </a:lnTo>
                <a:lnTo>
                  <a:pt x="0" y="0"/>
                </a:lnTo>
                <a:close/>
              </a:path>
            </a:pathLst>
          </a:custGeom>
          <a:blipFill rotWithShape="1">
            <a:blip r:embed="rId3">
              <a:alphaModFix/>
            </a:blip>
            <a:stretch>
              <a:fillRect b="0" l="0" r="0" t="0"/>
            </a:stretch>
          </a:blipFill>
          <a:ln>
            <a:noFill/>
          </a:ln>
        </p:spPr>
      </p:sp>
      <p:sp>
        <p:nvSpPr>
          <p:cNvPr id="2012" name="Google Shape;2012;h32a9095667746e33_3_27"/>
          <p:cNvSpPr/>
          <p:nvPr/>
        </p:nvSpPr>
        <p:spPr>
          <a:xfrm>
            <a:off x="9007835" y="3463241"/>
            <a:ext cx="272321" cy="272321"/>
          </a:xfrm>
          <a:custGeom>
            <a:rect b="b" l="l" r="r" t="t"/>
            <a:pathLst>
              <a:path extrusionOk="0" h="272321" w="272321">
                <a:moveTo>
                  <a:pt x="0" y="0"/>
                </a:moveTo>
                <a:lnTo>
                  <a:pt x="272321" y="0"/>
                </a:lnTo>
                <a:lnTo>
                  <a:pt x="272321" y="272321"/>
                </a:lnTo>
                <a:lnTo>
                  <a:pt x="0" y="272321"/>
                </a:lnTo>
                <a:lnTo>
                  <a:pt x="0" y="0"/>
                </a:lnTo>
                <a:close/>
              </a:path>
            </a:pathLst>
          </a:custGeom>
          <a:blipFill rotWithShape="1">
            <a:blip r:embed="rId4">
              <a:alphaModFix/>
            </a:blip>
            <a:stretch>
              <a:fillRect b="0" l="0" r="0" t="0"/>
            </a:stretch>
          </a:blipFill>
          <a:ln>
            <a:noFill/>
          </a:ln>
        </p:spPr>
      </p:sp>
      <p:sp>
        <p:nvSpPr>
          <p:cNvPr id="2013" name="Google Shape;2013;h32a9095667746e33_3_27"/>
          <p:cNvSpPr txBox="1"/>
          <p:nvPr/>
        </p:nvSpPr>
        <p:spPr>
          <a:xfrm>
            <a:off x="2395000" y="893150"/>
            <a:ext cx="13923600" cy="769500"/>
          </a:xfrm>
          <a:prstGeom prst="rect">
            <a:avLst/>
          </a:prstGeom>
          <a:noFill/>
          <a:ln>
            <a:noFill/>
          </a:ln>
        </p:spPr>
        <p:txBody>
          <a:bodyPr anchorCtr="0" anchor="t" bIns="0" lIns="0" spcFirstLastPara="1" rIns="0" wrap="square" tIns="0">
            <a:spAutoFit/>
          </a:bodyPr>
          <a:lstStyle/>
          <a:p>
            <a:pPr indent="0" lvl="0" marL="0" marR="0" rtl="0" algn="l">
              <a:lnSpc>
                <a:spcPct val="192000"/>
              </a:lnSpc>
              <a:spcBef>
                <a:spcPts val="0"/>
              </a:spcBef>
              <a:spcAft>
                <a:spcPts val="0"/>
              </a:spcAft>
              <a:buNone/>
            </a:pPr>
            <a:r>
              <a:rPr b="1" lang="en-US" sz="5000">
                <a:solidFill>
                  <a:srgbClr val="20538B"/>
                </a:solidFill>
              </a:rPr>
              <a:t>취약점 분석 및 시나리오 - </a:t>
            </a:r>
            <a:r>
              <a:rPr b="1" lang="en-US" sz="3500">
                <a:solidFill>
                  <a:srgbClr val="20538B"/>
                </a:solidFill>
              </a:rPr>
              <a:t>통합 실행 구조</a:t>
            </a:r>
            <a:endParaRPr b="1" i="0" sz="3500" u="none" cap="none" strike="noStrike">
              <a:solidFill>
                <a:srgbClr val="20538B"/>
              </a:solidFill>
              <a:latin typeface="Arial"/>
              <a:ea typeface="Arial"/>
              <a:cs typeface="Arial"/>
              <a:sym typeface="Arial"/>
            </a:endParaRPr>
          </a:p>
        </p:txBody>
      </p:sp>
      <p:sp>
        <p:nvSpPr>
          <p:cNvPr id="2014" name="Google Shape;2014;h32a9095667746e33_3_27"/>
          <p:cNvSpPr txBox="1"/>
          <p:nvPr/>
        </p:nvSpPr>
        <p:spPr>
          <a:xfrm>
            <a:off x="1437501" y="920715"/>
            <a:ext cx="834600" cy="751200"/>
          </a:xfrm>
          <a:prstGeom prst="rect">
            <a:avLst/>
          </a:prstGeom>
          <a:noFill/>
          <a:ln>
            <a:noFill/>
          </a:ln>
        </p:spPr>
        <p:txBody>
          <a:bodyPr anchorCtr="0" anchor="t" bIns="0" lIns="0" spcFirstLastPara="1" rIns="0" wrap="square" tIns="0">
            <a:spAutoFit/>
          </a:bodyPr>
          <a:lstStyle/>
          <a:p>
            <a:pPr indent="0" lvl="0" marL="0" marR="0" rtl="0" algn="l">
              <a:lnSpc>
                <a:spcPct val="192009"/>
              </a:lnSpc>
              <a:spcBef>
                <a:spcPts val="0"/>
              </a:spcBef>
              <a:spcAft>
                <a:spcPts val="0"/>
              </a:spcAft>
              <a:buNone/>
            </a:pPr>
            <a:r>
              <a:rPr b="1" i="0" lang="en-US" sz="4881" u="none" cap="none" strike="noStrike">
                <a:solidFill>
                  <a:srgbClr val="CBDDEF"/>
                </a:solidFill>
                <a:latin typeface="Arial"/>
                <a:ea typeface="Arial"/>
                <a:cs typeface="Arial"/>
                <a:sym typeface="Arial"/>
              </a:rPr>
              <a:t>0</a:t>
            </a:r>
            <a:r>
              <a:rPr b="1" lang="en-US" sz="4881">
                <a:solidFill>
                  <a:srgbClr val="CBDDEF"/>
                </a:solidFill>
              </a:rPr>
              <a:t>4</a:t>
            </a:r>
            <a:endParaRPr/>
          </a:p>
        </p:txBody>
      </p:sp>
      <p:sp>
        <p:nvSpPr>
          <p:cNvPr id="2015" name="Google Shape;2015;h32a9095667746e33_3_27"/>
          <p:cNvSpPr txBox="1"/>
          <p:nvPr/>
        </p:nvSpPr>
        <p:spPr>
          <a:xfrm>
            <a:off x="9497725" y="3383850"/>
            <a:ext cx="7197600" cy="4311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US" sz="2800">
                <a:solidFill>
                  <a:srgbClr val="20538B"/>
                </a:solidFill>
              </a:rPr>
              <a:t>실제 통합 실행 화면</a:t>
            </a:r>
            <a:endParaRPr/>
          </a:p>
        </p:txBody>
      </p:sp>
      <p:sp>
        <p:nvSpPr>
          <p:cNvPr id="2016" name="Google Shape;2016;h32a9095667746e33_3_27"/>
          <p:cNvSpPr txBox="1"/>
          <p:nvPr/>
        </p:nvSpPr>
        <p:spPr>
          <a:xfrm>
            <a:off x="9497726" y="7792225"/>
            <a:ext cx="7723500" cy="730500"/>
          </a:xfrm>
          <a:prstGeom prst="rect">
            <a:avLst/>
          </a:prstGeom>
          <a:noFill/>
          <a:ln>
            <a:noFill/>
          </a:ln>
        </p:spPr>
        <p:txBody>
          <a:bodyPr anchorCtr="0" anchor="t" bIns="0" lIns="0" spcFirstLastPara="1" rIns="0" wrap="square" tIns="0">
            <a:spAutoFit/>
          </a:bodyPr>
          <a:lstStyle/>
          <a:p>
            <a:pPr indent="0" lvl="0" marL="0" marR="0" rtl="0" algn="l">
              <a:lnSpc>
                <a:spcPct val="155000"/>
              </a:lnSpc>
              <a:spcBef>
                <a:spcPts val="0"/>
              </a:spcBef>
              <a:spcAft>
                <a:spcPts val="0"/>
              </a:spcAft>
              <a:buNone/>
            </a:pPr>
            <a:r>
              <a:rPr lang="en-US" sz="1900">
                <a:solidFill>
                  <a:srgbClr val="20538B"/>
                </a:solidFill>
              </a:rPr>
              <a:t>하나의 명령으로 다섯개의 Scanner가 순차적으로 진행됨을 확인</a:t>
            </a:r>
            <a:endParaRPr sz="1900">
              <a:solidFill>
                <a:srgbClr val="20538B"/>
              </a:solidFill>
            </a:endParaRPr>
          </a:p>
          <a:p>
            <a:pPr indent="0" lvl="0" marL="0" marR="0" rtl="0" algn="l">
              <a:lnSpc>
                <a:spcPct val="155000"/>
              </a:lnSpc>
              <a:spcBef>
                <a:spcPts val="0"/>
              </a:spcBef>
              <a:spcAft>
                <a:spcPts val="0"/>
              </a:spcAft>
              <a:buNone/>
            </a:pPr>
            <a:r>
              <a:t/>
            </a:r>
            <a:endParaRPr b="0" i="0" sz="1800" u="none" cap="none" strike="noStrike">
              <a:solidFill>
                <a:srgbClr val="94B6DA"/>
              </a:solidFill>
              <a:latin typeface="Arial"/>
              <a:ea typeface="Arial"/>
              <a:cs typeface="Arial"/>
              <a:sym typeface="Arial"/>
            </a:endParaRPr>
          </a:p>
        </p:txBody>
      </p:sp>
      <p:sp>
        <p:nvSpPr>
          <p:cNvPr id="2017" name="Google Shape;2017;h32a9095667746e33_3_27"/>
          <p:cNvSpPr txBox="1"/>
          <p:nvPr/>
        </p:nvSpPr>
        <p:spPr>
          <a:xfrm>
            <a:off x="2272100" y="3291600"/>
            <a:ext cx="3777600" cy="615600"/>
          </a:xfrm>
          <a:prstGeom prst="rect">
            <a:avLst/>
          </a:prstGeom>
          <a:noFill/>
          <a:ln>
            <a:noFill/>
          </a:ln>
        </p:spPr>
        <p:txBody>
          <a:bodyPr anchorCtr="0" anchor="t" bIns="91425" lIns="91425" spcFirstLastPara="1" rIns="91425" wrap="square" tIns="91425">
            <a:spAutoFit/>
          </a:bodyPr>
          <a:lstStyle/>
          <a:p>
            <a:pPr indent="0" lvl="0" marL="0" rtl="0" algn="l">
              <a:lnSpc>
                <a:spcPct val="140000"/>
              </a:lnSpc>
              <a:spcBef>
                <a:spcPts val="0"/>
              </a:spcBef>
              <a:spcAft>
                <a:spcPts val="0"/>
              </a:spcAft>
              <a:buNone/>
            </a:pPr>
            <a:r>
              <a:rPr b="1" lang="en-US" sz="2800">
                <a:solidFill>
                  <a:srgbClr val="20538B"/>
                </a:solidFill>
              </a:rPr>
              <a:t>통합 대상 Scanner</a:t>
            </a:r>
            <a:endParaRPr>
              <a:solidFill>
                <a:schemeClr val="dk1"/>
              </a:solidFill>
            </a:endParaRPr>
          </a:p>
        </p:txBody>
      </p:sp>
      <p:sp>
        <p:nvSpPr>
          <p:cNvPr id="2018" name="Google Shape;2018;h32a9095667746e33_3_27"/>
          <p:cNvSpPr/>
          <p:nvPr/>
        </p:nvSpPr>
        <p:spPr>
          <a:xfrm>
            <a:off x="1887961" y="3463241"/>
            <a:ext cx="272321" cy="272321"/>
          </a:xfrm>
          <a:custGeom>
            <a:rect b="b" l="l" r="r" t="t"/>
            <a:pathLst>
              <a:path extrusionOk="0" h="272321" w="272321">
                <a:moveTo>
                  <a:pt x="0" y="0"/>
                </a:moveTo>
                <a:lnTo>
                  <a:pt x="272321" y="0"/>
                </a:lnTo>
                <a:lnTo>
                  <a:pt x="272321" y="272321"/>
                </a:lnTo>
                <a:lnTo>
                  <a:pt x="0" y="272321"/>
                </a:lnTo>
                <a:lnTo>
                  <a:pt x="0" y="0"/>
                </a:lnTo>
                <a:close/>
              </a:path>
            </a:pathLst>
          </a:custGeom>
          <a:blipFill rotWithShape="1">
            <a:blip r:embed="rId4">
              <a:alphaModFix/>
            </a:blip>
            <a:stretch>
              <a:fillRect b="0" l="0" r="0" t="0"/>
            </a:stretch>
          </a:blipFill>
          <a:ln>
            <a:noFill/>
          </a:ln>
        </p:spPr>
      </p:sp>
      <p:pic>
        <p:nvPicPr>
          <p:cNvPr id="2019" name="Google Shape;2019;h32a9095667746e33_3_27"/>
          <p:cNvPicPr preferRelativeResize="0"/>
          <p:nvPr/>
        </p:nvPicPr>
        <p:blipFill>
          <a:blip r:embed="rId5">
            <a:alphaModFix/>
          </a:blip>
          <a:stretch>
            <a:fillRect/>
          </a:stretch>
        </p:blipFill>
        <p:spPr>
          <a:xfrm>
            <a:off x="9171050" y="4327238"/>
            <a:ext cx="6886575" cy="2619375"/>
          </a:xfrm>
          <a:prstGeom prst="rect">
            <a:avLst/>
          </a:prstGeom>
          <a:noFill/>
          <a:ln>
            <a:noFill/>
          </a:ln>
        </p:spPr>
      </p:pic>
      <p:sp>
        <p:nvSpPr>
          <p:cNvPr id="2020" name="Google Shape;2020;h32a9095667746e33_3_27"/>
          <p:cNvSpPr/>
          <p:nvPr/>
        </p:nvSpPr>
        <p:spPr>
          <a:xfrm>
            <a:off x="8956963" y="7856875"/>
            <a:ext cx="373500" cy="169500"/>
          </a:xfrm>
          <a:prstGeom prst="rightArrow">
            <a:avLst>
              <a:gd fmla="val 50000" name="adj1"/>
              <a:gd fmla="val 112785" name="adj2"/>
            </a:avLst>
          </a:prstGeom>
          <a:solidFill>
            <a:srgbClr val="88888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021" name="Google Shape;2021;h32a9095667746e33_3_27"/>
          <p:cNvSpPr/>
          <p:nvPr/>
        </p:nvSpPr>
        <p:spPr>
          <a:xfrm>
            <a:off x="1437500" y="4310350"/>
            <a:ext cx="6413400" cy="615600"/>
          </a:xfrm>
          <a:prstGeom prst="rect">
            <a:avLst/>
          </a:prstGeom>
          <a:solidFill>
            <a:srgbClr val="EEF6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022" name="Google Shape;2022;h32a9095667746e33_3_27"/>
          <p:cNvSpPr/>
          <p:nvPr/>
        </p:nvSpPr>
        <p:spPr>
          <a:xfrm>
            <a:off x="1437500" y="5374575"/>
            <a:ext cx="6413400" cy="615600"/>
          </a:xfrm>
          <a:prstGeom prst="rect">
            <a:avLst/>
          </a:prstGeom>
          <a:solidFill>
            <a:srgbClr val="EEF6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023" name="Google Shape;2023;h32a9095667746e33_3_27"/>
          <p:cNvSpPr/>
          <p:nvPr/>
        </p:nvSpPr>
        <p:spPr>
          <a:xfrm>
            <a:off x="1437500" y="6438788"/>
            <a:ext cx="6413400" cy="615600"/>
          </a:xfrm>
          <a:prstGeom prst="rect">
            <a:avLst/>
          </a:prstGeom>
          <a:solidFill>
            <a:srgbClr val="EEF6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024" name="Google Shape;2024;h32a9095667746e33_3_27"/>
          <p:cNvSpPr/>
          <p:nvPr/>
        </p:nvSpPr>
        <p:spPr>
          <a:xfrm>
            <a:off x="1437500" y="7503013"/>
            <a:ext cx="6413400" cy="615600"/>
          </a:xfrm>
          <a:prstGeom prst="rect">
            <a:avLst/>
          </a:prstGeom>
          <a:solidFill>
            <a:srgbClr val="EEF6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025" name="Google Shape;2025;h32a9095667746e33_3_27"/>
          <p:cNvSpPr/>
          <p:nvPr/>
        </p:nvSpPr>
        <p:spPr>
          <a:xfrm>
            <a:off x="1437500" y="8567238"/>
            <a:ext cx="6413400" cy="615600"/>
          </a:xfrm>
          <a:prstGeom prst="rect">
            <a:avLst/>
          </a:prstGeom>
          <a:solidFill>
            <a:srgbClr val="EEF6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026" name="Google Shape;2026;h32a9095667746e33_3_27"/>
          <p:cNvSpPr txBox="1"/>
          <p:nvPr/>
        </p:nvSpPr>
        <p:spPr>
          <a:xfrm>
            <a:off x="3941225" y="4425325"/>
            <a:ext cx="3534900" cy="431100"/>
          </a:xfrm>
          <a:prstGeom prst="rect">
            <a:avLst/>
          </a:prstGeom>
          <a:noFill/>
          <a:ln>
            <a:noFill/>
          </a:ln>
        </p:spPr>
        <p:txBody>
          <a:bodyPr anchorCtr="0" anchor="t" bIns="91425" lIns="91425" spcFirstLastPara="1" rIns="91425" wrap="square" tIns="91425">
            <a:noAutofit/>
          </a:bodyPr>
          <a:lstStyle/>
          <a:p>
            <a:pPr indent="0" lvl="0" marL="0" rtl="0" algn="l">
              <a:lnSpc>
                <a:spcPct val="155000"/>
              </a:lnSpc>
              <a:spcBef>
                <a:spcPts val="0"/>
              </a:spcBef>
              <a:spcAft>
                <a:spcPts val="0"/>
              </a:spcAft>
              <a:buNone/>
            </a:pPr>
            <a:r>
              <a:rPr b="1" lang="en-US" sz="1900">
                <a:solidFill>
                  <a:srgbClr val="20538B"/>
                </a:solidFill>
              </a:rPr>
              <a:t>정보 누출</a:t>
            </a:r>
            <a:endParaRPr b="1" sz="3200">
              <a:solidFill>
                <a:schemeClr val="dk1"/>
              </a:solidFill>
              <a:latin typeface="Calibri"/>
              <a:ea typeface="Calibri"/>
              <a:cs typeface="Calibri"/>
              <a:sym typeface="Calibri"/>
            </a:endParaRPr>
          </a:p>
        </p:txBody>
      </p:sp>
      <p:sp>
        <p:nvSpPr>
          <p:cNvPr id="2027" name="Google Shape;2027;h32a9095667746e33_3_27"/>
          <p:cNvSpPr txBox="1"/>
          <p:nvPr/>
        </p:nvSpPr>
        <p:spPr>
          <a:xfrm>
            <a:off x="3496750" y="5466825"/>
            <a:ext cx="3534900" cy="431100"/>
          </a:xfrm>
          <a:prstGeom prst="rect">
            <a:avLst/>
          </a:prstGeom>
          <a:noFill/>
          <a:ln>
            <a:noFill/>
          </a:ln>
        </p:spPr>
        <p:txBody>
          <a:bodyPr anchorCtr="0" anchor="t" bIns="91425" lIns="91425" spcFirstLastPara="1" rIns="91425" wrap="square" tIns="91425">
            <a:noAutofit/>
          </a:bodyPr>
          <a:lstStyle/>
          <a:p>
            <a:pPr indent="0" lvl="0" marL="0" rtl="0" algn="l">
              <a:lnSpc>
                <a:spcPct val="155000"/>
              </a:lnSpc>
              <a:spcBef>
                <a:spcPts val="0"/>
              </a:spcBef>
              <a:spcAft>
                <a:spcPts val="0"/>
              </a:spcAft>
              <a:buNone/>
            </a:pPr>
            <a:r>
              <a:rPr b="1" lang="en-US" sz="1900">
                <a:solidFill>
                  <a:srgbClr val="20538B"/>
                </a:solidFill>
              </a:rPr>
              <a:t>약한 비밀번호 정책</a:t>
            </a:r>
            <a:endParaRPr b="1" sz="3200">
              <a:solidFill>
                <a:schemeClr val="dk1"/>
              </a:solidFill>
              <a:latin typeface="Calibri"/>
              <a:ea typeface="Calibri"/>
              <a:cs typeface="Calibri"/>
              <a:sym typeface="Calibri"/>
            </a:endParaRPr>
          </a:p>
        </p:txBody>
      </p:sp>
      <p:sp>
        <p:nvSpPr>
          <p:cNvPr id="2028" name="Google Shape;2028;h32a9095667746e33_3_27"/>
          <p:cNvSpPr txBox="1"/>
          <p:nvPr/>
        </p:nvSpPr>
        <p:spPr>
          <a:xfrm>
            <a:off x="3496750" y="6531050"/>
            <a:ext cx="3534900" cy="431100"/>
          </a:xfrm>
          <a:prstGeom prst="rect">
            <a:avLst/>
          </a:prstGeom>
          <a:noFill/>
          <a:ln>
            <a:noFill/>
          </a:ln>
        </p:spPr>
        <p:txBody>
          <a:bodyPr anchorCtr="0" anchor="t" bIns="91425" lIns="91425" spcFirstLastPara="1" rIns="91425" wrap="square" tIns="91425">
            <a:noAutofit/>
          </a:bodyPr>
          <a:lstStyle/>
          <a:p>
            <a:pPr indent="0" lvl="0" marL="0" rtl="0" algn="l">
              <a:lnSpc>
                <a:spcPct val="155000"/>
              </a:lnSpc>
              <a:spcBef>
                <a:spcPts val="0"/>
              </a:spcBef>
              <a:spcAft>
                <a:spcPts val="0"/>
              </a:spcAft>
              <a:buNone/>
            </a:pPr>
            <a:r>
              <a:rPr b="1" lang="en-US" sz="1900">
                <a:solidFill>
                  <a:srgbClr val="20538B"/>
                </a:solidFill>
              </a:rPr>
              <a:t>불충분한 인증 절차</a:t>
            </a:r>
            <a:endParaRPr b="1" sz="3200">
              <a:solidFill>
                <a:schemeClr val="dk1"/>
              </a:solidFill>
              <a:latin typeface="Calibri"/>
              <a:ea typeface="Calibri"/>
              <a:cs typeface="Calibri"/>
              <a:sym typeface="Calibri"/>
            </a:endParaRPr>
          </a:p>
        </p:txBody>
      </p:sp>
      <p:sp>
        <p:nvSpPr>
          <p:cNvPr id="2029" name="Google Shape;2029;h32a9095667746e33_3_27"/>
          <p:cNvSpPr txBox="1"/>
          <p:nvPr/>
        </p:nvSpPr>
        <p:spPr>
          <a:xfrm>
            <a:off x="3496750" y="7595275"/>
            <a:ext cx="3534900" cy="431100"/>
          </a:xfrm>
          <a:prstGeom prst="rect">
            <a:avLst/>
          </a:prstGeom>
          <a:noFill/>
          <a:ln>
            <a:noFill/>
          </a:ln>
        </p:spPr>
        <p:txBody>
          <a:bodyPr anchorCtr="0" anchor="t" bIns="91425" lIns="91425" spcFirstLastPara="1" rIns="91425" wrap="square" tIns="91425">
            <a:noAutofit/>
          </a:bodyPr>
          <a:lstStyle/>
          <a:p>
            <a:pPr indent="0" lvl="0" marL="0" rtl="0" algn="l">
              <a:lnSpc>
                <a:spcPct val="155000"/>
              </a:lnSpc>
              <a:spcBef>
                <a:spcPts val="0"/>
              </a:spcBef>
              <a:spcAft>
                <a:spcPts val="0"/>
              </a:spcAft>
              <a:buNone/>
            </a:pPr>
            <a:r>
              <a:rPr b="1" lang="en-US" sz="1900">
                <a:solidFill>
                  <a:srgbClr val="20538B"/>
                </a:solidFill>
              </a:rPr>
              <a:t>불충분한 권한 검증</a:t>
            </a:r>
            <a:endParaRPr b="1" sz="3200">
              <a:solidFill>
                <a:schemeClr val="dk1"/>
              </a:solidFill>
              <a:latin typeface="Calibri"/>
              <a:ea typeface="Calibri"/>
              <a:cs typeface="Calibri"/>
              <a:sym typeface="Calibri"/>
            </a:endParaRPr>
          </a:p>
        </p:txBody>
      </p:sp>
      <p:sp>
        <p:nvSpPr>
          <p:cNvPr id="2030" name="Google Shape;2030;h32a9095667746e33_3_27"/>
          <p:cNvSpPr txBox="1"/>
          <p:nvPr/>
        </p:nvSpPr>
        <p:spPr>
          <a:xfrm>
            <a:off x="3073400" y="8659500"/>
            <a:ext cx="3534900" cy="431100"/>
          </a:xfrm>
          <a:prstGeom prst="rect">
            <a:avLst/>
          </a:prstGeom>
          <a:noFill/>
          <a:ln>
            <a:noFill/>
          </a:ln>
        </p:spPr>
        <p:txBody>
          <a:bodyPr anchorCtr="0" anchor="t" bIns="91425" lIns="91425" spcFirstLastPara="1" rIns="91425" wrap="square" tIns="91425">
            <a:noAutofit/>
          </a:bodyPr>
          <a:lstStyle/>
          <a:p>
            <a:pPr indent="0" lvl="0" marL="0" rtl="0" algn="l">
              <a:lnSpc>
                <a:spcPct val="155000"/>
              </a:lnSpc>
              <a:spcBef>
                <a:spcPts val="0"/>
              </a:spcBef>
              <a:spcAft>
                <a:spcPts val="0"/>
              </a:spcAft>
              <a:buNone/>
            </a:pPr>
            <a:r>
              <a:rPr b="1" lang="en-US" sz="1900">
                <a:solidFill>
                  <a:srgbClr val="20538B"/>
                </a:solidFill>
              </a:rPr>
              <a:t>취약한 비밀번호 복구 절차</a:t>
            </a:r>
            <a:endParaRPr b="1" sz="3200">
              <a:solidFill>
                <a:schemeClr val="dk1"/>
              </a:solidFill>
              <a:latin typeface="Calibri"/>
              <a:ea typeface="Calibri"/>
              <a:cs typeface="Calibri"/>
              <a:sym typeface="Calibri"/>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4" name="Shape 2034"/>
        <p:cNvGrpSpPr/>
        <p:nvPr/>
      </p:nvGrpSpPr>
      <p:grpSpPr>
        <a:xfrm>
          <a:off x="0" y="0"/>
          <a:ext cx="0" cy="0"/>
          <a:chOff x="0" y="0"/>
          <a:chExt cx="0" cy="0"/>
        </a:xfrm>
      </p:grpSpPr>
      <p:grpSp>
        <p:nvGrpSpPr>
          <p:cNvPr id="2035" name="Google Shape;2035;h32a9095667746e33_3_53"/>
          <p:cNvGrpSpPr/>
          <p:nvPr/>
        </p:nvGrpSpPr>
        <p:grpSpPr>
          <a:xfrm>
            <a:off x="-1076168" y="3274283"/>
            <a:ext cx="20615733" cy="7012716"/>
            <a:chOff x="-99239" y="-86"/>
            <a:chExt cx="27487644" cy="9350288"/>
          </a:xfrm>
        </p:grpSpPr>
        <p:grpSp>
          <p:nvGrpSpPr>
            <p:cNvPr id="2036" name="Google Shape;2036;h32a9095667746e33_3_53"/>
            <p:cNvGrpSpPr/>
            <p:nvPr/>
          </p:nvGrpSpPr>
          <p:grpSpPr>
            <a:xfrm rot="-5400000">
              <a:off x="11107617" y="-11206942"/>
              <a:ext cx="4770761" cy="27184472"/>
              <a:chOff x="0" y="-38100"/>
              <a:chExt cx="1831597" cy="10436700"/>
            </a:xfrm>
          </p:grpSpPr>
          <p:sp>
            <p:nvSpPr>
              <p:cNvPr id="2037" name="Google Shape;2037;h32a9095667746e33_3_53"/>
              <p:cNvSpPr/>
              <p:nvPr/>
            </p:nvSpPr>
            <p:spPr>
              <a:xfrm>
                <a:off x="0" y="0"/>
                <a:ext cx="1831597" cy="10398600"/>
              </a:xfrm>
              <a:custGeom>
                <a:rect b="b" l="l" r="r" t="t"/>
                <a:pathLst>
                  <a:path extrusionOk="0" h="10398600" w="1831597">
                    <a:moveTo>
                      <a:pt x="0" y="0"/>
                    </a:moveTo>
                    <a:lnTo>
                      <a:pt x="1831597" y="0"/>
                    </a:lnTo>
                    <a:lnTo>
                      <a:pt x="1831597" y="10398600"/>
                    </a:lnTo>
                    <a:lnTo>
                      <a:pt x="0" y="10398600"/>
                    </a:lnTo>
                    <a:close/>
                  </a:path>
                </a:pathLst>
              </a:custGeom>
              <a:solidFill>
                <a:srgbClr val="CBDDEF"/>
              </a:solidFill>
              <a:ln>
                <a:noFill/>
              </a:ln>
            </p:spPr>
          </p:sp>
          <p:sp>
            <p:nvSpPr>
              <p:cNvPr id="2038" name="Google Shape;2038;h32a9095667746e33_3_53"/>
              <p:cNvSpPr txBox="1"/>
              <p:nvPr/>
            </p:nvSpPr>
            <p:spPr>
              <a:xfrm>
                <a:off x="0" y="-38100"/>
                <a:ext cx="1831500" cy="10436700"/>
              </a:xfrm>
              <a:prstGeom prst="rect">
                <a:avLst/>
              </a:prstGeom>
              <a:noFill/>
              <a:ln>
                <a:noFill/>
              </a:ln>
            </p:spPr>
            <p:txBody>
              <a:bodyPr anchorCtr="0" anchor="ctr" bIns="27000" lIns="27000" spcFirstLastPara="1" rIns="27000" wrap="square" tIns="27000">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039" name="Google Shape;2039;h32a9095667746e33_3_53"/>
            <p:cNvGrpSpPr/>
            <p:nvPr/>
          </p:nvGrpSpPr>
          <p:grpSpPr>
            <a:xfrm rot="-5400000">
              <a:off x="11637133" y="-6401070"/>
              <a:ext cx="4579844" cy="26922700"/>
              <a:chOff x="0" y="-38100"/>
              <a:chExt cx="1758300" cy="10336200"/>
            </a:xfrm>
          </p:grpSpPr>
          <p:sp>
            <p:nvSpPr>
              <p:cNvPr id="2040" name="Google Shape;2040;h32a9095667746e33_3_53"/>
              <p:cNvSpPr/>
              <p:nvPr/>
            </p:nvSpPr>
            <p:spPr>
              <a:xfrm>
                <a:off x="0" y="0"/>
                <a:ext cx="1758210" cy="10298040"/>
              </a:xfrm>
              <a:custGeom>
                <a:rect b="b" l="l" r="r" t="t"/>
                <a:pathLst>
                  <a:path extrusionOk="0" h="10298040" w="1758210">
                    <a:moveTo>
                      <a:pt x="0" y="0"/>
                    </a:moveTo>
                    <a:lnTo>
                      <a:pt x="1758210" y="0"/>
                    </a:lnTo>
                    <a:lnTo>
                      <a:pt x="1758210" y="10298040"/>
                    </a:lnTo>
                    <a:lnTo>
                      <a:pt x="0" y="10298040"/>
                    </a:lnTo>
                    <a:close/>
                  </a:path>
                </a:pathLst>
              </a:custGeom>
              <a:solidFill>
                <a:srgbClr val="94B6DA"/>
              </a:solidFill>
              <a:ln>
                <a:noFill/>
              </a:ln>
            </p:spPr>
          </p:sp>
          <p:sp>
            <p:nvSpPr>
              <p:cNvPr id="2041" name="Google Shape;2041;h32a9095667746e33_3_53"/>
              <p:cNvSpPr txBox="1"/>
              <p:nvPr/>
            </p:nvSpPr>
            <p:spPr>
              <a:xfrm>
                <a:off x="0" y="-38100"/>
                <a:ext cx="1758300" cy="10336200"/>
              </a:xfrm>
              <a:prstGeom prst="rect">
                <a:avLst/>
              </a:prstGeom>
              <a:noFill/>
              <a:ln>
                <a:noFill/>
              </a:ln>
            </p:spPr>
            <p:txBody>
              <a:bodyPr anchorCtr="0" anchor="ctr" bIns="27000" lIns="27000" spcFirstLastPara="1" rIns="27000" wrap="square" tIns="27000">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grpSp>
        <p:nvGrpSpPr>
          <p:cNvPr id="2042" name="Google Shape;2042;h32a9095667746e33_3_53"/>
          <p:cNvGrpSpPr/>
          <p:nvPr/>
        </p:nvGrpSpPr>
        <p:grpSpPr>
          <a:xfrm>
            <a:off x="736116" y="622850"/>
            <a:ext cx="16825838" cy="9050174"/>
            <a:chOff x="0" y="-108814"/>
            <a:chExt cx="22434451" cy="12066898"/>
          </a:xfrm>
        </p:grpSpPr>
        <p:grpSp>
          <p:nvGrpSpPr>
            <p:cNvPr id="2043" name="Google Shape;2043;h32a9095667746e33_3_53"/>
            <p:cNvGrpSpPr/>
            <p:nvPr/>
          </p:nvGrpSpPr>
          <p:grpSpPr>
            <a:xfrm>
              <a:off x="26537" y="10214891"/>
              <a:ext cx="22386840" cy="1743193"/>
              <a:chOff x="0" y="-47625"/>
              <a:chExt cx="9809754" cy="763855"/>
            </a:xfrm>
          </p:grpSpPr>
          <p:sp>
            <p:nvSpPr>
              <p:cNvPr id="2044" name="Google Shape;2044;h32a9095667746e33_3_53"/>
              <p:cNvSpPr/>
              <p:nvPr/>
            </p:nvSpPr>
            <p:spPr>
              <a:xfrm>
                <a:off x="0" y="0"/>
                <a:ext cx="9809754" cy="716230"/>
              </a:xfrm>
              <a:custGeom>
                <a:rect b="b" l="l" r="r" t="t"/>
                <a:pathLst>
                  <a:path extrusionOk="0" h="716230" w="9809754">
                    <a:moveTo>
                      <a:pt x="0" y="0"/>
                    </a:moveTo>
                    <a:lnTo>
                      <a:pt x="9809754" y="0"/>
                    </a:lnTo>
                    <a:lnTo>
                      <a:pt x="9809754" y="716230"/>
                    </a:lnTo>
                    <a:lnTo>
                      <a:pt x="0" y="716230"/>
                    </a:lnTo>
                    <a:close/>
                  </a:path>
                </a:pathLst>
              </a:custGeom>
              <a:solidFill>
                <a:srgbClr val="20538B"/>
              </a:solidFill>
              <a:ln cap="sq" cmpd="sng" w="38100">
                <a:solidFill>
                  <a:srgbClr val="20538B"/>
                </a:solidFill>
                <a:prstDash val="solid"/>
                <a:miter lim="8000"/>
                <a:headEnd len="sm" w="sm" type="none"/>
                <a:tailEnd len="sm" w="sm" type="none"/>
              </a:ln>
            </p:spPr>
          </p:sp>
          <p:sp>
            <p:nvSpPr>
              <p:cNvPr id="2045" name="Google Shape;2045;h32a9095667746e33_3_53"/>
              <p:cNvSpPr txBox="1"/>
              <p:nvPr/>
            </p:nvSpPr>
            <p:spPr>
              <a:xfrm>
                <a:off x="0" y="-47625"/>
                <a:ext cx="9809700" cy="763800"/>
              </a:xfrm>
              <a:prstGeom prst="rect">
                <a:avLst/>
              </a:prstGeom>
              <a:noFill/>
              <a:ln>
                <a:noFill/>
              </a:ln>
            </p:spPr>
            <p:txBody>
              <a:bodyPr anchorCtr="0" anchor="ctr" bIns="50800" lIns="50800" spcFirstLastPara="1" rIns="50800" wrap="square" tIns="50800">
                <a:noAutofit/>
              </a:bodyPr>
              <a:lstStyle/>
              <a:p>
                <a:pPr indent="0" lvl="0" marL="0" marR="0" rtl="0" algn="ctr">
                  <a:lnSpc>
                    <a:spcPct val="175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046" name="Google Shape;2046;h32a9095667746e33_3_53"/>
            <p:cNvGrpSpPr/>
            <p:nvPr/>
          </p:nvGrpSpPr>
          <p:grpSpPr>
            <a:xfrm>
              <a:off x="0" y="-108814"/>
              <a:ext cx="22434451" cy="11946166"/>
              <a:chOff x="0" y="-47625"/>
              <a:chExt cx="9819000" cy="5228539"/>
            </a:xfrm>
          </p:grpSpPr>
          <p:sp>
            <p:nvSpPr>
              <p:cNvPr id="2047" name="Google Shape;2047;h32a9095667746e33_3_53"/>
              <p:cNvSpPr/>
              <p:nvPr/>
            </p:nvSpPr>
            <p:spPr>
              <a:xfrm>
                <a:off x="0" y="0"/>
                <a:ext cx="9818922" cy="5180914"/>
              </a:xfrm>
              <a:custGeom>
                <a:rect b="b" l="l" r="r" t="t"/>
                <a:pathLst>
                  <a:path extrusionOk="0" h="5180914" w="9818922">
                    <a:moveTo>
                      <a:pt x="0" y="0"/>
                    </a:moveTo>
                    <a:lnTo>
                      <a:pt x="9818922" y="0"/>
                    </a:lnTo>
                    <a:lnTo>
                      <a:pt x="9818922" y="5180914"/>
                    </a:lnTo>
                    <a:lnTo>
                      <a:pt x="0" y="5180914"/>
                    </a:lnTo>
                    <a:close/>
                  </a:path>
                </a:pathLst>
              </a:custGeom>
              <a:solidFill>
                <a:srgbClr val="FFFFFF"/>
              </a:solidFill>
              <a:ln cap="sq" cmpd="sng" w="38100">
                <a:solidFill>
                  <a:srgbClr val="20538B"/>
                </a:solidFill>
                <a:prstDash val="solid"/>
                <a:miter lim="8000"/>
                <a:headEnd len="sm" w="sm" type="none"/>
                <a:tailEnd len="sm" w="sm" type="none"/>
              </a:ln>
            </p:spPr>
          </p:sp>
          <p:sp>
            <p:nvSpPr>
              <p:cNvPr id="2048" name="Google Shape;2048;h32a9095667746e33_3_53"/>
              <p:cNvSpPr txBox="1"/>
              <p:nvPr/>
            </p:nvSpPr>
            <p:spPr>
              <a:xfrm>
                <a:off x="0" y="-47625"/>
                <a:ext cx="9819000" cy="5228400"/>
              </a:xfrm>
              <a:prstGeom prst="rect">
                <a:avLst/>
              </a:prstGeom>
              <a:noFill/>
              <a:ln>
                <a:noFill/>
              </a:ln>
            </p:spPr>
            <p:txBody>
              <a:bodyPr anchorCtr="0" anchor="ctr" bIns="50800" lIns="50800" spcFirstLastPara="1" rIns="50800" wrap="square" tIns="50800">
                <a:noAutofit/>
              </a:bodyPr>
              <a:lstStyle/>
              <a:p>
                <a:pPr indent="0" lvl="0" marL="0" marR="0" rtl="0" algn="ctr">
                  <a:lnSpc>
                    <a:spcPct val="175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grpSp>
        <p:nvGrpSpPr>
          <p:cNvPr id="2049" name="Google Shape;2049;h32a9095667746e33_3_53"/>
          <p:cNvGrpSpPr/>
          <p:nvPr/>
        </p:nvGrpSpPr>
        <p:grpSpPr>
          <a:xfrm>
            <a:off x="768774" y="662704"/>
            <a:ext cx="16759942" cy="1561150"/>
            <a:chOff x="0" y="-38100"/>
            <a:chExt cx="8581200" cy="799319"/>
          </a:xfrm>
        </p:grpSpPr>
        <p:sp>
          <p:nvSpPr>
            <p:cNvPr id="2050" name="Google Shape;2050;h32a9095667746e33_3_53"/>
            <p:cNvSpPr/>
            <p:nvPr/>
          </p:nvSpPr>
          <p:spPr>
            <a:xfrm>
              <a:off x="0" y="0"/>
              <a:ext cx="8581180" cy="761219"/>
            </a:xfrm>
            <a:custGeom>
              <a:rect b="b" l="l" r="r" t="t"/>
              <a:pathLst>
                <a:path extrusionOk="0" h="761219" w="8581180">
                  <a:moveTo>
                    <a:pt x="0" y="0"/>
                  </a:moveTo>
                  <a:lnTo>
                    <a:pt x="8581180" y="0"/>
                  </a:lnTo>
                  <a:lnTo>
                    <a:pt x="8581180" y="761219"/>
                  </a:lnTo>
                  <a:lnTo>
                    <a:pt x="0" y="761219"/>
                  </a:lnTo>
                  <a:close/>
                </a:path>
              </a:pathLst>
            </a:custGeom>
            <a:solidFill>
              <a:srgbClr val="EEF6FF"/>
            </a:solidFill>
            <a:ln cap="sq" cmpd="sng" w="9525">
              <a:solidFill>
                <a:srgbClr val="20538B"/>
              </a:solidFill>
              <a:prstDash val="solid"/>
              <a:miter lim="8000"/>
              <a:headEnd len="sm" w="sm" type="none"/>
              <a:tailEnd len="sm" w="sm" type="none"/>
            </a:ln>
          </p:spPr>
        </p:sp>
        <p:sp>
          <p:nvSpPr>
            <p:cNvPr id="2051" name="Google Shape;2051;h32a9095667746e33_3_53"/>
            <p:cNvSpPr txBox="1"/>
            <p:nvPr/>
          </p:nvSpPr>
          <p:spPr>
            <a:xfrm>
              <a:off x="0" y="-38100"/>
              <a:ext cx="8581200" cy="799200"/>
            </a:xfrm>
            <a:prstGeom prst="rect">
              <a:avLst/>
            </a:prstGeom>
            <a:noFill/>
            <a:ln>
              <a:noFill/>
            </a:ln>
          </p:spPr>
          <p:txBody>
            <a:bodyPr anchorCtr="0" anchor="ctr" bIns="39175" lIns="39175" spcFirstLastPara="1" rIns="39175" wrap="square" tIns="39175">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052" name="Google Shape;2052;h32a9095667746e33_3_53"/>
          <p:cNvSpPr/>
          <p:nvPr/>
        </p:nvSpPr>
        <p:spPr>
          <a:xfrm>
            <a:off x="15536722" y="160918"/>
            <a:ext cx="996214" cy="1021758"/>
          </a:xfrm>
          <a:custGeom>
            <a:rect b="b" l="l" r="r" t="t"/>
            <a:pathLst>
              <a:path extrusionOk="0" h="1021758" w="996214">
                <a:moveTo>
                  <a:pt x="0" y="0"/>
                </a:moveTo>
                <a:lnTo>
                  <a:pt x="996214" y="0"/>
                </a:lnTo>
                <a:lnTo>
                  <a:pt x="996214" y="1021758"/>
                </a:lnTo>
                <a:lnTo>
                  <a:pt x="0" y="1021758"/>
                </a:lnTo>
                <a:lnTo>
                  <a:pt x="0" y="0"/>
                </a:lnTo>
                <a:close/>
              </a:path>
            </a:pathLst>
          </a:custGeom>
          <a:blipFill rotWithShape="1">
            <a:blip r:embed="rId3">
              <a:alphaModFix/>
            </a:blip>
            <a:stretch>
              <a:fillRect b="0" l="0" r="0" t="0"/>
            </a:stretch>
          </a:blipFill>
          <a:ln>
            <a:noFill/>
          </a:ln>
        </p:spPr>
      </p:sp>
      <p:sp>
        <p:nvSpPr>
          <p:cNvPr id="2053" name="Google Shape;2053;h32a9095667746e33_3_53"/>
          <p:cNvSpPr/>
          <p:nvPr/>
        </p:nvSpPr>
        <p:spPr>
          <a:xfrm>
            <a:off x="1558904" y="3077291"/>
            <a:ext cx="272321" cy="272321"/>
          </a:xfrm>
          <a:custGeom>
            <a:rect b="b" l="l" r="r" t="t"/>
            <a:pathLst>
              <a:path extrusionOk="0" h="272321" w="272321">
                <a:moveTo>
                  <a:pt x="0" y="0"/>
                </a:moveTo>
                <a:lnTo>
                  <a:pt x="272321" y="0"/>
                </a:lnTo>
                <a:lnTo>
                  <a:pt x="272321" y="272321"/>
                </a:lnTo>
                <a:lnTo>
                  <a:pt x="0" y="272321"/>
                </a:lnTo>
                <a:lnTo>
                  <a:pt x="0" y="0"/>
                </a:lnTo>
                <a:close/>
              </a:path>
            </a:pathLst>
          </a:custGeom>
          <a:blipFill rotWithShape="1">
            <a:blip r:embed="rId4">
              <a:alphaModFix/>
            </a:blip>
            <a:stretch>
              <a:fillRect b="0" l="0" r="0" t="0"/>
            </a:stretch>
          </a:blipFill>
          <a:ln>
            <a:noFill/>
          </a:ln>
        </p:spPr>
      </p:sp>
      <p:sp>
        <p:nvSpPr>
          <p:cNvPr id="2054" name="Google Shape;2054;h32a9095667746e33_3_53"/>
          <p:cNvSpPr txBox="1"/>
          <p:nvPr/>
        </p:nvSpPr>
        <p:spPr>
          <a:xfrm>
            <a:off x="2400031" y="893150"/>
            <a:ext cx="13923600" cy="769500"/>
          </a:xfrm>
          <a:prstGeom prst="rect">
            <a:avLst/>
          </a:prstGeom>
          <a:noFill/>
          <a:ln>
            <a:noFill/>
          </a:ln>
        </p:spPr>
        <p:txBody>
          <a:bodyPr anchorCtr="0" anchor="t" bIns="0" lIns="0" spcFirstLastPara="1" rIns="0" wrap="square" tIns="0">
            <a:spAutoFit/>
          </a:bodyPr>
          <a:lstStyle/>
          <a:p>
            <a:pPr indent="0" lvl="0" marL="0" marR="0" rtl="0" algn="l">
              <a:lnSpc>
                <a:spcPct val="192000"/>
              </a:lnSpc>
              <a:spcBef>
                <a:spcPts val="0"/>
              </a:spcBef>
              <a:spcAft>
                <a:spcPts val="0"/>
              </a:spcAft>
              <a:buNone/>
            </a:pPr>
            <a:r>
              <a:rPr b="1" lang="en-US" sz="5000">
                <a:solidFill>
                  <a:srgbClr val="20538B"/>
                </a:solidFill>
              </a:rPr>
              <a:t>취약점 분석 및 시나리오 - </a:t>
            </a:r>
            <a:r>
              <a:rPr b="1" lang="en-US" sz="3500">
                <a:solidFill>
                  <a:srgbClr val="20538B"/>
                </a:solidFill>
              </a:rPr>
              <a:t>결과 통합 및 오류처리</a:t>
            </a:r>
            <a:endParaRPr b="1" i="0" sz="3500" u="none" cap="none" strike="noStrike">
              <a:solidFill>
                <a:srgbClr val="20538B"/>
              </a:solidFill>
              <a:latin typeface="Arial"/>
              <a:ea typeface="Arial"/>
              <a:cs typeface="Arial"/>
              <a:sym typeface="Arial"/>
            </a:endParaRPr>
          </a:p>
        </p:txBody>
      </p:sp>
      <p:sp>
        <p:nvSpPr>
          <p:cNvPr id="2055" name="Google Shape;2055;h32a9095667746e33_3_53"/>
          <p:cNvSpPr txBox="1"/>
          <p:nvPr/>
        </p:nvSpPr>
        <p:spPr>
          <a:xfrm>
            <a:off x="1442532" y="920715"/>
            <a:ext cx="834600" cy="751200"/>
          </a:xfrm>
          <a:prstGeom prst="rect">
            <a:avLst/>
          </a:prstGeom>
          <a:noFill/>
          <a:ln>
            <a:noFill/>
          </a:ln>
        </p:spPr>
        <p:txBody>
          <a:bodyPr anchorCtr="0" anchor="t" bIns="0" lIns="0" spcFirstLastPara="1" rIns="0" wrap="square" tIns="0">
            <a:spAutoFit/>
          </a:bodyPr>
          <a:lstStyle/>
          <a:p>
            <a:pPr indent="0" lvl="0" marL="0" marR="0" rtl="0" algn="l">
              <a:lnSpc>
                <a:spcPct val="192009"/>
              </a:lnSpc>
              <a:spcBef>
                <a:spcPts val="0"/>
              </a:spcBef>
              <a:spcAft>
                <a:spcPts val="0"/>
              </a:spcAft>
              <a:buNone/>
            </a:pPr>
            <a:r>
              <a:rPr b="1" i="0" lang="en-US" sz="4881" u="none" cap="none" strike="noStrike">
                <a:solidFill>
                  <a:srgbClr val="CBDDEF"/>
                </a:solidFill>
                <a:latin typeface="Arial"/>
                <a:ea typeface="Arial"/>
                <a:cs typeface="Arial"/>
                <a:sym typeface="Arial"/>
              </a:rPr>
              <a:t>0</a:t>
            </a:r>
            <a:r>
              <a:rPr b="1" lang="en-US" sz="4881">
                <a:solidFill>
                  <a:srgbClr val="CBDDEF"/>
                </a:solidFill>
              </a:rPr>
              <a:t>4</a:t>
            </a:r>
            <a:endParaRPr/>
          </a:p>
        </p:txBody>
      </p:sp>
      <p:sp>
        <p:nvSpPr>
          <p:cNvPr id="2056" name="Google Shape;2056;h32a9095667746e33_3_53"/>
          <p:cNvSpPr txBox="1"/>
          <p:nvPr/>
        </p:nvSpPr>
        <p:spPr>
          <a:xfrm>
            <a:off x="1914731" y="2997900"/>
            <a:ext cx="7197600" cy="4311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US" sz="2800">
                <a:solidFill>
                  <a:srgbClr val="20538B"/>
                </a:solidFill>
              </a:rPr>
              <a:t>결과 형식 표준화</a:t>
            </a:r>
            <a:endParaRPr/>
          </a:p>
        </p:txBody>
      </p:sp>
      <p:sp>
        <p:nvSpPr>
          <p:cNvPr id="2057" name="Google Shape;2057;h32a9095667746e33_3_53"/>
          <p:cNvSpPr txBox="1"/>
          <p:nvPr/>
        </p:nvSpPr>
        <p:spPr>
          <a:xfrm>
            <a:off x="1497131" y="7756925"/>
            <a:ext cx="7097100" cy="1199100"/>
          </a:xfrm>
          <a:prstGeom prst="rect">
            <a:avLst/>
          </a:prstGeom>
          <a:noFill/>
          <a:ln>
            <a:noFill/>
          </a:ln>
        </p:spPr>
        <p:txBody>
          <a:bodyPr anchorCtr="0" anchor="t" bIns="0" lIns="0" spcFirstLastPara="1" rIns="0" wrap="square" tIns="0">
            <a:spAutoFit/>
          </a:bodyPr>
          <a:lstStyle/>
          <a:p>
            <a:pPr indent="-349250" lvl="0" marL="457200" marR="0" rtl="0" algn="l">
              <a:lnSpc>
                <a:spcPct val="155000"/>
              </a:lnSpc>
              <a:spcBef>
                <a:spcPts val="0"/>
              </a:spcBef>
              <a:spcAft>
                <a:spcPts val="0"/>
              </a:spcAft>
              <a:buClr>
                <a:srgbClr val="20538B"/>
              </a:buClr>
              <a:buSzPts val="1900"/>
              <a:buChar char="●"/>
            </a:pPr>
            <a:r>
              <a:rPr lang="en-US" sz="1900">
                <a:solidFill>
                  <a:srgbClr val="20538B"/>
                </a:solidFill>
              </a:rPr>
              <a:t>각 Scanner를 독립적인 try-except 구조로 실행 </a:t>
            </a:r>
            <a:endParaRPr sz="1900">
              <a:solidFill>
                <a:srgbClr val="20538B"/>
              </a:solidFill>
            </a:endParaRPr>
          </a:p>
          <a:p>
            <a:pPr indent="-349250" lvl="0" marL="457200" marR="0" rtl="0" algn="l">
              <a:lnSpc>
                <a:spcPct val="155000"/>
              </a:lnSpc>
              <a:spcBef>
                <a:spcPts val="0"/>
              </a:spcBef>
              <a:spcAft>
                <a:spcPts val="0"/>
              </a:spcAft>
              <a:buClr>
                <a:srgbClr val="20538B"/>
              </a:buClr>
              <a:buSzPts val="1900"/>
              <a:buChar char="●"/>
            </a:pPr>
            <a:r>
              <a:rPr lang="en-US" sz="1900">
                <a:solidFill>
                  <a:srgbClr val="20538B"/>
                </a:solidFill>
              </a:rPr>
              <a:t>특정 모듈 오류가 전체 진행을 중단하지 않도록 구성 </a:t>
            </a:r>
            <a:endParaRPr sz="1900">
              <a:solidFill>
                <a:srgbClr val="20538B"/>
              </a:solidFill>
            </a:endParaRPr>
          </a:p>
          <a:p>
            <a:pPr indent="-349250" lvl="0" marL="457200" marR="0" rtl="0" algn="l">
              <a:lnSpc>
                <a:spcPct val="155000"/>
              </a:lnSpc>
              <a:spcBef>
                <a:spcPts val="0"/>
              </a:spcBef>
              <a:spcAft>
                <a:spcPts val="0"/>
              </a:spcAft>
              <a:buClr>
                <a:srgbClr val="20538B"/>
              </a:buClr>
              <a:buSzPts val="1900"/>
              <a:buChar char="●"/>
            </a:pPr>
            <a:r>
              <a:rPr lang="en-US" sz="1900">
                <a:solidFill>
                  <a:srgbClr val="20538B"/>
                </a:solidFill>
              </a:rPr>
              <a:t>발생 오류는 errors 항목에 별도 기록 </a:t>
            </a:r>
            <a:endParaRPr b="0" i="0" sz="1800" u="none" cap="none" strike="noStrike">
              <a:solidFill>
                <a:srgbClr val="94B6DA"/>
              </a:solidFill>
              <a:latin typeface="Arial"/>
              <a:ea typeface="Arial"/>
              <a:cs typeface="Arial"/>
              <a:sym typeface="Arial"/>
            </a:endParaRPr>
          </a:p>
        </p:txBody>
      </p:sp>
      <p:sp>
        <p:nvSpPr>
          <p:cNvPr id="2058" name="Google Shape;2058;h32a9095667746e33_3_53"/>
          <p:cNvSpPr txBox="1"/>
          <p:nvPr/>
        </p:nvSpPr>
        <p:spPr>
          <a:xfrm>
            <a:off x="1914731" y="6973025"/>
            <a:ext cx="7197600" cy="4311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US" sz="2800">
                <a:solidFill>
                  <a:srgbClr val="20538B"/>
                </a:solidFill>
              </a:rPr>
              <a:t>오류 격리</a:t>
            </a:r>
            <a:endParaRPr/>
          </a:p>
        </p:txBody>
      </p:sp>
      <p:sp>
        <p:nvSpPr>
          <p:cNvPr id="2059" name="Google Shape;2059;h32a9095667746e33_3_53"/>
          <p:cNvSpPr/>
          <p:nvPr/>
        </p:nvSpPr>
        <p:spPr>
          <a:xfrm>
            <a:off x="1558904" y="7052416"/>
            <a:ext cx="272321" cy="272321"/>
          </a:xfrm>
          <a:custGeom>
            <a:rect b="b" l="l" r="r" t="t"/>
            <a:pathLst>
              <a:path extrusionOk="0" h="272321" w="272321">
                <a:moveTo>
                  <a:pt x="0" y="0"/>
                </a:moveTo>
                <a:lnTo>
                  <a:pt x="272321" y="0"/>
                </a:lnTo>
                <a:lnTo>
                  <a:pt x="272321" y="272321"/>
                </a:lnTo>
                <a:lnTo>
                  <a:pt x="0" y="272321"/>
                </a:lnTo>
                <a:lnTo>
                  <a:pt x="0" y="0"/>
                </a:lnTo>
                <a:close/>
              </a:path>
            </a:pathLst>
          </a:custGeom>
          <a:blipFill rotWithShape="1">
            <a:blip r:embed="rId4">
              <a:alphaModFix/>
            </a:blip>
            <a:stretch>
              <a:fillRect b="0" l="0" r="0" t="0"/>
            </a:stretch>
          </a:blipFill>
          <a:ln>
            <a:noFill/>
          </a:ln>
        </p:spPr>
      </p:sp>
      <p:sp>
        <p:nvSpPr>
          <p:cNvPr id="2060" name="Google Shape;2060;h32a9095667746e33_3_53"/>
          <p:cNvSpPr txBox="1"/>
          <p:nvPr/>
        </p:nvSpPr>
        <p:spPr>
          <a:xfrm>
            <a:off x="1497131" y="3679100"/>
            <a:ext cx="8032800" cy="930300"/>
          </a:xfrm>
          <a:prstGeom prst="rect">
            <a:avLst/>
          </a:prstGeom>
          <a:noFill/>
          <a:ln>
            <a:noFill/>
          </a:ln>
        </p:spPr>
        <p:txBody>
          <a:bodyPr anchorCtr="0" anchor="t" bIns="91425" lIns="91425" spcFirstLastPara="1" rIns="91425" wrap="square" tIns="91425">
            <a:spAutoFit/>
          </a:bodyPr>
          <a:lstStyle/>
          <a:p>
            <a:pPr indent="0" lvl="0" marL="0" rtl="0" algn="l">
              <a:lnSpc>
                <a:spcPct val="155000"/>
              </a:lnSpc>
              <a:spcBef>
                <a:spcPts val="0"/>
              </a:spcBef>
              <a:spcAft>
                <a:spcPts val="0"/>
              </a:spcAft>
              <a:buNone/>
            </a:pPr>
            <a:r>
              <a:rPr lang="en-US" sz="1900">
                <a:solidFill>
                  <a:srgbClr val="20538B"/>
                </a:solidFill>
              </a:rPr>
              <a:t>Scanner마다 서로 다른 반환 형식을 공통 구조로 변환하여</a:t>
            </a:r>
            <a:endParaRPr sz="1900">
              <a:solidFill>
                <a:srgbClr val="20538B"/>
              </a:solidFill>
            </a:endParaRPr>
          </a:p>
          <a:p>
            <a:pPr indent="0" lvl="0" marL="0" rtl="0" algn="l">
              <a:lnSpc>
                <a:spcPct val="155000"/>
              </a:lnSpc>
              <a:spcBef>
                <a:spcPts val="0"/>
              </a:spcBef>
              <a:spcAft>
                <a:spcPts val="0"/>
              </a:spcAft>
              <a:buNone/>
            </a:pPr>
            <a:r>
              <a:rPr lang="en-US" sz="1900">
                <a:solidFill>
                  <a:srgbClr val="20538B"/>
                </a:solidFill>
              </a:rPr>
              <a:t>scanner_result.json으로 통합 저장</a:t>
            </a:r>
            <a:endParaRPr sz="1900">
              <a:solidFill>
                <a:srgbClr val="20538B"/>
              </a:solidFill>
            </a:endParaRPr>
          </a:p>
        </p:txBody>
      </p:sp>
      <p:pic>
        <p:nvPicPr>
          <p:cNvPr id="2061" name="Google Shape;2061;h32a9095667746e33_3_53"/>
          <p:cNvPicPr preferRelativeResize="0"/>
          <p:nvPr/>
        </p:nvPicPr>
        <p:blipFill>
          <a:blip r:embed="rId5">
            <a:alphaModFix/>
          </a:blip>
          <a:stretch>
            <a:fillRect/>
          </a:stretch>
        </p:blipFill>
        <p:spPr>
          <a:xfrm>
            <a:off x="10101431" y="2817585"/>
            <a:ext cx="6431500" cy="3561700"/>
          </a:xfrm>
          <a:prstGeom prst="rect">
            <a:avLst/>
          </a:prstGeom>
          <a:noFill/>
          <a:ln>
            <a:noFill/>
          </a:ln>
        </p:spPr>
      </p:pic>
      <p:pic>
        <p:nvPicPr>
          <p:cNvPr id="2062" name="Google Shape;2062;h32a9095667746e33_3_53"/>
          <p:cNvPicPr preferRelativeResize="0"/>
          <p:nvPr/>
        </p:nvPicPr>
        <p:blipFill>
          <a:blip r:embed="rId6">
            <a:alphaModFix/>
          </a:blip>
          <a:stretch>
            <a:fillRect/>
          </a:stretch>
        </p:blipFill>
        <p:spPr>
          <a:xfrm>
            <a:off x="10135831" y="6978988"/>
            <a:ext cx="6362700" cy="1209675"/>
          </a:xfrm>
          <a:prstGeom prst="rect">
            <a:avLst/>
          </a:prstGeom>
          <a:noFill/>
          <a:ln>
            <a:noFill/>
          </a:ln>
        </p:spPr>
      </p:pic>
      <p:sp>
        <p:nvSpPr>
          <p:cNvPr id="2063" name="Google Shape;2063;h32a9095667746e33_3_53"/>
          <p:cNvSpPr/>
          <p:nvPr/>
        </p:nvSpPr>
        <p:spPr>
          <a:xfrm>
            <a:off x="1357856" y="4938900"/>
            <a:ext cx="1572300" cy="769500"/>
          </a:xfrm>
          <a:prstGeom prst="rect">
            <a:avLst/>
          </a:prstGeom>
          <a:solidFill>
            <a:srgbClr val="EEF6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900">
                <a:solidFill>
                  <a:srgbClr val="20538B"/>
                </a:solidFill>
              </a:rPr>
              <a:t>Pydantic</a:t>
            </a:r>
            <a:endParaRPr b="1" sz="1900">
              <a:solidFill>
                <a:srgbClr val="20538B"/>
              </a:solidFill>
            </a:endParaRPr>
          </a:p>
        </p:txBody>
      </p:sp>
      <p:sp>
        <p:nvSpPr>
          <p:cNvPr id="2064" name="Google Shape;2064;h32a9095667746e33_3_53"/>
          <p:cNvSpPr/>
          <p:nvPr/>
        </p:nvSpPr>
        <p:spPr>
          <a:xfrm>
            <a:off x="3140081" y="4938900"/>
            <a:ext cx="1144800" cy="769500"/>
          </a:xfrm>
          <a:prstGeom prst="rect">
            <a:avLst/>
          </a:prstGeom>
          <a:solidFill>
            <a:srgbClr val="EEF6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900">
                <a:solidFill>
                  <a:srgbClr val="20538B"/>
                </a:solidFill>
              </a:rPr>
              <a:t>List</a:t>
            </a:r>
            <a:endParaRPr b="1" sz="1900">
              <a:solidFill>
                <a:srgbClr val="20538B"/>
              </a:solidFill>
            </a:endParaRPr>
          </a:p>
        </p:txBody>
      </p:sp>
      <p:sp>
        <p:nvSpPr>
          <p:cNvPr id="2065" name="Google Shape;2065;h32a9095667746e33_3_53"/>
          <p:cNvSpPr/>
          <p:nvPr/>
        </p:nvSpPr>
        <p:spPr>
          <a:xfrm>
            <a:off x="4494806" y="4938900"/>
            <a:ext cx="1144800" cy="769500"/>
          </a:xfrm>
          <a:prstGeom prst="rect">
            <a:avLst/>
          </a:prstGeom>
          <a:solidFill>
            <a:srgbClr val="EEF6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900">
                <a:solidFill>
                  <a:srgbClr val="20538B"/>
                </a:solidFill>
              </a:rPr>
              <a:t>Dict</a:t>
            </a:r>
            <a:endParaRPr b="1" sz="1900">
              <a:solidFill>
                <a:srgbClr val="20538B"/>
              </a:solidFill>
            </a:endParaRPr>
          </a:p>
        </p:txBody>
      </p:sp>
      <p:sp>
        <p:nvSpPr>
          <p:cNvPr id="2066" name="Google Shape;2066;h32a9095667746e33_3_53"/>
          <p:cNvSpPr/>
          <p:nvPr/>
        </p:nvSpPr>
        <p:spPr>
          <a:xfrm>
            <a:off x="6635568" y="4938900"/>
            <a:ext cx="2469900" cy="769500"/>
          </a:xfrm>
          <a:prstGeom prst="rect">
            <a:avLst/>
          </a:prstGeom>
          <a:solidFill>
            <a:srgbClr val="EEF6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900">
                <a:solidFill>
                  <a:srgbClr val="20538B"/>
                </a:solidFill>
              </a:rPr>
              <a:t>flatten_results()</a:t>
            </a:r>
            <a:endParaRPr b="1" sz="1900">
              <a:solidFill>
                <a:srgbClr val="20538B"/>
              </a:solidFill>
            </a:endParaRPr>
          </a:p>
        </p:txBody>
      </p:sp>
      <p:sp>
        <p:nvSpPr>
          <p:cNvPr id="2067" name="Google Shape;2067;h32a9095667746e33_3_53"/>
          <p:cNvSpPr/>
          <p:nvPr/>
        </p:nvSpPr>
        <p:spPr>
          <a:xfrm>
            <a:off x="1914731" y="5955950"/>
            <a:ext cx="1572300" cy="769500"/>
          </a:xfrm>
          <a:prstGeom prst="rect">
            <a:avLst/>
          </a:prstGeom>
          <a:solidFill>
            <a:srgbClr val="EEF6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900">
                <a:solidFill>
                  <a:srgbClr val="20538B"/>
                </a:solidFill>
              </a:rPr>
              <a:t>list[dict]</a:t>
            </a:r>
            <a:endParaRPr b="1" sz="1900">
              <a:solidFill>
                <a:srgbClr val="20538B"/>
              </a:solidFill>
            </a:endParaRPr>
          </a:p>
        </p:txBody>
      </p:sp>
      <p:cxnSp>
        <p:nvCxnSpPr>
          <p:cNvPr id="2068" name="Google Shape;2068;h32a9095667746e33_3_53"/>
          <p:cNvCxnSpPr>
            <a:stCxn id="2065" idx="3"/>
            <a:endCxn id="2066" idx="1"/>
          </p:cNvCxnSpPr>
          <p:nvPr/>
        </p:nvCxnSpPr>
        <p:spPr>
          <a:xfrm>
            <a:off x="5639606" y="5323650"/>
            <a:ext cx="996000" cy="0"/>
          </a:xfrm>
          <a:prstGeom prst="straightConnector1">
            <a:avLst/>
          </a:prstGeom>
          <a:noFill/>
          <a:ln cap="flat" cmpd="sng" w="9525">
            <a:solidFill>
              <a:schemeClr val="dk2"/>
            </a:solidFill>
            <a:prstDash val="solid"/>
            <a:round/>
            <a:headEnd len="med" w="med" type="none"/>
            <a:tailEnd len="med" w="med" type="triangle"/>
          </a:ln>
        </p:spPr>
      </p:cxnSp>
      <p:cxnSp>
        <p:nvCxnSpPr>
          <p:cNvPr id="2069" name="Google Shape;2069;h32a9095667746e33_3_53"/>
          <p:cNvCxnSpPr>
            <a:endCxn id="2067" idx="1"/>
          </p:cNvCxnSpPr>
          <p:nvPr/>
        </p:nvCxnSpPr>
        <p:spPr>
          <a:xfrm>
            <a:off x="1236731" y="6328700"/>
            <a:ext cx="678000" cy="12000"/>
          </a:xfrm>
          <a:prstGeom prst="straightConnector1">
            <a:avLst/>
          </a:prstGeom>
          <a:noFill/>
          <a:ln cap="flat" cmpd="sng" w="9525">
            <a:solidFill>
              <a:schemeClr val="dk2"/>
            </a:solidFill>
            <a:prstDash val="solid"/>
            <a:round/>
            <a:headEnd len="med" w="med" type="none"/>
            <a:tailEnd len="med" w="med" type="triangle"/>
          </a:ln>
        </p:spPr>
      </p:cxnSp>
      <p:sp>
        <p:nvSpPr>
          <p:cNvPr id="2070" name="Google Shape;2070;h32a9095667746e33_3_53"/>
          <p:cNvSpPr txBox="1"/>
          <p:nvPr/>
        </p:nvSpPr>
        <p:spPr>
          <a:xfrm>
            <a:off x="10101431" y="6440625"/>
            <a:ext cx="4698000" cy="477000"/>
          </a:xfrm>
          <a:prstGeom prst="rect">
            <a:avLst/>
          </a:prstGeom>
          <a:noFill/>
          <a:ln>
            <a:noFill/>
          </a:ln>
        </p:spPr>
        <p:txBody>
          <a:bodyPr anchorCtr="0" anchor="t" bIns="91425" lIns="91425" spcFirstLastPara="1" rIns="91425" wrap="square" tIns="91425">
            <a:spAutoFit/>
          </a:bodyPr>
          <a:lstStyle/>
          <a:p>
            <a:pPr indent="-349250" lvl="0" marL="457200" rtl="0" algn="l">
              <a:lnSpc>
                <a:spcPct val="155000"/>
              </a:lnSpc>
              <a:spcBef>
                <a:spcPts val="0"/>
              </a:spcBef>
              <a:spcAft>
                <a:spcPts val="0"/>
              </a:spcAft>
              <a:buClr>
                <a:srgbClr val="20538B"/>
              </a:buClr>
              <a:buSzPts val="1900"/>
              <a:buChar char="-"/>
            </a:pPr>
            <a:r>
              <a:rPr lang="en-US" sz="1900">
                <a:solidFill>
                  <a:srgbClr val="20538B"/>
                </a:solidFill>
              </a:rPr>
              <a:t>통합 진단 결과 예시</a:t>
            </a:r>
            <a:endParaRPr/>
          </a:p>
        </p:txBody>
      </p:sp>
      <p:sp>
        <p:nvSpPr>
          <p:cNvPr id="2071" name="Google Shape;2071;h32a9095667746e33_3_53"/>
          <p:cNvSpPr txBox="1"/>
          <p:nvPr/>
        </p:nvSpPr>
        <p:spPr>
          <a:xfrm>
            <a:off x="10135831" y="8479025"/>
            <a:ext cx="5198100" cy="477000"/>
          </a:xfrm>
          <a:prstGeom prst="rect">
            <a:avLst/>
          </a:prstGeom>
          <a:noFill/>
          <a:ln>
            <a:noFill/>
          </a:ln>
        </p:spPr>
        <p:txBody>
          <a:bodyPr anchorCtr="0" anchor="t" bIns="91425" lIns="91425" spcFirstLastPara="1" rIns="91425" wrap="square" tIns="91425">
            <a:spAutoFit/>
          </a:bodyPr>
          <a:lstStyle/>
          <a:p>
            <a:pPr indent="-349250" lvl="0" marL="457200" rtl="0" algn="l">
              <a:lnSpc>
                <a:spcPct val="155000"/>
              </a:lnSpc>
              <a:spcBef>
                <a:spcPts val="0"/>
              </a:spcBef>
              <a:spcAft>
                <a:spcPts val="0"/>
              </a:spcAft>
              <a:buClr>
                <a:srgbClr val="20538B"/>
              </a:buClr>
              <a:buSzPts val="1900"/>
              <a:buChar char="-"/>
            </a:pPr>
            <a:r>
              <a:rPr lang="en-US" sz="1900">
                <a:solidFill>
                  <a:srgbClr val="20538B"/>
                </a:solidFill>
              </a:rPr>
              <a:t>Scanner 오류 없이 실행 완료 화면</a:t>
            </a:r>
            <a:endParaRPr>
              <a:solidFill>
                <a:schemeClr val="dk1"/>
              </a:solidFill>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5" name="Shape 2075"/>
        <p:cNvGrpSpPr/>
        <p:nvPr/>
      </p:nvGrpSpPr>
      <p:grpSpPr>
        <a:xfrm>
          <a:off x="0" y="0"/>
          <a:ext cx="0" cy="0"/>
          <a:chOff x="0" y="0"/>
          <a:chExt cx="0" cy="0"/>
        </a:xfrm>
      </p:grpSpPr>
      <p:grpSp>
        <p:nvGrpSpPr>
          <p:cNvPr id="2076" name="Google Shape;2076;h32a9095667746e33_3_79"/>
          <p:cNvGrpSpPr/>
          <p:nvPr/>
        </p:nvGrpSpPr>
        <p:grpSpPr>
          <a:xfrm>
            <a:off x="-1081199" y="3274283"/>
            <a:ext cx="20615733" cy="7012716"/>
            <a:chOff x="-99239" y="-86"/>
            <a:chExt cx="27487644" cy="9350288"/>
          </a:xfrm>
        </p:grpSpPr>
        <p:grpSp>
          <p:nvGrpSpPr>
            <p:cNvPr id="2077" name="Google Shape;2077;h32a9095667746e33_3_79"/>
            <p:cNvGrpSpPr/>
            <p:nvPr/>
          </p:nvGrpSpPr>
          <p:grpSpPr>
            <a:xfrm rot="-5400000">
              <a:off x="11107617" y="-11206942"/>
              <a:ext cx="4770761" cy="27184472"/>
              <a:chOff x="0" y="-38100"/>
              <a:chExt cx="1831597" cy="10436700"/>
            </a:xfrm>
          </p:grpSpPr>
          <p:sp>
            <p:nvSpPr>
              <p:cNvPr id="2078" name="Google Shape;2078;h32a9095667746e33_3_79"/>
              <p:cNvSpPr/>
              <p:nvPr/>
            </p:nvSpPr>
            <p:spPr>
              <a:xfrm>
                <a:off x="0" y="0"/>
                <a:ext cx="1831597" cy="10398600"/>
              </a:xfrm>
              <a:custGeom>
                <a:rect b="b" l="l" r="r" t="t"/>
                <a:pathLst>
                  <a:path extrusionOk="0" h="10398600" w="1831597">
                    <a:moveTo>
                      <a:pt x="0" y="0"/>
                    </a:moveTo>
                    <a:lnTo>
                      <a:pt x="1831597" y="0"/>
                    </a:lnTo>
                    <a:lnTo>
                      <a:pt x="1831597" y="10398600"/>
                    </a:lnTo>
                    <a:lnTo>
                      <a:pt x="0" y="10398600"/>
                    </a:lnTo>
                    <a:close/>
                  </a:path>
                </a:pathLst>
              </a:custGeom>
              <a:solidFill>
                <a:srgbClr val="CBDDEF"/>
              </a:solidFill>
              <a:ln>
                <a:noFill/>
              </a:ln>
            </p:spPr>
          </p:sp>
          <p:sp>
            <p:nvSpPr>
              <p:cNvPr id="2079" name="Google Shape;2079;h32a9095667746e33_3_79"/>
              <p:cNvSpPr txBox="1"/>
              <p:nvPr/>
            </p:nvSpPr>
            <p:spPr>
              <a:xfrm>
                <a:off x="0" y="-38100"/>
                <a:ext cx="1831500" cy="10436700"/>
              </a:xfrm>
              <a:prstGeom prst="rect">
                <a:avLst/>
              </a:prstGeom>
              <a:noFill/>
              <a:ln>
                <a:noFill/>
              </a:ln>
            </p:spPr>
            <p:txBody>
              <a:bodyPr anchorCtr="0" anchor="ctr" bIns="27000" lIns="27000" spcFirstLastPara="1" rIns="27000" wrap="square" tIns="27000">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080" name="Google Shape;2080;h32a9095667746e33_3_79"/>
            <p:cNvGrpSpPr/>
            <p:nvPr/>
          </p:nvGrpSpPr>
          <p:grpSpPr>
            <a:xfrm rot="-5400000">
              <a:off x="11637133" y="-6401070"/>
              <a:ext cx="4579844" cy="26922700"/>
              <a:chOff x="0" y="-38100"/>
              <a:chExt cx="1758300" cy="10336200"/>
            </a:xfrm>
          </p:grpSpPr>
          <p:sp>
            <p:nvSpPr>
              <p:cNvPr id="2081" name="Google Shape;2081;h32a9095667746e33_3_79"/>
              <p:cNvSpPr/>
              <p:nvPr/>
            </p:nvSpPr>
            <p:spPr>
              <a:xfrm>
                <a:off x="0" y="0"/>
                <a:ext cx="1758210" cy="10298040"/>
              </a:xfrm>
              <a:custGeom>
                <a:rect b="b" l="l" r="r" t="t"/>
                <a:pathLst>
                  <a:path extrusionOk="0" h="10298040" w="1758210">
                    <a:moveTo>
                      <a:pt x="0" y="0"/>
                    </a:moveTo>
                    <a:lnTo>
                      <a:pt x="1758210" y="0"/>
                    </a:lnTo>
                    <a:lnTo>
                      <a:pt x="1758210" y="10298040"/>
                    </a:lnTo>
                    <a:lnTo>
                      <a:pt x="0" y="10298040"/>
                    </a:lnTo>
                    <a:close/>
                  </a:path>
                </a:pathLst>
              </a:custGeom>
              <a:solidFill>
                <a:srgbClr val="94B6DA"/>
              </a:solidFill>
              <a:ln>
                <a:noFill/>
              </a:ln>
            </p:spPr>
          </p:sp>
          <p:sp>
            <p:nvSpPr>
              <p:cNvPr id="2082" name="Google Shape;2082;h32a9095667746e33_3_79"/>
              <p:cNvSpPr txBox="1"/>
              <p:nvPr/>
            </p:nvSpPr>
            <p:spPr>
              <a:xfrm>
                <a:off x="0" y="-38100"/>
                <a:ext cx="1758300" cy="10336200"/>
              </a:xfrm>
              <a:prstGeom prst="rect">
                <a:avLst/>
              </a:prstGeom>
              <a:noFill/>
              <a:ln>
                <a:noFill/>
              </a:ln>
            </p:spPr>
            <p:txBody>
              <a:bodyPr anchorCtr="0" anchor="ctr" bIns="27000" lIns="27000" spcFirstLastPara="1" rIns="27000" wrap="square" tIns="27000">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grpSp>
        <p:nvGrpSpPr>
          <p:cNvPr id="2083" name="Google Shape;2083;h32a9095667746e33_3_79"/>
          <p:cNvGrpSpPr/>
          <p:nvPr/>
        </p:nvGrpSpPr>
        <p:grpSpPr>
          <a:xfrm>
            <a:off x="731085" y="622850"/>
            <a:ext cx="16825838" cy="9050174"/>
            <a:chOff x="0" y="-108814"/>
            <a:chExt cx="22434451" cy="12066898"/>
          </a:xfrm>
        </p:grpSpPr>
        <p:grpSp>
          <p:nvGrpSpPr>
            <p:cNvPr id="2084" name="Google Shape;2084;h32a9095667746e33_3_79"/>
            <p:cNvGrpSpPr/>
            <p:nvPr/>
          </p:nvGrpSpPr>
          <p:grpSpPr>
            <a:xfrm>
              <a:off x="26537" y="10214891"/>
              <a:ext cx="22386840" cy="1743193"/>
              <a:chOff x="0" y="-47625"/>
              <a:chExt cx="9809754" cy="763855"/>
            </a:xfrm>
          </p:grpSpPr>
          <p:sp>
            <p:nvSpPr>
              <p:cNvPr id="2085" name="Google Shape;2085;h32a9095667746e33_3_79"/>
              <p:cNvSpPr/>
              <p:nvPr/>
            </p:nvSpPr>
            <p:spPr>
              <a:xfrm>
                <a:off x="0" y="0"/>
                <a:ext cx="9809754" cy="716230"/>
              </a:xfrm>
              <a:custGeom>
                <a:rect b="b" l="l" r="r" t="t"/>
                <a:pathLst>
                  <a:path extrusionOk="0" h="716230" w="9809754">
                    <a:moveTo>
                      <a:pt x="0" y="0"/>
                    </a:moveTo>
                    <a:lnTo>
                      <a:pt x="9809754" y="0"/>
                    </a:lnTo>
                    <a:lnTo>
                      <a:pt x="9809754" y="716230"/>
                    </a:lnTo>
                    <a:lnTo>
                      <a:pt x="0" y="716230"/>
                    </a:lnTo>
                    <a:close/>
                  </a:path>
                </a:pathLst>
              </a:custGeom>
              <a:solidFill>
                <a:srgbClr val="20538B"/>
              </a:solidFill>
              <a:ln cap="sq" cmpd="sng" w="38100">
                <a:solidFill>
                  <a:srgbClr val="20538B"/>
                </a:solidFill>
                <a:prstDash val="solid"/>
                <a:miter lim="8000"/>
                <a:headEnd len="sm" w="sm" type="none"/>
                <a:tailEnd len="sm" w="sm" type="none"/>
              </a:ln>
            </p:spPr>
          </p:sp>
          <p:sp>
            <p:nvSpPr>
              <p:cNvPr id="2086" name="Google Shape;2086;h32a9095667746e33_3_79"/>
              <p:cNvSpPr txBox="1"/>
              <p:nvPr/>
            </p:nvSpPr>
            <p:spPr>
              <a:xfrm>
                <a:off x="0" y="-47625"/>
                <a:ext cx="9809700" cy="763800"/>
              </a:xfrm>
              <a:prstGeom prst="rect">
                <a:avLst/>
              </a:prstGeom>
              <a:noFill/>
              <a:ln>
                <a:noFill/>
              </a:ln>
            </p:spPr>
            <p:txBody>
              <a:bodyPr anchorCtr="0" anchor="ctr" bIns="50800" lIns="50800" spcFirstLastPara="1" rIns="50800" wrap="square" tIns="50800">
                <a:noAutofit/>
              </a:bodyPr>
              <a:lstStyle/>
              <a:p>
                <a:pPr indent="0" lvl="0" marL="0" marR="0" rtl="0" algn="ctr">
                  <a:lnSpc>
                    <a:spcPct val="175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087" name="Google Shape;2087;h32a9095667746e33_3_79"/>
            <p:cNvGrpSpPr/>
            <p:nvPr/>
          </p:nvGrpSpPr>
          <p:grpSpPr>
            <a:xfrm>
              <a:off x="0" y="-108814"/>
              <a:ext cx="22434451" cy="11946166"/>
              <a:chOff x="0" y="-47625"/>
              <a:chExt cx="9819000" cy="5228539"/>
            </a:xfrm>
          </p:grpSpPr>
          <p:sp>
            <p:nvSpPr>
              <p:cNvPr id="2088" name="Google Shape;2088;h32a9095667746e33_3_79"/>
              <p:cNvSpPr/>
              <p:nvPr/>
            </p:nvSpPr>
            <p:spPr>
              <a:xfrm>
                <a:off x="0" y="0"/>
                <a:ext cx="9818922" cy="5180914"/>
              </a:xfrm>
              <a:custGeom>
                <a:rect b="b" l="l" r="r" t="t"/>
                <a:pathLst>
                  <a:path extrusionOk="0" h="5180914" w="9818922">
                    <a:moveTo>
                      <a:pt x="0" y="0"/>
                    </a:moveTo>
                    <a:lnTo>
                      <a:pt x="9818922" y="0"/>
                    </a:lnTo>
                    <a:lnTo>
                      <a:pt x="9818922" y="5180914"/>
                    </a:lnTo>
                    <a:lnTo>
                      <a:pt x="0" y="5180914"/>
                    </a:lnTo>
                    <a:close/>
                  </a:path>
                </a:pathLst>
              </a:custGeom>
              <a:solidFill>
                <a:srgbClr val="FFFFFF"/>
              </a:solidFill>
              <a:ln cap="sq" cmpd="sng" w="38100">
                <a:solidFill>
                  <a:srgbClr val="20538B"/>
                </a:solidFill>
                <a:prstDash val="solid"/>
                <a:miter lim="8000"/>
                <a:headEnd len="sm" w="sm" type="none"/>
                <a:tailEnd len="sm" w="sm" type="none"/>
              </a:ln>
            </p:spPr>
          </p:sp>
          <p:sp>
            <p:nvSpPr>
              <p:cNvPr id="2089" name="Google Shape;2089;h32a9095667746e33_3_79"/>
              <p:cNvSpPr txBox="1"/>
              <p:nvPr/>
            </p:nvSpPr>
            <p:spPr>
              <a:xfrm>
                <a:off x="0" y="-47625"/>
                <a:ext cx="9819000" cy="5228400"/>
              </a:xfrm>
              <a:prstGeom prst="rect">
                <a:avLst/>
              </a:prstGeom>
              <a:noFill/>
              <a:ln>
                <a:noFill/>
              </a:ln>
            </p:spPr>
            <p:txBody>
              <a:bodyPr anchorCtr="0" anchor="ctr" bIns="50800" lIns="50800" spcFirstLastPara="1" rIns="50800" wrap="square" tIns="50800">
                <a:noAutofit/>
              </a:bodyPr>
              <a:lstStyle/>
              <a:p>
                <a:pPr indent="0" lvl="0" marL="0" marR="0" rtl="0" algn="ctr">
                  <a:lnSpc>
                    <a:spcPct val="175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grpSp>
        <p:nvGrpSpPr>
          <p:cNvPr id="2090" name="Google Shape;2090;h32a9095667746e33_3_79"/>
          <p:cNvGrpSpPr/>
          <p:nvPr/>
        </p:nvGrpSpPr>
        <p:grpSpPr>
          <a:xfrm>
            <a:off x="763743" y="662704"/>
            <a:ext cx="16759942" cy="1561150"/>
            <a:chOff x="0" y="-38100"/>
            <a:chExt cx="8581200" cy="799319"/>
          </a:xfrm>
        </p:grpSpPr>
        <p:sp>
          <p:nvSpPr>
            <p:cNvPr id="2091" name="Google Shape;2091;h32a9095667746e33_3_79"/>
            <p:cNvSpPr/>
            <p:nvPr/>
          </p:nvSpPr>
          <p:spPr>
            <a:xfrm>
              <a:off x="0" y="0"/>
              <a:ext cx="8581180" cy="761219"/>
            </a:xfrm>
            <a:custGeom>
              <a:rect b="b" l="l" r="r" t="t"/>
              <a:pathLst>
                <a:path extrusionOk="0" h="761219" w="8581180">
                  <a:moveTo>
                    <a:pt x="0" y="0"/>
                  </a:moveTo>
                  <a:lnTo>
                    <a:pt x="8581180" y="0"/>
                  </a:lnTo>
                  <a:lnTo>
                    <a:pt x="8581180" y="761219"/>
                  </a:lnTo>
                  <a:lnTo>
                    <a:pt x="0" y="761219"/>
                  </a:lnTo>
                  <a:close/>
                </a:path>
              </a:pathLst>
            </a:custGeom>
            <a:solidFill>
              <a:srgbClr val="EEF6FF"/>
            </a:solidFill>
            <a:ln cap="sq" cmpd="sng" w="9525">
              <a:solidFill>
                <a:srgbClr val="20538B"/>
              </a:solidFill>
              <a:prstDash val="solid"/>
              <a:miter lim="8000"/>
              <a:headEnd len="sm" w="sm" type="none"/>
              <a:tailEnd len="sm" w="sm" type="none"/>
            </a:ln>
          </p:spPr>
        </p:sp>
        <p:sp>
          <p:nvSpPr>
            <p:cNvPr id="2092" name="Google Shape;2092;h32a9095667746e33_3_79"/>
            <p:cNvSpPr txBox="1"/>
            <p:nvPr/>
          </p:nvSpPr>
          <p:spPr>
            <a:xfrm>
              <a:off x="0" y="-38100"/>
              <a:ext cx="8581200" cy="799200"/>
            </a:xfrm>
            <a:prstGeom prst="rect">
              <a:avLst/>
            </a:prstGeom>
            <a:noFill/>
            <a:ln>
              <a:noFill/>
            </a:ln>
          </p:spPr>
          <p:txBody>
            <a:bodyPr anchorCtr="0" anchor="ctr" bIns="39175" lIns="39175" spcFirstLastPara="1" rIns="39175" wrap="square" tIns="39175">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093" name="Google Shape;2093;h32a9095667746e33_3_79"/>
          <p:cNvSpPr/>
          <p:nvPr/>
        </p:nvSpPr>
        <p:spPr>
          <a:xfrm>
            <a:off x="15531691" y="160918"/>
            <a:ext cx="996214" cy="1021758"/>
          </a:xfrm>
          <a:custGeom>
            <a:rect b="b" l="l" r="r" t="t"/>
            <a:pathLst>
              <a:path extrusionOk="0" h="1021758" w="996214">
                <a:moveTo>
                  <a:pt x="0" y="0"/>
                </a:moveTo>
                <a:lnTo>
                  <a:pt x="996214" y="0"/>
                </a:lnTo>
                <a:lnTo>
                  <a:pt x="996214" y="1021758"/>
                </a:lnTo>
                <a:lnTo>
                  <a:pt x="0" y="1021758"/>
                </a:lnTo>
                <a:lnTo>
                  <a:pt x="0" y="0"/>
                </a:lnTo>
                <a:close/>
              </a:path>
            </a:pathLst>
          </a:custGeom>
          <a:blipFill rotWithShape="1">
            <a:blip r:embed="rId3">
              <a:alphaModFix/>
            </a:blip>
            <a:stretch>
              <a:fillRect b="0" l="0" r="0" t="0"/>
            </a:stretch>
          </a:blipFill>
          <a:ln>
            <a:noFill/>
          </a:ln>
        </p:spPr>
      </p:sp>
      <p:sp>
        <p:nvSpPr>
          <p:cNvPr id="2094" name="Google Shape;2094;h32a9095667746e33_3_79"/>
          <p:cNvSpPr/>
          <p:nvPr/>
        </p:nvSpPr>
        <p:spPr>
          <a:xfrm>
            <a:off x="1805173" y="2770304"/>
            <a:ext cx="272321" cy="272321"/>
          </a:xfrm>
          <a:custGeom>
            <a:rect b="b" l="l" r="r" t="t"/>
            <a:pathLst>
              <a:path extrusionOk="0" h="272321" w="272321">
                <a:moveTo>
                  <a:pt x="0" y="0"/>
                </a:moveTo>
                <a:lnTo>
                  <a:pt x="272321" y="0"/>
                </a:lnTo>
                <a:lnTo>
                  <a:pt x="272321" y="272321"/>
                </a:lnTo>
                <a:lnTo>
                  <a:pt x="0" y="272321"/>
                </a:lnTo>
                <a:lnTo>
                  <a:pt x="0" y="0"/>
                </a:lnTo>
                <a:close/>
              </a:path>
            </a:pathLst>
          </a:custGeom>
          <a:blipFill rotWithShape="1">
            <a:blip r:embed="rId4">
              <a:alphaModFix/>
            </a:blip>
            <a:stretch>
              <a:fillRect b="0" l="0" r="0" t="0"/>
            </a:stretch>
          </a:blipFill>
          <a:ln>
            <a:noFill/>
          </a:ln>
        </p:spPr>
      </p:sp>
      <p:sp>
        <p:nvSpPr>
          <p:cNvPr id="2095" name="Google Shape;2095;h32a9095667746e33_3_79"/>
          <p:cNvSpPr txBox="1"/>
          <p:nvPr/>
        </p:nvSpPr>
        <p:spPr>
          <a:xfrm>
            <a:off x="2395000" y="893150"/>
            <a:ext cx="13923600" cy="769500"/>
          </a:xfrm>
          <a:prstGeom prst="rect">
            <a:avLst/>
          </a:prstGeom>
          <a:noFill/>
          <a:ln>
            <a:noFill/>
          </a:ln>
        </p:spPr>
        <p:txBody>
          <a:bodyPr anchorCtr="0" anchor="t" bIns="0" lIns="0" spcFirstLastPara="1" rIns="0" wrap="square" tIns="0">
            <a:spAutoFit/>
          </a:bodyPr>
          <a:lstStyle/>
          <a:p>
            <a:pPr indent="0" lvl="0" marL="0" marR="0" rtl="0" algn="l">
              <a:lnSpc>
                <a:spcPct val="192000"/>
              </a:lnSpc>
              <a:spcBef>
                <a:spcPts val="0"/>
              </a:spcBef>
              <a:spcAft>
                <a:spcPts val="0"/>
              </a:spcAft>
              <a:buNone/>
            </a:pPr>
            <a:r>
              <a:rPr b="1" lang="en-US" sz="5000">
                <a:solidFill>
                  <a:srgbClr val="20538B"/>
                </a:solidFill>
              </a:rPr>
              <a:t>취약점 분석 및 시나리오 - </a:t>
            </a:r>
            <a:r>
              <a:rPr b="1" lang="en-US" sz="3500">
                <a:solidFill>
                  <a:srgbClr val="20538B"/>
                </a:solidFill>
              </a:rPr>
              <a:t>후속 모듈 연계</a:t>
            </a:r>
            <a:endParaRPr b="1" i="0" sz="3500" u="none" cap="none" strike="noStrike">
              <a:solidFill>
                <a:srgbClr val="20538B"/>
              </a:solidFill>
              <a:latin typeface="Arial"/>
              <a:ea typeface="Arial"/>
              <a:cs typeface="Arial"/>
              <a:sym typeface="Arial"/>
            </a:endParaRPr>
          </a:p>
        </p:txBody>
      </p:sp>
      <p:sp>
        <p:nvSpPr>
          <p:cNvPr id="2096" name="Google Shape;2096;h32a9095667746e33_3_79"/>
          <p:cNvSpPr txBox="1"/>
          <p:nvPr/>
        </p:nvSpPr>
        <p:spPr>
          <a:xfrm>
            <a:off x="1437501" y="920715"/>
            <a:ext cx="834600" cy="751200"/>
          </a:xfrm>
          <a:prstGeom prst="rect">
            <a:avLst/>
          </a:prstGeom>
          <a:noFill/>
          <a:ln>
            <a:noFill/>
          </a:ln>
        </p:spPr>
        <p:txBody>
          <a:bodyPr anchorCtr="0" anchor="t" bIns="0" lIns="0" spcFirstLastPara="1" rIns="0" wrap="square" tIns="0">
            <a:spAutoFit/>
          </a:bodyPr>
          <a:lstStyle/>
          <a:p>
            <a:pPr indent="0" lvl="0" marL="0" marR="0" rtl="0" algn="l">
              <a:lnSpc>
                <a:spcPct val="192009"/>
              </a:lnSpc>
              <a:spcBef>
                <a:spcPts val="0"/>
              </a:spcBef>
              <a:spcAft>
                <a:spcPts val="0"/>
              </a:spcAft>
              <a:buNone/>
            </a:pPr>
            <a:r>
              <a:rPr b="1" i="0" lang="en-US" sz="4881" u="none" cap="none" strike="noStrike">
                <a:solidFill>
                  <a:srgbClr val="CBDDEF"/>
                </a:solidFill>
                <a:latin typeface="Arial"/>
                <a:ea typeface="Arial"/>
                <a:cs typeface="Arial"/>
                <a:sym typeface="Arial"/>
              </a:rPr>
              <a:t>0</a:t>
            </a:r>
            <a:r>
              <a:rPr b="1" lang="en-US" sz="4881">
                <a:solidFill>
                  <a:srgbClr val="CBDDEF"/>
                </a:solidFill>
              </a:rPr>
              <a:t>4</a:t>
            </a:r>
            <a:endParaRPr/>
          </a:p>
        </p:txBody>
      </p:sp>
      <p:sp>
        <p:nvSpPr>
          <p:cNvPr id="2097" name="Google Shape;2097;h32a9095667746e33_3_79"/>
          <p:cNvSpPr txBox="1"/>
          <p:nvPr/>
        </p:nvSpPr>
        <p:spPr>
          <a:xfrm>
            <a:off x="2272100" y="2690913"/>
            <a:ext cx="7197600" cy="4311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US" sz="2800">
                <a:solidFill>
                  <a:srgbClr val="20538B"/>
                </a:solidFill>
              </a:rPr>
              <a:t>모듈간 데이터 자동 전달</a:t>
            </a:r>
            <a:endParaRPr b="1" sz="2800">
              <a:solidFill>
                <a:srgbClr val="20538B"/>
              </a:solidFill>
            </a:endParaRPr>
          </a:p>
        </p:txBody>
      </p:sp>
      <p:sp>
        <p:nvSpPr>
          <p:cNvPr id="2098" name="Google Shape;2098;h32a9095667746e33_3_79"/>
          <p:cNvSpPr txBox="1"/>
          <p:nvPr/>
        </p:nvSpPr>
        <p:spPr>
          <a:xfrm>
            <a:off x="8730200" y="6108538"/>
            <a:ext cx="7097100" cy="730500"/>
          </a:xfrm>
          <a:prstGeom prst="rect">
            <a:avLst/>
          </a:prstGeom>
          <a:noFill/>
          <a:ln>
            <a:noFill/>
          </a:ln>
        </p:spPr>
        <p:txBody>
          <a:bodyPr anchorCtr="0" anchor="t" bIns="0" lIns="0" spcFirstLastPara="1" rIns="0" wrap="square" tIns="0">
            <a:spAutoFit/>
          </a:bodyPr>
          <a:lstStyle/>
          <a:p>
            <a:pPr indent="-349250" lvl="0" marL="457200" marR="0" rtl="0" algn="l">
              <a:lnSpc>
                <a:spcPct val="155000"/>
              </a:lnSpc>
              <a:spcBef>
                <a:spcPts val="0"/>
              </a:spcBef>
              <a:spcAft>
                <a:spcPts val="0"/>
              </a:spcAft>
              <a:buClr>
                <a:srgbClr val="20538B"/>
              </a:buClr>
              <a:buSzPts val="1900"/>
              <a:buChar char="-"/>
            </a:pPr>
            <a:r>
              <a:rPr lang="en-US" sz="1900">
                <a:solidFill>
                  <a:srgbClr val="20538B"/>
                </a:solidFill>
              </a:rPr>
              <a:t>법률 / ISMS-P 분석 결과</a:t>
            </a:r>
            <a:endParaRPr sz="1900">
              <a:solidFill>
                <a:srgbClr val="20538B"/>
              </a:solidFill>
            </a:endParaRPr>
          </a:p>
          <a:p>
            <a:pPr indent="0" lvl="0" marL="0" marR="0" rtl="0" algn="l">
              <a:lnSpc>
                <a:spcPct val="155000"/>
              </a:lnSpc>
              <a:spcBef>
                <a:spcPts val="0"/>
              </a:spcBef>
              <a:spcAft>
                <a:spcPts val="0"/>
              </a:spcAft>
              <a:buNone/>
            </a:pPr>
            <a:r>
              <a:t/>
            </a:r>
            <a:endParaRPr b="0" i="0" sz="1800" u="none" cap="none" strike="noStrike">
              <a:solidFill>
                <a:srgbClr val="94B6DA"/>
              </a:solidFill>
              <a:latin typeface="Arial"/>
              <a:ea typeface="Arial"/>
              <a:cs typeface="Arial"/>
              <a:sym typeface="Arial"/>
            </a:endParaRPr>
          </a:p>
        </p:txBody>
      </p:sp>
      <p:pic>
        <p:nvPicPr>
          <p:cNvPr id="2099" name="Google Shape;2099;h32a9095667746e33_3_79"/>
          <p:cNvPicPr preferRelativeResize="0"/>
          <p:nvPr/>
        </p:nvPicPr>
        <p:blipFill rotWithShape="1">
          <a:blip r:embed="rId5">
            <a:alphaModFix/>
          </a:blip>
          <a:srcRect b="25301" l="0" r="22976" t="0"/>
          <a:stretch/>
        </p:blipFill>
        <p:spPr>
          <a:xfrm>
            <a:off x="8730200" y="2677875"/>
            <a:ext cx="6413400" cy="3283501"/>
          </a:xfrm>
          <a:prstGeom prst="rect">
            <a:avLst/>
          </a:prstGeom>
          <a:noFill/>
          <a:ln>
            <a:noFill/>
          </a:ln>
        </p:spPr>
      </p:pic>
      <p:sp>
        <p:nvSpPr>
          <p:cNvPr id="2100" name="Google Shape;2100;h32a9095667746e33_3_79"/>
          <p:cNvSpPr/>
          <p:nvPr/>
        </p:nvSpPr>
        <p:spPr>
          <a:xfrm>
            <a:off x="1437500" y="3682225"/>
            <a:ext cx="6413400" cy="882300"/>
          </a:xfrm>
          <a:prstGeom prst="rect">
            <a:avLst/>
          </a:prstGeom>
          <a:solidFill>
            <a:srgbClr val="EEF6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55000"/>
              </a:lnSpc>
              <a:spcBef>
                <a:spcPts val="0"/>
              </a:spcBef>
              <a:spcAft>
                <a:spcPts val="0"/>
              </a:spcAft>
              <a:buNone/>
            </a:pPr>
            <a:r>
              <a:rPr b="1" lang="en-US" sz="1900">
                <a:solidFill>
                  <a:srgbClr val="20538B"/>
                </a:solidFill>
              </a:rPr>
              <a:t>scanner_result.json</a:t>
            </a:r>
            <a:endParaRPr b="1" sz="1900">
              <a:solidFill>
                <a:srgbClr val="20538B"/>
              </a:solidFill>
            </a:endParaRPr>
          </a:p>
        </p:txBody>
      </p:sp>
      <p:sp>
        <p:nvSpPr>
          <p:cNvPr id="2101" name="Google Shape;2101;h32a9095667746e33_3_79"/>
          <p:cNvSpPr/>
          <p:nvPr/>
        </p:nvSpPr>
        <p:spPr>
          <a:xfrm>
            <a:off x="1437500" y="5204125"/>
            <a:ext cx="6413400" cy="882300"/>
          </a:xfrm>
          <a:prstGeom prst="rect">
            <a:avLst/>
          </a:prstGeom>
          <a:solidFill>
            <a:srgbClr val="EEF6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900">
                <a:solidFill>
                  <a:srgbClr val="20538B"/>
                </a:solidFill>
              </a:rPr>
              <a:t>Legal Module</a:t>
            </a:r>
            <a:endParaRPr b="1" sz="1900">
              <a:solidFill>
                <a:srgbClr val="20538B"/>
              </a:solidFill>
            </a:endParaRPr>
          </a:p>
        </p:txBody>
      </p:sp>
      <p:sp>
        <p:nvSpPr>
          <p:cNvPr id="2102" name="Google Shape;2102;h32a9095667746e33_3_79"/>
          <p:cNvSpPr/>
          <p:nvPr/>
        </p:nvSpPr>
        <p:spPr>
          <a:xfrm>
            <a:off x="1437500" y="6726025"/>
            <a:ext cx="6413400" cy="882300"/>
          </a:xfrm>
          <a:prstGeom prst="rect">
            <a:avLst/>
          </a:prstGeom>
          <a:solidFill>
            <a:srgbClr val="EEF6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900">
                <a:solidFill>
                  <a:srgbClr val="20538B"/>
                </a:solidFill>
              </a:rPr>
              <a:t>ISMS-P / 관련 법령 매핑</a:t>
            </a:r>
            <a:endParaRPr b="1" sz="1900">
              <a:solidFill>
                <a:srgbClr val="20538B"/>
              </a:solidFill>
            </a:endParaRPr>
          </a:p>
        </p:txBody>
      </p:sp>
      <p:sp>
        <p:nvSpPr>
          <p:cNvPr id="2103" name="Google Shape;2103;h32a9095667746e33_3_79"/>
          <p:cNvSpPr/>
          <p:nvPr/>
        </p:nvSpPr>
        <p:spPr>
          <a:xfrm>
            <a:off x="1437500" y="8247925"/>
            <a:ext cx="6413400" cy="882300"/>
          </a:xfrm>
          <a:prstGeom prst="rect">
            <a:avLst/>
          </a:prstGeom>
          <a:solidFill>
            <a:srgbClr val="EEF6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900">
                <a:solidFill>
                  <a:srgbClr val="20538B"/>
                </a:solidFill>
              </a:rPr>
              <a:t>legal_result.json</a:t>
            </a:r>
            <a:endParaRPr b="1" sz="1900">
              <a:solidFill>
                <a:srgbClr val="20538B"/>
              </a:solidFill>
            </a:endParaRPr>
          </a:p>
        </p:txBody>
      </p:sp>
      <p:cxnSp>
        <p:nvCxnSpPr>
          <p:cNvPr id="2104" name="Google Shape;2104;h32a9095667746e33_3_79"/>
          <p:cNvCxnSpPr/>
          <p:nvPr/>
        </p:nvCxnSpPr>
        <p:spPr>
          <a:xfrm flipH="1">
            <a:off x="4641950" y="4630825"/>
            <a:ext cx="4500" cy="507000"/>
          </a:xfrm>
          <a:prstGeom prst="straightConnector1">
            <a:avLst/>
          </a:prstGeom>
          <a:noFill/>
          <a:ln cap="flat" cmpd="sng" w="9525">
            <a:solidFill>
              <a:schemeClr val="dk2"/>
            </a:solidFill>
            <a:prstDash val="solid"/>
            <a:round/>
            <a:headEnd len="med" w="med" type="none"/>
            <a:tailEnd len="med" w="med" type="triangle"/>
          </a:ln>
        </p:spPr>
      </p:cxnSp>
      <p:cxnSp>
        <p:nvCxnSpPr>
          <p:cNvPr id="2105" name="Google Shape;2105;h32a9095667746e33_3_79"/>
          <p:cNvCxnSpPr/>
          <p:nvPr/>
        </p:nvCxnSpPr>
        <p:spPr>
          <a:xfrm flipH="1">
            <a:off x="4641950" y="6152725"/>
            <a:ext cx="4500" cy="507000"/>
          </a:xfrm>
          <a:prstGeom prst="straightConnector1">
            <a:avLst/>
          </a:prstGeom>
          <a:noFill/>
          <a:ln cap="flat" cmpd="sng" w="9525">
            <a:solidFill>
              <a:schemeClr val="dk2"/>
            </a:solidFill>
            <a:prstDash val="solid"/>
            <a:round/>
            <a:headEnd len="med" w="med" type="none"/>
            <a:tailEnd len="med" w="med" type="triangle"/>
          </a:ln>
        </p:spPr>
      </p:cxnSp>
      <p:cxnSp>
        <p:nvCxnSpPr>
          <p:cNvPr id="2106" name="Google Shape;2106;h32a9095667746e33_3_79"/>
          <p:cNvCxnSpPr/>
          <p:nvPr/>
        </p:nvCxnSpPr>
        <p:spPr>
          <a:xfrm flipH="1">
            <a:off x="4641950" y="7674625"/>
            <a:ext cx="4500" cy="507000"/>
          </a:xfrm>
          <a:prstGeom prst="straightConnector1">
            <a:avLst/>
          </a:prstGeom>
          <a:noFill/>
          <a:ln cap="flat" cmpd="sng" w="9525">
            <a:solidFill>
              <a:schemeClr val="dk2"/>
            </a:solidFill>
            <a:prstDash val="solid"/>
            <a:round/>
            <a:headEnd len="med" w="med" type="none"/>
            <a:tailEnd len="med" w="med" type="triangle"/>
          </a:ln>
        </p:spPr>
      </p:cxnSp>
      <p:pic>
        <p:nvPicPr>
          <p:cNvPr id="2107" name="Google Shape;2107;h32a9095667746e33_3_79"/>
          <p:cNvPicPr preferRelativeResize="0"/>
          <p:nvPr/>
        </p:nvPicPr>
        <p:blipFill rotWithShape="1">
          <a:blip r:embed="rId6">
            <a:alphaModFix/>
          </a:blip>
          <a:srcRect b="25838" l="0" r="0" t="0"/>
          <a:stretch/>
        </p:blipFill>
        <p:spPr>
          <a:xfrm>
            <a:off x="8730200" y="6659725"/>
            <a:ext cx="6413400" cy="1883796"/>
          </a:xfrm>
          <a:prstGeom prst="rect">
            <a:avLst/>
          </a:prstGeom>
          <a:noFill/>
          <a:ln>
            <a:noFill/>
          </a:ln>
        </p:spPr>
      </p:pic>
      <p:sp>
        <p:nvSpPr>
          <p:cNvPr id="2108" name="Google Shape;2108;h32a9095667746e33_3_79"/>
          <p:cNvSpPr txBox="1"/>
          <p:nvPr/>
        </p:nvSpPr>
        <p:spPr>
          <a:xfrm>
            <a:off x="8730200" y="8667338"/>
            <a:ext cx="7097100" cy="730500"/>
          </a:xfrm>
          <a:prstGeom prst="rect">
            <a:avLst/>
          </a:prstGeom>
          <a:noFill/>
          <a:ln>
            <a:noFill/>
          </a:ln>
        </p:spPr>
        <p:txBody>
          <a:bodyPr anchorCtr="0" anchor="t" bIns="0" lIns="0" spcFirstLastPara="1" rIns="0" wrap="square" tIns="0">
            <a:spAutoFit/>
          </a:bodyPr>
          <a:lstStyle/>
          <a:p>
            <a:pPr indent="-349250" lvl="0" marL="457200" marR="0" rtl="0" algn="l">
              <a:lnSpc>
                <a:spcPct val="155000"/>
              </a:lnSpc>
              <a:spcBef>
                <a:spcPts val="0"/>
              </a:spcBef>
              <a:spcAft>
                <a:spcPts val="0"/>
              </a:spcAft>
              <a:buClr>
                <a:srgbClr val="20538B"/>
              </a:buClr>
              <a:buSzPts val="1900"/>
              <a:buChar char="-"/>
            </a:pPr>
            <a:r>
              <a:rPr lang="en-US" sz="1900">
                <a:solidFill>
                  <a:srgbClr val="20538B"/>
                </a:solidFill>
              </a:rPr>
              <a:t>legal_result.json 저장 완료 화면</a:t>
            </a:r>
            <a:endParaRPr sz="1900">
              <a:solidFill>
                <a:srgbClr val="20538B"/>
              </a:solidFill>
            </a:endParaRPr>
          </a:p>
          <a:p>
            <a:pPr indent="0" lvl="0" marL="0" marR="0" rtl="0" algn="l">
              <a:lnSpc>
                <a:spcPct val="155000"/>
              </a:lnSpc>
              <a:spcBef>
                <a:spcPts val="0"/>
              </a:spcBef>
              <a:spcAft>
                <a:spcPts val="0"/>
              </a:spcAft>
              <a:buNone/>
            </a:pPr>
            <a:r>
              <a:t/>
            </a:r>
            <a:endParaRPr b="0" i="0" sz="1800" u="none" cap="none" strike="noStrike">
              <a:solidFill>
                <a:srgbClr val="94B6DA"/>
              </a:solidFill>
              <a:latin typeface="Arial"/>
              <a:ea typeface="Arial"/>
              <a:cs typeface="Arial"/>
              <a:sym typeface="Arial"/>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2" name="Shape 2112"/>
        <p:cNvGrpSpPr/>
        <p:nvPr/>
      </p:nvGrpSpPr>
      <p:grpSpPr>
        <a:xfrm>
          <a:off x="0" y="0"/>
          <a:ext cx="0" cy="0"/>
          <a:chOff x="0" y="0"/>
          <a:chExt cx="0" cy="0"/>
        </a:xfrm>
      </p:grpSpPr>
      <p:grpSp>
        <p:nvGrpSpPr>
          <p:cNvPr id="2113" name="Google Shape;2113;h32a9095667746e33_3_105"/>
          <p:cNvGrpSpPr/>
          <p:nvPr/>
        </p:nvGrpSpPr>
        <p:grpSpPr>
          <a:xfrm>
            <a:off x="-1081199" y="3274283"/>
            <a:ext cx="20615733" cy="7012716"/>
            <a:chOff x="-99239" y="-86"/>
            <a:chExt cx="27487644" cy="9350288"/>
          </a:xfrm>
        </p:grpSpPr>
        <p:grpSp>
          <p:nvGrpSpPr>
            <p:cNvPr id="2114" name="Google Shape;2114;h32a9095667746e33_3_105"/>
            <p:cNvGrpSpPr/>
            <p:nvPr/>
          </p:nvGrpSpPr>
          <p:grpSpPr>
            <a:xfrm rot="-5400000">
              <a:off x="11107617" y="-11206942"/>
              <a:ext cx="4770761" cy="27184472"/>
              <a:chOff x="0" y="-38100"/>
              <a:chExt cx="1831597" cy="10436700"/>
            </a:xfrm>
          </p:grpSpPr>
          <p:sp>
            <p:nvSpPr>
              <p:cNvPr id="2115" name="Google Shape;2115;h32a9095667746e33_3_105"/>
              <p:cNvSpPr/>
              <p:nvPr/>
            </p:nvSpPr>
            <p:spPr>
              <a:xfrm>
                <a:off x="0" y="0"/>
                <a:ext cx="1831597" cy="10398600"/>
              </a:xfrm>
              <a:custGeom>
                <a:rect b="b" l="l" r="r" t="t"/>
                <a:pathLst>
                  <a:path extrusionOk="0" h="10398600" w="1831597">
                    <a:moveTo>
                      <a:pt x="0" y="0"/>
                    </a:moveTo>
                    <a:lnTo>
                      <a:pt x="1831597" y="0"/>
                    </a:lnTo>
                    <a:lnTo>
                      <a:pt x="1831597" y="10398600"/>
                    </a:lnTo>
                    <a:lnTo>
                      <a:pt x="0" y="10398600"/>
                    </a:lnTo>
                    <a:close/>
                  </a:path>
                </a:pathLst>
              </a:custGeom>
              <a:solidFill>
                <a:srgbClr val="CBDDEF"/>
              </a:solidFill>
              <a:ln>
                <a:noFill/>
              </a:ln>
            </p:spPr>
          </p:sp>
          <p:sp>
            <p:nvSpPr>
              <p:cNvPr id="2116" name="Google Shape;2116;h32a9095667746e33_3_105"/>
              <p:cNvSpPr txBox="1"/>
              <p:nvPr/>
            </p:nvSpPr>
            <p:spPr>
              <a:xfrm>
                <a:off x="0" y="-38100"/>
                <a:ext cx="1831500" cy="10436700"/>
              </a:xfrm>
              <a:prstGeom prst="rect">
                <a:avLst/>
              </a:prstGeom>
              <a:noFill/>
              <a:ln>
                <a:noFill/>
              </a:ln>
            </p:spPr>
            <p:txBody>
              <a:bodyPr anchorCtr="0" anchor="ctr" bIns="27000" lIns="27000" spcFirstLastPara="1" rIns="27000" wrap="square" tIns="27000">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117" name="Google Shape;2117;h32a9095667746e33_3_105"/>
            <p:cNvGrpSpPr/>
            <p:nvPr/>
          </p:nvGrpSpPr>
          <p:grpSpPr>
            <a:xfrm rot="-5400000">
              <a:off x="11637133" y="-6401070"/>
              <a:ext cx="4579844" cy="26922700"/>
              <a:chOff x="0" y="-38100"/>
              <a:chExt cx="1758300" cy="10336200"/>
            </a:xfrm>
          </p:grpSpPr>
          <p:sp>
            <p:nvSpPr>
              <p:cNvPr id="2118" name="Google Shape;2118;h32a9095667746e33_3_105"/>
              <p:cNvSpPr/>
              <p:nvPr/>
            </p:nvSpPr>
            <p:spPr>
              <a:xfrm>
                <a:off x="0" y="0"/>
                <a:ext cx="1758210" cy="10298040"/>
              </a:xfrm>
              <a:custGeom>
                <a:rect b="b" l="l" r="r" t="t"/>
                <a:pathLst>
                  <a:path extrusionOk="0" h="10298040" w="1758210">
                    <a:moveTo>
                      <a:pt x="0" y="0"/>
                    </a:moveTo>
                    <a:lnTo>
                      <a:pt x="1758210" y="0"/>
                    </a:lnTo>
                    <a:lnTo>
                      <a:pt x="1758210" y="10298040"/>
                    </a:lnTo>
                    <a:lnTo>
                      <a:pt x="0" y="10298040"/>
                    </a:lnTo>
                    <a:close/>
                  </a:path>
                </a:pathLst>
              </a:custGeom>
              <a:solidFill>
                <a:srgbClr val="94B6DA"/>
              </a:solidFill>
              <a:ln>
                <a:noFill/>
              </a:ln>
            </p:spPr>
          </p:sp>
          <p:sp>
            <p:nvSpPr>
              <p:cNvPr id="2119" name="Google Shape;2119;h32a9095667746e33_3_105"/>
              <p:cNvSpPr txBox="1"/>
              <p:nvPr/>
            </p:nvSpPr>
            <p:spPr>
              <a:xfrm>
                <a:off x="0" y="-38100"/>
                <a:ext cx="1758300" cy="10336200"/>
              </a:xfrm>
              <a:prstGeom prst="rect">
                <a:avLst/>
              </a:prstGeom>
              <a:noFill/>
              <a:ln>
                <a:noFill/>
              </a:ln>
            </p:spPr>
            <p:txBody>
              <a:bodyPr anchorCtr="0" anchor="ctr" bIns="27000" lIns="27000" spcFirstLastPara="1" rIns="27000" wrap="square" tIns="27000">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grpSp>
        <p:nvGrpSpPr>
          <p:cNvPr id="2120" name="Google Shape;2120;h32a9095667746e33_3_105"/>
          <p:cNvGrpSpPr/>
          <p:nvPr/>
        </p:nvGrpSpPr>
        <p:grpSpPr>
          <a:xfrm>
            <a:off x="731085" y="622850"/>
            <a:ext cx="16825838" cy="9050174"/>
            <a:chOff x="0" y="-108814"/>
            <a:chExt cx="22434451" cy="12066898"/>
          </a:xfrm>
        </p:grpSpPr>
        <p:grpSp>
          <p:nvGrpSpPr>
            <p:cNvPr id="2121" name="Google Shape;2121;h32a9095667746e33_3_105"/>
            <p:cNvGrpSpPr/>
            <p:nvPr/>
          </p:nvGrpSpPr>
          <p:grpSpPr>
            <a:xfrm>
              <a:off x="26537" y="10214891"/>
              <a:ext cx="22386840" cy="1743193"/>
              <a:chOff x="0" y="-47625"/>
              <a:chExt cx="9809754" cy="763855"/>
            </a:xfrm>
          </p:grpSpPr>
          <p:sp>
            <p:nvSpPr>
              <p:cNvPr id="2122" name="Google Shape;2122;h32a9095667746e33_3_105"/>
              <p:cNvSpPr/>
              <p:nvPr/>
            </p:nvSpPr>
            <p:spPr>
              <a:xfrm>
                <a:off x="0" y="0"/>
                <a:ext cx="9809754" cy="716230"/>
              </a:xfrm>
              <a:custGeom>
                <a:rect b="b" l="l" r="r" t="t"/>
                <a:pathLst>
                  <a:path extrusionOk="0" h="716230" w="9809754">
                    <a:moveTo>
                      <a:pt x="0" y="0"/>
                    </a:moveTo>
                    <a:lnTo>
                      <a:pt x="9809754" y="0"/>
                    </a:lnTo>
                    <a:lnTo>
                      <a:pt x="9809754" y="716230"/>
                    </a:lnTo>
                    <a:lnTo>
                      <a:pt x="0" y="716230"/>
                    </a:lnTo>
                    <a:close/>
                  </a:path>
                </a:pathLst>
              </a:custGeom>
              <a:solidFill>
                <a:srgbClr val="20538B"/>
              </a:solidFill>
              <a:ln cap="sq" cmpd="sng" w="38100">
                <a:solidFill>
                  <a:srgbClr val="20538B"/>
                </a:solidFill>
                <a:prstDash val="solid"/>
                <a:miter lim="8000"/>
                <a:headEnd len="sm" w="sm" type="none"/>
                <a:tailEnd len="sm" w="sm" type="none"/>
              </a:ln>
            </p:spPr>
          </p:sp>
          <p:sp>
            <p:nvSpPr>
              <p:cNvPr id="2123" name="Google Shape;2123;h32a9095667746e33_3_105"/>
              <p:cNvSpPr txBox="1"/>
              <p:nvPr/>
            </p:nvSpPr>
            <p:spPr>
              <a:xfrm>
                <a:off x="0" y="-47625"/>
                <a:ext cx="9809700" cy="763800"/>
              </a:xfrm>
              <a:prstGeom prst="rect">
                <a:avLst/>
              </a:prstGeom>
              <a:noFill/>
              <a:ln>
                <a:noFill/>
              </a:ln>
            </p:spPr>
            <p:txBody>
              <a:bodyPr anchorCtr="0" anchor="ctr" bIns="50800" lIns="50800" spcFirstLastPara="1" rIns="50800" wrap="square" tIns="50800">
                <a:noAutofit/>
              </a:bodyPr>
              <a:lstStyle/>
              <a:p>
                <a:pPr indent="0" lvl="0" marL="0" marR="0" rtl="0" algn="ctr">
                  <a:lnSpc>
                    <a:spcPct val="175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124" name="Google Shape;2124;h32a9095667746e33_3_105"/>
            <p:cNvGrpSpPr/>
            <p:nvPr/>
          </p:nvGrpSpPr>
          <p:grpSpPr>
            <a:xfrm>
              <a:off x="0" y="-108814"/>
              <a:ext cx="22434451" cy="11946166"/>
              <a:chOff x="0" y="-47625"/>
              <a:chExt cx="9819000" cy="5228539"/>
            </a:xfrm>
          </p:grpSpPr>
          <p:sp>
            <p:nvSpPr>
              <p:cNvPr id="2125" name="Google Shape;2125;h32a9095667746e33_3_105"/>
              <p:cNvSpPr/>
              <p:nvPr/>
            </p:nvSpPr>
            <p:spPr>
              <a:xfrm>
                <a:off x="0" y="0"/>
                <a:ext cx="9818922" cy="5180914"/>
              </a:xfrm>
              <a:custGeom>
                <a:rect b="b" l="l" r="r" t="t"/>
                <a:pathLst>
                  <a:path extrusionOk="0" h="5180914" w="9818922">
                    <a:moveTo>
                      <a:pt x="0" y="0"/>
                    </a:moveTo>
                    <a:lnTo>
                      <a:pt x="9818922" y="0"/>
                    </a:lnTo>
                    <a:lnTo>
                      <a:pt x="9818922" y="5180914"/>
                    </a:lnTo>
                    <a:lnTo>
                      <a:pt x="0" y="5180914"/>
                    </a:lnTo>
                    <a:close/>
                  </a:path>
                </a:pathLst>
              </a:custGeom>
              <a:solidFill>
                <a:srgbClr val="FFFFFF"/>
              </a:solidFill>
              <a:ln cap="sq" cmpd="sng" w="38100">
                <a:solidFill>
                  <a:srgbClr val="20538B"/>
                </a:solidFill>
                <a:prstDash val="solid"/>
                <a:miter lim="8000"/>
                <a:headEnd len="sm" w="sm" type="none"/>
                <a:tailEnd len="sm" w="sm" type="none"/>
              </a:ln>
            </p:spPr>
          </p:sp>
          <p:sp>
            <p:nvSpPr>
              <p:cNvPr id="2126" name="Google Shape;2126;h32a9095667746e33_3_105"/>
              <p:cNvSpPr txBox="1"/>
              <p:nvPr/>
            </p:nvSpPr>
            <p:spPr>
              <a:xfrm>
                <a:off x="0" y="-47625"/>
                <a:ext cx="9819000" cy="5228400"/>
              </a:xfrm>
              <a:prstGeom prst="rect">
                <a:avLst/>
              </a:prstGeom>
              <a:noFill/>
              <a:ln>
                <a:noFill/>
              </a:ln>
            </p:spPr>
            <p:txBody>
              <a:bodyPr anchorCtr="0" anchor="ctr" bIns="50800" lIns="50800" spcFirstLastPara="1" rIns="50800" wrap="square" tIns="50800">
                <a:noAutofit/>
              </a:bodyPr>
              <a:lstStyle/>
              <a:p>
                <a:pPr indent="0" lvl="0" marL="0" marR="0" rtl="0" algn="ctr">
                  <a:lnSpc>
                    <a:spcPct val="175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grpSp>
        <p:nvGrpSpPr>
          <p:cNvPr id="2127" name="Google Shape;2127;h32a9095667746e33_3_105"/>
          <p:cNvGrpSpPr/>
          <p:nvPr/>
        </p:nvGrpSpPr>
        <p:grpSpPr>
          <a:xfrm>
            <a:off x="763743" y="662704"/>
            <a:ext cx="16759942" cy="1561150"/>
            <a:chOff x="0" y="-38100"/>
            <a:chExt cx="8581200" cy="799319"/>
          </a:xfrm>
        </p:grpSpPr>
        <p:sp>
          <p:nvSpPr>
            <p:cNvPr id="2128" name="Google Shape;2128;h32a9095667746e33_3_105"/>
            <p:cNvSpPr/>
            <p:nvPr/>
          </p:nvSpPr>
          <p:spPr>
            <a:xfrm>
              <a:off x="0" y="0"/>
              <a:ext cx="8581180" cy="761219"/>
            </a:xfrm>
            <a:custGeom>
              <a:rect b="b" l="l" r="r" t="t"/>
              <a:pathLst>
                <a:path extrusionOk="0" h="761219" w="8581180">
                  <a:moveTo>
                    <a:pt x="0" y="0"/>
                  </a:moveTo>
                  <a:lnTo>
                    <a:pt x="8581180" y="0"/>
                  </a:lnTo>
                  <a:lnTo>
                    <a:pt x="8581180" y="761219"/>
                  </a:lnTo>
                  <a:lnTo>
                    <a:pt x="0" y="761219"/>
                  </a:lnTo>
                  <a:close/>
                </a:path>
              </a:pathLst>
            </a:custGeom>
            <a:solidFill>
              <a:srgbClr val="EEF6FF"/>
            </a:solidFill>
            <a:ln cap="sq" cmpd="sng" w="9525">
              <a:solidFill>
                <a:srgbClr val="20538B"/>
              </a:solidFill>
              <a:prstDash val="solid"/>
              <a:miter lim="8000"/>
              <a:headEnd len="sm" w="sm" type="none"/>
              <a:tailEnd len="sm" w="sm" type="none"/>
            </a:ln>
          </p:spPr>
        </p:sp>
        <p:sp>
          <p:nvSpPr>
            <p:cNvPr id="2129" name="Google Shape;2129;h32a9095667746e33_3_105"/>
            <p:cNvSpPr txBox="1"/>
            <p:nvPr/>
          </p:nvSpPr>
          <p:spPr>
            <a:xfrm>
              <a:off x="0" y="-38100"/>
              <a:ext cx="8581200" cy="799200"/>
            </a:xfrm>
            <a:prstGeom prst="rect">
              <a:avLst/>
            </a:prstGeom>
            <a:noFill/>
            <a:ln>
              <a:noFill/>
            </a:ln>
          </p:spPr>
          <p:txBody>
            <a:bodyPr anchorCtr="0" anchor="ctr" bIns="39175" lIns="39175" spcFirstLastPara="1" rIns="39175" wrap="square" tIns="39175">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130" name="Google Shape;2130;h32a9095667746e33_3_105"/>
          <p:cNvSpPr/>
          <p:nvPr/>
        </p:nvSpPr>
        <p:spPr>
          <a:xfrm>
            <a:off x="15531691" y="160918"/>
            <a:ext cx="996214" cy="1021758"/>
          </a:xfrm>
          <a:custGeom>
            <a:rect b="b" l="l" r="r" t="t"/>
            <a:pathLst>
              <a:path extrusionOk="0" h="1021758" w="996214">
                <a:moveTo>
                  <a:pt x="0" y="0"/>
                </a:moveTo>
                <a:lnTo>
                  <a:pt x="996214" y="0"/>
                </a:lnTo>
                <a:lnTo>
                  <a:pt x="996214" y="1021758"/>
                </a:lnTo>
                <a:lnTo>
                  <a:pt x="0" y="1021758"/>
                </a:lnTo>
                <a:lnTo>
                  <a:pt x="0" y="0"/>
                </a:lnTo>
                <a:close/>
              </a:path>
            </a:pathLst>
          </a:custGeom>
          <a:blipFill rotWithShape="1">
            <a:blip r:embed="rId3">
              <a:alphaModFix/>
            </a:blip>
            <a:stretch>
              <a:fillRect b="0" l="0" r="0" t="0"/>
            </a:stretch>
          </a:blipFill>
          <a:ln>
            <a:noFill/>
          </a:ln>
        </p:spPr>
      </p:sp>
      <p:sp>
        <p:nvSpPr>
          <p:cNvPr id="2131" name="Google Shape;2131;h32a9095667746e33_3_105"/>
          <p:cNvSpPr/>
          <p:nvPr/>
        </p:nvSpPr>
        <p:spPr>
          <a:xfrm>
            <a:off x="1877723" y="3156691"/>
            <a:ext cx="272321" cy="272321"/>
          </a:xfrm>
          <a:custGeom>
            <a:rect b="b" l="l" r="r" t="t"/>
            <a:pathLst>
              <a:path extrusionOk="0" h="272321" w="272321">
                <a:moveTo>
                  <a:pt x="0" y="0"/>
                </a:moveTo>
                <a:lnTo>
                  <a:pt x="272321" y="0"/>
                </a:lnTo>
                <a:lnTo>
                  <a:pt x="272321" y="272321"/>
                </a:lnTo>
                <a:lnTo>
                  <a:pt x="0" y="272321"/>
                </a:lnTo>
                <a:lnTo>
                  <a:pt x="0" y="0"/>
                </a:lnTo>
                <a:close/>
              </a:path>
            </a:pathLst>
          </a:custGeom>
          <a:blipFill rotWithShape="1">
            <a:blip r:embed="rId4">
              <a:alphaModFix/>
            </a:blip>
            <a:stretch>
              <a:fillRect b="0" l="0" r="0" t="0"/>
            </a:stretch>
          </a:blipFill>
          <a:ln>
            <a:noFill/>
          </a:ln>
        </p:spPr>
      </p:sp>
      <p:sp>
        <p:nvSpPr>
          <p:cNvPr id="2132" name="Google Shape;2132;h32a9095667746e33_3_105"/>
          <p:cNvSpPr txBox="1"/>
          <p:nvPr/>
        </p:nvSpPr>
        <p:spPr>
          <a:xfrm>
            <a:off x="2395000" y="893150"/>
            <a:ext cx="13923600" cy="769500"/>
          </a:xfrm>
          <a:prstGeom prst="rect">
            <a:avLst/>
          </a:prstGeom>
          <a:noFill/>
          <a:ln>
            <a:noFill/>
          </a:ln>
        </p:spPr>
        <p:txBody>
          <a:bodyPr anchorCtr="0" anchor="t" bIns="0" lIns="0" spcFirstLastPara="1" rIns="0" wrap="square" tIns="0">
            <a:spAutoFit/>
          </a:bodyPr>
          <a:lstStyle/>
          <a:p>
            <a:pPr indent="0" lvl="0" marL="0" marR="0" rtl="0" algn="l">
              <a:lnSpc>
                <a:spcPct val="192000"/>
              </a:lnSpc>
              <a:spcBef>
                <a:spcPts val="0"/>
              </a:spcBef>
              <a:spcAft>
                <a:spcPts val="0"/>
              </a:spcAft>
              <a:buNone/>
            </a:pPr>
            <a:r>
              <a:rPr b="1" lang="en-US" sz="5000">
                <a:solidFill>
                  <a:srgbClr val="20538B"/>
                </a:solidFill>
              </a:rPr>
              <a:t>취약점 분석 및 시나리오 -</a:t>
            </a:r>
            <a:r>
              <a:rPr b="1" lang="en-US" sz="3500">
                <a:solidFill>
                  <a:srgbClr val="20538B"/>
                </a:solidFill>
              </a:rPr>
              <a:t> 통합 테스트 결과</a:t>
            </a:r>
            <a:endParaRPr b="1" i="0" sz="3500" u="none" cap="none" strike="noStrike">
              <a:solidFill>
                <a:srgbClr val="20538B"/>
              </a:solidFill>
              <a:latin typeface="Arial"/>
              <a:ea typeface="Arial"/>
              <a:cs typeface="Arial"/>
              <a:sym typeface="Arial"/>
            </a:endParaRPr>
          </a:p>
        </p:txBody>
      </p:sp>
      <p:sp>
        <p:nvSpPr>
          <p:cNvPr id="2133" name="Google Shape;2133;h32a9095667746e33_3_105"/>
          <p:cNvSpPr txBox="1"/>
          <p:nvPr/>
        </p:nvSpPr>
        <p:spPr>
          <a:xfrm>
            <a:off x="1437501" y="920715"/>
            <a:ext cx="834600" cy="751200"/>
          </a:xfrm>
          <a:prstGeom prst="rect">
            <a:avLst/>
          </a:prstGeom>
          <a:noFill/>
          <a:ln>
            <a:noFill/>
          </a:ln>
        </p:spPr>
        <p:txBody>
          <a:bodyPr anchorCtr="0" anchor="t" bIns="0" lIns="0" spcFirstLastPara="1" rIns="0" wrap="square" tIns="0">
            <a:spAutoFit/>
          </a:bodyPr>
          <a:lstStyle/>
          <a:p>
            <a:pPr indent="0" lvl="0" marL="0" marR="0" rtl="0" algn="l">
              <a:lnSpc>
                <a:spcPct val="192009"/>
              </a:lnSpc>
              <a:spcBef>
                <a:spcPts val="0"/>
              </a:spcBef>
              <a:spcAft>
                <a:spcPts val="0"/>
              </a:spcAft>
              <a:buNone/>
            </a:pPr>
            <a:r>
              <a:rPr b="1" i="0" lang="en-US" sz="4881" u="none" cap="none" strike="noStrike">
                <a:solidFill>
                  <a:srgbClr val="CBDDEF"/>
                </a:solidFill>
                <a:latin typeface="Arial"/>
                <a:ea typeface="Arial"/>
                <a:cs typeface="Arial"/>
                <a:sym typeface="Arial"/>
              </a:rPr>
              <a:t>0</a:t>
            </a:r>
            <a:r>
              <a:rPr b="1" lang="en-US" sz="4881">
                <a:solidFill>
                  <a:srgbClr val="CBDDEF"/>
                </a:solidFill>
              </a:rPr>
              <a:t>4</a:t>
            </a:r>
            <a:endParaRPr/>
          </a:p>
        </p:txBody>
      </p:sp>
      <p:sp>
        <p:nvSpPr>
          <p:cNvPr id="2134" name="Google Shape;2134;h32a9095667746e33_3_105"/>
          <p:cNvSpPr txBox="1"/>
          <p:nvPr/>
        </p:nvSpPr>
        <p:spPr>
          <a:xfrm>
            <a:off x="2272100" y="3077300"/>
            <a:ext cx="7197600" cy="4311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US" sz="2800">
                <a:solidFill>
                  <a:srgbClr val="20538B"/>
                </a:solidFill>
              </a:rPr>
              <a:t>통합 테스트 결과</a:t>
            </a:r>
            <a:endParaRPr/>
          </a:p>
        </p:txBody>
      </p:sp>
      <p:sp>
        <p:nvSpPr>
          <p:cNvPr id="2135" name="Google Shape;2135;h32a9095667746e33_3_105"/>
          <p:cNvSpPr txBox="1"/>
          <p:nvPr/>
        </p:nvSpPr>
        <p:spPr>
          <a:xfrm>
            <a:off x="1573150" y="7579350"/>
            <a:ext cx="7097100" cy="1900200"/>
          </a:xfrm>
          <a:prstGeom prst="rect">
            <a:avLst/>
          </a:prstGeom>
          <a:noFill/>
          <a:ln>
            <a:noFill/>
          </a:ln>
        </p:spPr>
        <p:txBody>
          <a:bodyPr anchorCtr="0" anchor="t" bIns="0" lIns="0" spcFirstLastPara="1" rIns="0" wrap="square" tIns="0">
            <a:spAutoFit/>
          </a:bodyPr>
          <a:lstStyle/>
          <a:p>
            <a:pPr indent="0" lvl="0" marL="457200" marR="0" rtl="0" algn="l">
              <a:lnSpc>
                <a:spcPct val="200000"/>
              </a:lnSpc>
              <a:spcBef>
                <a:spcPts val="0"/>
              </a:spcBef>
              <a:spcAft>
                <a:spcPts val="0"/>
              </a:spcAft>
              <a:buNone/>
            </a:pPr>
            <a:r>
              <a:rPr b="1" lang="en-US" sz="1900">
                <a:solidFill>
                  <a:srgbClr val="20538B"/>
                </a:solidFill>
              </a:rPr>
              <a:t>최종 실행 흐름</a:t>
            </a:r>
            <a:endParaRPr b="1" sz="1900">
              <a:solidFill>
                <a:srgbClr val="20538B"/>
              </a:solidFill>
            </a:endParaRPr>
          </a:p>
          <a:p>
            <a:pPr indent="0" lvl="0" marL="457200" marR="0" rtl="0" algn="l">
              <a:lnSpc>
                <a:spcPct val="200000"/>
              </a:lnSpc>
              <a:spcBef>
                <a:spcPts val="0"/>
              </a:spcBef>
              <a:spcAft>
                <a:spcPts val="0"/>
              </a:spcAft>
              <a:buNone/>
            </a:pPr>
            <a:r>
              <a:rPr lang="en-US" sz="1900">
                <a:solidFill>
                  <a:srgbClr val="20538B"/>
                </a:solidFill>
              </a:rPr>
              <a:t>main.py -&gt; 5종 진단 -&gt; 법률 ISMS-P 분석 -&gt; Report Engine </a:t>
            </a:r>
            <a:endParaRPr sz="1900">
              <a:solidFill>
                <a:srgbClr val="20538B"/>
              </a:solidFill>
            </a:endParaRPr>
          </a:p>
          <a:p>
            <a:pPr indent="0" lvl="0" marL="457200" marR="0" rtl="0" algn="l">
              <a:lnSpc>
                <a:spcPct val="155000"/>
              </a:lnSpc>
              <a:spcBef>
                <a:spcPts val="0"/>
              </a:spcBef>
              <a:spcAft>
                <a:spcPts val="0"/>
              </a:spcAft>
              <a:buNone/>
            </a:pPr>
            <a:r>
              <a:rPr lang="en-US" sz="1900">
                <a:solidFill>
                  <a:srgbClr val="20538B"/>
                </a:solidFill>
              </a:rPr>
              <a:t>-&gt; PDF 보고서 2종</a:t>
            </a:r>
            <a:endParaRPr sz="1900">
              <a:solidFill>
                <a:srgbClr val="20538B"/>
              </a:solidFill>
            </a:endParaRPr>
          </a:p>
          <a:p>
            <a:pPr indent="0" lvl="0" marL="0" marR="0" rtl="0" algn="l">
              <a:lnSpc>
                <a:spcPct val="155000"/>
              </a:lnSpc>
              <a:spcBef>
                <a:spcPts val="0"/>
              </a:spcBef>
              <a:spcAft>
                <a:spcPts val="0"/>
              </a:spcAft>
              <a:buNone/>
            </a:pPr>
            <a:r>
              <a:t/>
            </a:r>
            <a:endParaRPr b="0" i="0" sz="1800" u="none" cap="none" strike="noStrike">
              <a:solidFill>
                <a:srgbClr val="94B6DA"/>
              </a:solidFill>
              <a:latin typeface="Arial"/>
              <a:ea typeface="Arial"/>
              <a:cs typeface="Arial"/>
              <a:sym typeface="Arial"/>
            </a:endParaRPr>
          </a:p>
        </p:txBody>
      </p:sp>
      <p:sp>
        <p:nvSpPr>
          <p:cNvPr id="2136" name="Google Shape;2136;h32a9095667746e33_3_105"/>
          <p:cNvSpPr txBox="1"/>
          <p:nvPr/>
        </p:nvSpPr>
        <p:spPr>
          <a:xfrm>
            <a:off x="9591750" y="2997900"/>
            <a:ext cx="7197600" cy="4311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US" sz="2800">
                <a:solidFill>
                  <a:srgbClr val="20538B"/>
                </a:solidFill>
              </a:rPr>
              <a:t>최종 보고서 생성</a:t>
            </a:r>
            <a:endParaRPr/>
          </a:p>
        </p:txBody>
      </p:sp>
      <p:sp>
        <p:nvSpPr>
          <p:cNvPr id="2137" name="Google Shape;2137;h32a9095667746e33_3_105"/>
          <p:cNvSpPr txBox="1"/>
          <p:nvPr/>
        </p:nvSpPr>
        <p:spPr>
          <a:xfrm>
            <a:off x="9469700" y="7798350"/>
            <a:ext cx="7097100" cy="745800"/>
          </a:xfrm>
          <a:prstGeom prst="rect">
            <a:avLst/>
          </a:prstGeom>
          <a:noFill/>
          <a:ln>
            <a:noFill/>
          </a:ln>
        </p:spPr>
        <p:txBody>
          <a:bodyPr anchorCtr="0" anchor="t" bIns="0" lIns="0" spcFirstLastPara="1" rIns="0" wrap="square" tIns="0">
            <a:spAutoFit/>
          </a:bodyPr>
          <a:lstStyle/>
          <a:p>
            <a:pPr indent="0" lvl="0" marL="0" marR="0" rtl="0" algn="l">
              <a:lnSpc>
                <a:spcPct val="155000"/>
              </a:lnSpc>
              <a:spcBef>
                <a:spcPts val="0"/>
              </a:spcBef>
              <a:spcAft>
                <a:spcPts val="0"/>
              </a:spcAft>
              <a:buNone/>
            </a:pPr>
            <a:r>
              <a:rPr lang="en-US" sz="1900">
                <a:solidFill>
                  <a:srgbClr val="20538B"/>
                </a:solidFill>
              </a:rPr>
              <a:t>생성된 PDF 보고서는 자동으로 열리도록 구성하여 </a:t>
            </a:r>
            <a:endParaRPr sz="1900">
              <a:solidFill>
                <a:srgbClr val="20538B"/>
              </a:solidFill>
            </a:endParaRPr>
          </a:p>
          <a:p>
            <a:pPr indent="0" lvl="0" marL="0" marR="0" rtl="0" algn="l">
              <a:lnSpc>
                <a:spcPct val="155000"/>
              </a:lnSpc>
              <a:spcBef>
                <a:spcPts val="0"/>
              </a:spcBef>
              <a:spcAft>
                <a:spcPts val="0"/>
              </a:spcAft>
              <a:buNone/>
            </a:pPr>
            <a:r>
              <a:rPr lang="en-US" sz="1900">
                <a:solidFill>
                  <a:srgbClr val="20538B"/>
                </a:solidFill>
              </a:rPr>
              <a:t>최종 결과까지 즉시 확인 가능</a:t>
            </a:r>
            <a:endParaRPr sz="1900">
              <a:solidFill>
                <a:srgbClr val="20538B"/>
              </a:solidFill>
            </a:endParaRPr>
          </a:p>
        </p:txBody>
      </p:sp>
      <p:pic>
        <p:nvPicPr>
          <p:cNvPr id="2138" name="Google Shape;2138;h32a9095667746e33_3_105"/>
          <p:cNvPicPr preferRelativeResize="0"/>
          <p:nvPr/>
        </p:nvPicPr>
        <p:blipFill rotWithShape="1">
          <a:blip r:embed="rId5">
            <a:alphaModFix/>
          </a:blip>
          <a:srcRect b="0" l="0" r="25662" t="0"/>
          <a:stretch/>
        </p:blipFill>
        <p:spPr>
          <a:xfrm>
            <a:off x="9121000" y="3921805"/>
            <a:ext cx="7406900" cy="3367971"/>
          </a:xfrm>
          <a:prstGeom prst="rect">
            <a:avLst/>
          </a:prstGeom>
          <a:noFill/>
          <a:ln>
            <a:noFill/>
          </a:ln>
        </p:spPr>
      </p:pic>
      <p:sp>
        <p:nvSpPr>
          <p:cNvPr id="2139" name="Google Shape;2139;h32a9095667746e33_3_105"/>
          <p:cNvSpPr/>
          <p:nvPr/>
        </p:nvSpPr>
        <p:spPr>
          <a:xfrm>
            <a:off x="2051325" y="3749300"/>
            <a:ext cx="1657200" cy="1561200"/>
          </a:xfrm>
          <a:prstGeom prst="rect">
            <a:avLst/>
          </a:prstGeom>
          <a:solidFill>
            <a:srgbClr val="EEF6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55000"/>
              </a:lnSpc>
              <a:spcBef>
                <a:spcPts val="0"/>
              </a:spcBef>
              <a:spcAft>
                <a:spcPts val="0"/>
              </a:spcAft>
              <a:buNone/>
            </a:pPr>
            <a:r>
              <a:t/>
            </a:r>
            <a:endParaRPr b="1" sz="3200">
              <a:solidFill>
                <a:schemeClr val="dk1"/>
              </a:solidFill>
              <a:latin typeface="Calibri"/>
              <a:ea typeface="Calibri"/>
              <a:cs typeface="Calibri"/>
              <a:sym typeface="Calibri"/>
            </a:endParaRPr>
          </a:p>
        </p:txBody>
      </p:sp>
      <p:sp>
        <p:nvSpPr>
          <p:cNvPr id="2140" name="Google Shape;2140;h32a9095667746e33_3_105"/>
          <p:cNvSpPr/>
          <p:nvPr/>
        </p:nvSpPr>
        <p:spPr>
          <a:xfrm>
            <a:off x="4108750" y="3709938"/>
            <a:ext cx="1657200" cy="1561200"/>
          </a:xfrm>
          <a:prstGeom prst="rect">
            <a:avLst/>
          </a:prstGeom>
          <a:solidFill>
            <a:srgbClr val="EEF6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55000"/>
              </a:lnSpc>
              <a:spcBef>
                <a:spcPts val="0"/>
              </a:spcBef>
              <a:spcAft>
                <a:spcPts val="0"/>
              </a:spcAft>
              <a:buNone/>
            </a:pPr>
            <a:r>
              <a:t/>
            </a:r>
            <a:endParaRPr b="1" sz="3200">
              <a:solidFill>
                <a:schemeClr val="dk1"/>
              </a:solidFill>
              <a:latin typeface="Calibri"/>
              <a:ea typeface="Calibri"/>
              <a:cs typeface="Calibri"/>
              <a:sym typeface="Calibri"/>
            </a:endParaRPr>
          </a:p>
        </p:txBody>
      </p:sp>
      <p:sp>
        <p:nvSpPr>
          <p:cNvPr id="2141" name="Google Shape;2141;h32a9095667746e33_3_105"/>
          <p:cNvSpPr/>
          <p:nvPr/>
        </p:nvSpPr>
        <p:spPr>
          <a:xfrm>
            <a:off x="6166175" y="3709938"/>
            <a:ext cx="1657200" cy="1561200"/>
          </a:xfrm>
          <a:prstGeom prst="rect">
            <a:avLst/>
          </a:prstGeom>
          <a:solidFill>
            <a:srgbClr val="EEF6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55000"/>
              </a:lnSpc>
              <a:spcBef>
                <a:spcPts val="0"/>
              </a:spcBef>
              <a:spcAft>
                <a:spcPts val="0"/>
              </a:spcAft>
              <a:buNone/>
            </a:pPr>
            <a:r>
              <a:t/>
            </a:r>
            <a:endParaRPr b="1" sz="3200">
              <a:solidFill>
                <a:schemeClr val="dk1"/>
              </a:solidFill>
              <a:latin typeface="Calibri"/>
              <a:ea typeface="Calibri"/>
              <a:cs typeface="Calibri"/>
              <a:sym typeface="Calibri"/>
            </a:endParaRPr>
          </a:p>
        </p:txBody>
      </p:sp>
      <p:sp>
        <p:nvSpPr>
          <p:cNvPr id="2142" name="Google Shape;2142;h32a9095667746e33_3_105"/>
          <p:cNvSpPr/>
          <p:nvPr/>
        </p:nvSpPr>
        <p:spPr>
          <a:xfrm>
            <a:off x="2051325" y="5664313"/>
            <a:ext cx="1657200" cy="1561200"/>
          </a:xfrm>
          <a:prstGeom prst="rect">
            <a:avLst/>
          </a:prstGeom>
          <a:solidFill>
            <a:srgbClr val="EEF6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55000"/>
              </a:lnSpc>
              <a:spcBef>
                <a:spcPts val="0"/>
              </a:spcBef>
              <a:spcAft>
                <a:spcPts val="0"/>
              </a:spcAft>
              <a:buNone/>
            </a:pPr>
            <a:r>
              <a:t/>
            </a:r>
            <a:endParaRPr b="1" sz="3200">
              <a:solidFill>
                <a:schemeClr val="dk1"/>
              </a:solidFill>
              <a:latin typeface="Calibri"/>
              <a:ea typeface="Calibri"/>
              <a:cs typeface="Calibri"/>
              <a:sym typeface="Calibri"/>
            </a:endParaRPr>
          </a:p>
        </p:txBody>
      </p:sp>
      <p:sp>
        <p:nvSpPr>
          <p:cNvPr id="2143" name="Google Shape;2143;h32a9095667746e33_3_105"/>
          <p:cNvSpPr/>
          <p:nvPr/>
        </p:nvSpPr>
        <p:spPr>
          <a:xfrm>
            <a:off x="4108750" y="5644638"/>
            <a:ext cx="1657200" cy="1561200"/>
          </a:xfrm>
          <a:prstGeom prst="rect">
            <a:avLst/>
          </a:prstGeom>
          <a:solidFill>
            <a:srgbClr val="EEF6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55000"/>
              </a:lnSpc>
              <a:spcBef>
                <a:spcPts val="0"/>
              </a:spcBef>
              <a:spcAft>
                <a:spcPts val="0"/>
              </a:spcAft>
              <a:buNone/>
            </a:pPr>
            <a:r>
              <a:t/>
            </a:r>
            <a:endParaRPr b="1" sz="3200">
              <a:solidFill>
                <a:schemeClr val="dk1"/>
              </a:solidFill>
              <a:latin typeface="Calibri"/>
              <a:ea typeface="Calibri"/>
              <a:cs typeface="Calibri"/>
              <a:sym typeface="Calibri"/>
            </a:endParaRPr>
          </a:p>
        </p:txBody>
      </p:sp>
      <p:sp>
        <p:nvSpPr>
          <p:cNvPr id="2144" name="Google Shape;2144;h32a9095667746e33_3_105"/>
          <p:cNvSpPr/>
          <p:nvPr/>
        </p:nvSpPr>
        <p:spPr>
          <a:xfrm>
            <a:off x="6166175" y="5644638"/>
            <a:ext cx="1657200" cy="1561200"/>
          </a:xfrm>
          <a:prstGeom prst="rect">
            <a:avLst/>
          </a:prstGeom>
          <a:solidFill>
            <a:srgbClr val="EEF6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55000"/>
              </a:lnSpc>
              <a:spcBef>
                <a:spcPts val="0"/>
              </a:spcBef>
              <a:spcAft>
                <a:spcPts val="0"/>
              </a:spcAft>
              <a:buNone/>
            </a:pPr>
            <a:r>
              <a:t/>
            </a:r>
            <a:endParaRPr b="1" sz="3200">
              <a:solidFill>
                <a:schemeClr val="dk1"/>
              </a:solidFill>
              <a:latin typeface="Calibri"/>
              <a:ea typeface="Calibri"/>
              <a:cs typeface="Calibri"/>
              <a:sym typeface="Calibri"/>
            </a:endParaRPr>
          </a:p>
        </p:txBody>
      </p:sp>
      <p:sp>
        <p:nvSpPr>
          <p:cNvPr id="2145" name="Google Shape;2145;h32a9095667746e33_3_105"/>
          <p:cNvSpPr/>
          <p:nvPr/>
        </p:nvSpPr>
        <p:spPr>
          <a:xfrm>
            <a:off x="9220635" y="3077291"/>
            <a:ext cx="272321" cy="272321"/>
          </a:xfrm>
          <a:custGeom>
            <a:rect b="b" l="l" r="r" t="t"/>
            <a:pathLst>
              <a:path extrusionOk="0" h="272321" w="272321">
                <a:moveTo>
                  <a:pt x="0" y="0"/>
                </a:moveTo>
                <a:lnTo>
                  <a:pt x="272321" y="0"/>
                </a:lnTo>
                <a:lnTo>
                  <a:pt x="272321" y="272321"/>
                </a:lnTo>
                <a:lnTo>
                  <a:pt x="0" y="272321"/>
                </a:lnTo>
                <a:lnTo>
                  <a:pt x="0" y="0"/>
                </a:lnTo>
                <a:close/>
              </a:path>
            </a:pathLst>
          </a:custGeom>
          <a:blipFill rotWithShape="1">
            <a:blip r:embed="rId4">
              <a:alphaModFix/>
            </a:blip>
            <a:stretch>
              <a:fillRect b="0" l="0" r="0" t="0"/>
            </a:stretch>
          </a:blipFill>
          <a:ln>
            <a:noFill/>
          </a:ln>
        </p:spPr>
      </p:sp>
      <p:sp>
        <p:nvSpPr>
          <p:cNvPr id="2146" name="Google Shape;2146;h32a9095667746e33_3_105"/>
          <p:cNvSpPr txBox="1"/>
          <p:nvPr/>
        </p:nvSpPr>
        <p:spPr>
          <a:xfrm>
            <a:off x="2381775" y="3921800"/>
            <a:ext cx="996300" cy="43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700">
                <a:solidFill>
                  <a:schemeClr val="dk1"/>
                </a:solidFill>
                <a:latin typeface="Calibri"/>
                <a:ea typeface="Calibri"/>
                <a:cs typeface="Calibri"/>
                <a:sym typeface="Calibri"/>
              </a:rPr>
              <a:t>scanner</a:t>
            </a:r>
            <a:endParaRPr sz="1700">
              <a:solidFill>
                <a:schemeClr val="dk1"/>
              </a:solidFill>
              <a:latin typeface="Calibri"/>
              <a:ea typeface="Calibri"/>
              <a:cs typeface="Calibri"/>
              <a:sym typeface="Calibri"/>
            </a:endParaRPr>
          </a:p>
        </p:txBody>
      </p:sp>
      <p:sp>
        <p:nvSpPr>
          <p:cNvPr id="2147" name="Google Shape;2147;h32a9095667746e33_3_105"/>
          <p:cNvSpPr txBox="1"/>
          <p:nvPr/>
        </p:nvSpPr>
        <p:spPr>
          <a:xfrm>
            <a:off x="4369150" y="3921800"/>
            <a:ext cx="1326900" cy="43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sz="1700">
                <a:solidFill>
                  <a:schemeClr val="dk1"/>
                </a:solidFill>
                <a:latin typeface="Calibri"/>
                <a:ea typeface="Calibri"/>
                <a:cs typeface="Calibri"/>
                <a:sym typeface="Calibri"/>
              </a:rPr>
              <a:t>전체 결과</a:t>
            </a:r>
            <a:endParaRPr sz="1700">
              <a:solidFill>
                <a:schemeClr val="dk1"/>
              </a:solidFill>
              <a:latin typeface="Calibri"/>
              <a:ea typeface="Calibri"/>
              <a:cs typeface="Calibri"/>
              <a:sym typeface="Calibri"/>
            </a:endParaRPr>
          </a:p>
        </p:txBody>
      </p:sp>
      <p:sp>
        <p:nvSpPr>
          <p:cNvPr id="2148" name="Google Shape;2148;h32a9095667746e33_3_105"/>
          <p:cNvSpPr txBox="1"/>
          <p:nvPr/>
        </p:nvSpPr>
        <p:spPr>
          <a:xfrm>
            <a:off x="6687125" y="3921800"/>
            <a:ext cx="996300" cy="43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700">
                <a:solidFill>
                  <a:schemeClr val="dk1"/>
                </a:solidFill>
                <a:latin typeface="Calibri"/>
                <a:ea typeface="Calibri"/>
                <a:cs typeface="Calibri"/>
                <a:sym typeface="Calibri"/>
              </a:rPr>
              <a:t>오류</a:t>
            </a:r>
            <a:endParaRPr sz="1700">
              <a:solidFill>
                <a:schemeClr val="dk1"/>
              </a:solidFill>
              <a:latin typeface="Calibri"/>
              <a:ea typeface="Calibri"/>
              <a:cs typeface="Calibri"/>
              <a:sym typeface="Calibri"/>
            </a:endParaRPr>
          </a:p>
        </p:txBody>
      </p:sp>
      <p:sp>
        <p:nvSpPr>
          <p:cNvPr id="2149" name="Google Shape;2149;h32a9095667746e33_3_105"/>
          <p:cNvSpPr txBox="1"/>
          <p:nvPr/>
        </p:nvSpPr>
        <p:spPr>
          <a:xfrm>
            <a:off x="2529950" y="5881500"/>
            <a:ext cx="996300" cy="43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700">
                <a:solidFill>
                  <a:schemeClr val="dk1"/>
                </a:solidFill>
                <a:latin typeface="Calibri"/>
                <a:ea typeface="Calibri"/>
                <a:cs typeface="Calibri"/>
                <a:sym typeface="Calibri"/>
              </a:rPr>
              <a:t>취약</a:t>
            </a:r>
            <a:endParaRPr sz="1700">
              <a:solidFill>
                <a:schemeClr val="dk1"/>
              </a:solidFill>
              <a:latin typeface="Calibri"/>
              <a:ea typeface="Calibri"/>
              <a:cs typeface="Calibri"/>
              <a:sym typeface="Calibri"/>
            </a:endParaRPr>
          </a:p>
        </p:txBody>
      </p:sp>
      <p:sp>
        <p:nvSpPr>
          <p:cNvPr id="2150" name="Google Shape;2150;h32a9095667746e33_3_105"/>
          <p:cNvSpPr txBox="1"/>
          <p:nvPr/>
        </p:nvSpPr>
        <p:spPr>
          <a:xfrm>
            <a:off x="4604425" y="5881500"/>
            <a:ext cx="996300" cy="43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700">
                <a:solidFill>
                  <a:schemeClr val="dk1"/>
                </a:solidFill>
                <a:latin typeface="Calibri"/>
                <a:ea typeface="Calibri"/>
                <a:cs typeface="Calibri"/>
                <a:sym typeface="Calibri"/>
              </a:rPr>
              <a:t>양호</a:t>
            </a:r>
            <a:endParaRPr sz="1700">
              <a:solidFill>
                <a:schemeClr val="dk1"/>
              </a:solidFill>
              <a:latin typeface="Calibri"/>
              <a:ea typeface="Calibri"/>
              <a:cs typeface="Calibri"/>
              <a:sym typeface="Calibri"/>
            </a:endParaRPr>
          </a:p>
        </p:txBody>
      </p:sp>
      <p:sp>
        <p:nvSpPr>
          <p:cNvPr id="2151" name="Google Shape;2151;h32a9095667746e33_3_105"/>
          <p:cNvSpPr txBox="1"/>
          <p:nvPr/>
        </p:nvSpPr>
        <p:spPr>
          <a:xfrm>
            <a:off x="6678900" y="5881500"/>
            <a:ext cx="996300" cy="43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700">
                <a:solidFill>
                  <a:schemeClr val="dk1"/>
                </a:solidFill>
                <a:latin typeface="Calibri"/>
                <a:ea typeface="Calibri"/>
                <a:cs typeface="Calibri"/>
                <a:sym typeface="Calibri"/>
              </a:rPr>
              <a:t>PDF</a:t>
            </a:r>
            <a:endParaRPr sz="1700">
              <a:solidFill>
                <a:schemeClr val="dk1"/>
              </a:solidFill>
              <a:latin typeface="Calibri"/>
              <a:ea typeface="Calibri"/>
              <a:cs typeface="Calibri"/>
              <a:sym typeface="Calibri"/>
            </a:endParaRPr>
          </a:p>
        </p:txBody>
      </p:sp>
      <p:sp>
        <p:nvSpPr>
          <p:cNvPr id="2152" name="Google Shape;2152;h32a9095667746e33_3_105"/>
          <p:cNvSpPr txBox="1"/>
          <p:nvPr/>
        </p:nvSpPr>
        <p:spPr>
          <a:xfrm>
            <a:off x="2529950" y="4393600"/>
            <a:ext cx="1326900" cy="602700"/>
          </a:xfrm>
          <a:prstGeom prst="rect">
            <a:avLst/>
          </a:prstGeom>
          <a:noFill/>
          <a:ln>
            <a:noFill/>
          </a:ln>
        </p:spPr>
        <p:txBody>
          <a:bodyPr anchorCtr="0" anchor="t" bIns="91425" lIns="91425" spcFirstLastPara="1" rIns="91425" wrap="square" tIns="91425">
            <a:noAutofit/>
          </a:bodyPr>
          <a:lstStyle/>
          <a:p>
            <a:pPr indent="0" lvl="0" marL="0" rtl="0" algn="l">
              <a:lnSpc>
                <a:spcPct val="140000"/>
              </a:lnSpc>
              <a:spcBef>
                <a:spcPts val="0"/>
              </a:spcBef>
              <a:spcAft>
                <a:spcPts val="0"/>
              </a:spcAft>
              <a:buClr>
                <a:schemeClr val="dk1"/>
              </a:buClr>
              <a:buFont typeface="Arial"/>
              <a:buNone/>
            </a:pPr>
            <a:r>
              <a:rPr b="1" lang="en-US" sz="2800">
                <a:solidFill>
                  <a:srgbClr val="20538B"/>
                </a:solidFill>
              </a:rPr>
              <a:t>5종</a:t>
            </a:r>
            <a:endParaRPr sz="3200">
              <a:solidFill>
                <a:schemeClr val="dk1"/>
              </a:solidFill>
              <a:latin typeface="Calibri"/>
              <a:ea typeface="Calibri"/>
              <a:cs typeface="Calibri"/>
              <a:sym typeface="Calibri"/>
            </a:endParaRPr>
          </a:p>
        </p:txBody>
      </p:sp>
      <p:sp>
        <p:nvSpPr>
          <p:cNvPr id="2153" name="Google Shape;2153;h32a9095667746e33_3_105"/>
          <p:cNvSpPr txBox="1"/>
          <p:nvPr/>
        </p:nvSpPr>
        <p:spPr>
          <a:xfrm>
            <a:off x="4530263" y="4393600"/>
            <a:ext cx="1326900" cy="602700"/>
          </a:xfrm>
          <a:prstGeom prst="rect">
            <a:avLst/>
          </a:prstGeom>
          <a:noFill/>
          <a:ln>
            <a:noFill/>
          </a:ln>
        </p:spPr>
        <p:txBody>
          <a:bodyPr anchorCtr="0" anchor="t" bIns="91425" lIns="91425" spcFirstLastPara="1" rIns="91425" wrap="square" tIns="91425">
            <a:noAutofit/>
          </a:bodyPr>
          <a:lstStyle/>
          <a:p>
            <a:pPr indent="0" lvl="0" marL="0" rtl="0" algn="l">
              <a:lnSpc>
                <a:spcPct val="140000"/>
              </a:lnSpc>
              <a:spcBef>
                <a:spcPts val="0"/>
              </a:spcBef>
              <a:spcAft>
                <a:spcPts val="0"/>
              </a:spcAft>
              <a:buNone/>
            </a:pPr>
            <a:r>
              <a:rPr b="1" lang="en-US" sz="2800">
                <a:solidFill>
                  <a:srgbClr val="20538B"/>
                </a:solidFill>
              </a:rPr>
              <a:t>9건</a:t>
            </a:r>
            <a:endParaRPr sz="3200">
              <a:solidFill>
                <a:schemeClr val="dk1"/>
              </a:solidFill>
              <a:latin typeface="Calibri"/>
              <a:ea typeface="Calibri"/>
              <a:cs typeface="Calibri"/>
              <a:sym typeface="Calibri"/>
            </a:endParaRPr>
          </a:p>
        </p:txBody>
      </p:sp>
      <p:sp>
        <p:nvSpPr>
          <p:cNvPr id="2154" name="Google Shape;2154;h32a9095667746e33_3_105"/>
          <p:cNvSpPr txBox="1"/>
          <p:nvPr/>
        </p:nvSpPr>
        <p:spPr>
          <a:xfrm>
            <a:off x="6678925" y="4393600"/>
            <a:ext cx="1326900" cy="602700"/>
          </a:xfrm>
          <a:prstGeom prst="rect">
            <a:avLst/>
          </a:prstGeom>
          <a:noFill/>
          <a:ln>
            <a:noFill/>
          </a:ln>
        </p:spPr>
        <p:txBody>
          <a:bodyPr anchorCtr="0" anchor="t" bIns="91425" lIns="91425" spcFirstLastPara="1" rIns="91425" wrap="square" tIns="91425">
            <a:noAutofit/>
          </a:bodyPr>
          <a:lstStyle/>
          <a:p>
            <a:pPr indent="0" lvl="0" marL="0" rtl="0" algn="l">
              <a:lnSpc>
                <a:spcPct val="140000"/>
              </a:lnSpc>
              <a:spcBef>
                <a:spcPts val="0"/>
              </a:spcBef>
              <a:spcAft>
                <a:spcPts val="0"/>
              </a:spcAft>
              <a:buNone/>
            </a:pPr>
            <a:r>
              <a:rPr b="1" lang="en-US" sz="2800">
                <a:solidFill>
                  <a:srgbClr val="20538B"/>
                </a:solidFill>
              </a:rPr>
              <a:t>0건</a:t>
            </a:r>
            <a:endParaRPr sz="3200">
              <a:solidFill>
                <a:schemeClr val="dk1"/>
              </a:solidFill>
              <a:latin typeface="Calibri"/>
              <a:ea typeface="Calibri"/>
              <a:cs typeface="Calibri"/>
              <a:sym typeface="Calibri"/>
            </a:endParaRPr>
          </a:p>
        </p:txBody>
      </p:sp>
      <p:sp>
        <p:nvSpPr>
          <p:cNvPr id="2155" name="Google Shape;2155;h32a9095667746e33_3_105"/>
          <p:cNvSpPr txBox="1"/>
          <p:nvPr/>
        </p:nvSpPr>
        <p:spPr>
          <a:xfrm>
            <a:off x="2529950" y="6312588"/>
            <a:ext cx="1326900" cy="602700"/>
          </a:xfrm>
          <a:prstGeom prst="rect">
            <a:avLst/>
          </a:prstGeom>
          <a:noFill/>
          <a:ln>
            <a:noFill/>
          </a:ln>
        </p:spPr>
        <p:txBody>
          <a:bodyPr anchorCtr="0" anchor="t" bIns="91425" lIns="91425" spcFirstLastPara="1" rIns="91425" wrap="square" tIns="91425">
            <a:noAutofit/>
          </a:bodyPr>
          <a:lstStyle/>
          <a:p>
            <a:pPr indent="0" lvl="0" marL="0" rtl="0" algn="l">
              <a:lnSpc>
                <a:spcPct val="140000"/>
              </a:lnSpc>
              <a:spcBef>
                <a:spcPts val="0"/>
              </a:spcBef>
              <a:spcAft>
                <a:spcPts val="0"/>
              </a:spcAft>
              <a:buNone/>
            </a:pPr>
            <a:r>
              <a:rPr b="1" lang="en-US" sz="2800">
                <a:solidFill>
                  <a:srgbClr val="20538B"/>
                </a:solidFill>
              </a:rPr>
              <a:t>7건</a:t>
            </a:r>
            <a:endParaRPr sz="3200">
              <a:solidFill>
                <a:schemeClr val="dk1"/>
              </a:solidFill>
              <a:latin typeface="Calibri"/>
              <a:ea typeface="Calibri"/>
              <a:cs typeface="Calibri"/>
              <a:sym typeface="Calibri"/>
            </a:endParaRPr>
          </a:p>
        </p:txBody>
      </p:sp>
      <p:sp>
        <p:nvSpPr>
          <p:cNvPr id="2156" name="Google Shape;2156;h32a9095667746e33_3_105"/>
          <p:cNvSpPr txBox="1"/>
          <p:nvPr/>
        </p:nvSpPr>
        <p:spPr>
          <a:xfrm>
            <a:off x="4530275" y="6312600"/>
            <a:ext cx="1326900" cy="602700"/>
          </a:xfrm>
          <a:prstGeom prst="rect">
            <a:avLst/>
          </a:prstGeom>
          <a:noFill/>
          <a:ln>
            <a:noFill/>
          </a:ln>
        </p:spPr>
        <p:txBody>
          <a:bodyPr anchorCtr="0" anchor="t" bIns="91425" lIns="91425" spcFirstLastPara="1" rIns="91425" wrap="square" tIns="91425">
            <a:noAutofit/>
          </a:bodyPr>
          <a:lstStyle/>
          <a:p>
            <a:pPr indent="0" lvl="0" marL="0" rtl="0" algn="l">
              <a:lnSpc>
                <a:spcPct val="140000"/>
              </a:lnSpc>
              <a:spcBef>
                <a:spcPts val="0"/>
              </a:spcBef>
              <a:spcAft>
                <a:spcPts val="0"/>
              </a:spcAft>
              <a:buNone/>
            </a:pPr>
            <a:r>
              <a:rPr b="1" lang="en-US" sz="2800">
                <a:solidFill>
                  <a:srgbClr val="20538B"/>
                </a:solidFill>
              </a:rPr>
              <a:t>2</a:t>
            </a:r>
            <a:r>
              <a:rPr b="1" lang="en-US" sz="2800">
                <a:solidFill>
                  <a:srgbClr val="20538B"/>
                </a:solidFill>
              </a:rPr>
              <a:t>건</a:t>
            </a:r>
            <a:endParaRPr sz="3200">
              <a:solidFill>
                <a:schemeClr val="dk1"/>
              </a:solidFill>
              <a:latin typeface="Calibri"/>
              <a:ea typeface="Calibri"/>
              <a:cs typeface="Calibri"/>
              <a:sym typeface="Calibri"/>
            </a:endParaRPr>
          </a:p>
        </p:txBody>
      </p:sp>
      <p:sp>
        <p:nvSpPr>
          <p:cNvPr id="2157" name="Google Shape;2157;h32a9095667746e33_3_105"/>
          <p:cNvSpPr txBox="1"/>
          <p:nvPr/>
        </p:nvSpPr>
        <p:spPr>
          <a:xfrm>
            <a:off x="6530600" y="6312600"/>
            <a:ext cx="1326900" cy="602700"/>
          </a:xfrm>
          <a:prstGeom prst="rect">
            <a:avLst/>
          </a:prstGeom>
          <a:noFill/>
          <a:ln>
            <a:noFill/>
          </a:ln>
        </p:spPr>
        <p:txBody>
          <a:bodyPr anchorCtr="0" anchor="t" bIns="91425" lIns="91425" spcFirstLastPara="1" rIns="91425" wrap="square" tIns="91425">
            <a:noAutofit/>
          </a:bodyPr>
          <a:lstStyle/>
          <a:p>
            <a:pPr indent="0" lvl="0" marL="0" rtl="0" algn="l">
              <a:lnSpc>
                <a:spcPct val="140000"/>
              </a:lnSpc>
              <a:spcBef>
                <a:spcPts val="0"/>
              </a:spcBef>
              <a:spcAft>
                <a:spcPts val="0"/>
              </a:spcAft>
              <a:buNone/>
            </a:pPr>
            <a:r>
              <a:rPr b="1" lang="en-US" sz="2800">
                <a:solidFill>
                  <a:srgbClr val="20538B"/>
                </a:solidFill>
              </a:rPr>
              <a:t>2종</a:t>
            </a:r>
            <a:endParaRPr sz="3200">
              <a:solidFill>
                <a:schemeClr val="dk1"/>
              </a:solidFill>
              <a:latin typeface="Calibri"/>
              <a:ea typeface="Calibri"/>
              <a:cs typeface="Calibri"/>
              <a:sym typeface="Calibri"/>
            </a:endParaRPr>
          </a:p>
        </p:txBody>
      </p:sp>
      <p:sp>
        <p:nvSpPr>
          <p:cNvPr id="2158" name="Google Shape;2158;h32a9095667746e33_3_105"/>
          <p:cNvSpPr/>
          <p:nvPr/>
        </p:nvSpPr>
        <p:spPr>
          <a:xfrm>
            <a:off x="8956963" y="7856875"/>
            <a:ext cx="373500" cy="169500"/>
          </a:xfrm>
          <a:prstGeom prst="rightArrow">
            <a:avLst>
              <a:gd fmla="val 50000" name="adj1"/>
              <a:gd fmla="val 112785" name="adj2"/>
            </a:avLst>
          </a:prstGeom>
          <a:solidFill>
            <a:srgbClr val="88888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2" name="Shape 2162"/>
        <p:cNvGrpSpPr/>
        <p:nvPr/>
      </p:nvGrpSpPr>
      <p:grpSpPr>
        <a:xfrm>
          <a:off x="0" y="0"/>
          <a:ext cx="0" cy="0"/>
          <a:chOff x="0" y="0"/>
          <a:chExt cx="0" cy="0"/>
        </a:xfrm>
      </p:grpSpPr>
      <p:grpSp>
        <p:nvGrpSpPr>
          <p:cNvPr id="2163" name="Google Shape;2163;h26f5b0a23d79581a_2_75"/>
          <p:cNvGrpSpPr/>
          <p:nvPr/>
        </p:nvGrpSpPr>
        <p:grpSpPr>
          <a:xfrm>
            <a:off x="-1081198" y="3274348"/>
            <a:ext cx="20615256" cy="7012652"/>
            <a:chOff x="-99237" y="-1"/>
            <a:chExt cx="27487007" cy="9350203"/>
          </a:xfrm>
        </p:grpSpPr>
        <p:grpSp>
          <p:nvGrpSpPr>
            <p:cNvPr id="2164" name="Google Shape;2164;h26f5b0a23d79581a_2_75"/>
            <p:cNvGrpSpPr/>
            <p:nvPr/>
          </p:nvGrpSpPr>
          <p:grpSpPr>
            <a:xfrm rot="-5400000">
              <a:off x="11107419" y="-11206657"/>
              <a:ext cx="4770675" cy="27183987"/>
              <a:chOff x="0" y="-38100"/>
              <a:chExt cx="1831597" cy="10436700"/>
            </a:xfrm>
          </p:grpSpPr>
          <p:sp>
            <p:nvSpPr>
              <p:cNvPr id="2165" name="Google Shape;2165;h26f5b0a23d79581a_2_75"/>
              <p:cNvSpPr/>
              <p:nvPr/>
            </p:nvSpPr>
            <p:spPr>
              <a:xfrm>
                <a:off x="0" y="0"/>
                <a:ext cx="1831597" cy="10398600"/>
              </a:xfrm>
              <a:custGeom>
                <a:rect b="b" l="l" r="r" t="t"/>
                <a:pathLst>
                  <a:path extrusionOk="0" h="10398600" w="1831597">
                    <a:moveTo>
                      <a:pt x="0" y="0"/>
                    </a:moveTo>
                    <a:lnTo>
                      <a:pt x="1831597" y="0"/>
                    </a:lnTo>
                    <a:lnTo>
                      <a:pt x="1831597" y="10398600"/>
                    </a:lnTo>
                    <a:lnTo>
                      <a:pt x="0" y="10398600"/>
                    </a:lnTo>
                    <a:close/>
                  </a:path>
                </a:pathLst>
              </a:custGeom>
              <a:solidFill>
                <a:srgbClr val="CBDDEF"/>
              </a:solidFill>
              <a:ln>
                <a:noFill/>
              </a:ln>
            </p:spPr>
          </p:sp>
          <p:sp>
            <p:nvSpPr>
              <p:cNvPr id="2166" name="Google Shape;2166;h26f5b0a23d79581a_2_75"/>
              <p:cNvSpPr txBox="1"/>
              <p:nvPr/>
            </p:nvSpPr>
            <p:spPr>
              <a:xfrm>
                <a:off x="0" y="-38100"/>
                <a:ext cx="1831597" cy="10436700"/>
              </a:xfrm>
              <a:prstGeom prst="rect">
                <a:avLst/>
              </a:prstGeom>
              <a:noFill/>
              <a:ln>
                <a:noFill/>
              </a:ln>
            </p:spPr>
            <p:txBody>
              <a:bodyPr anchorCtr="0" anchor="ctr" bIns="27000" lIns="27000" spcFirstLastPara="1" rIns="27000" wrap="square" tIns="27000">
                <a:noAutofit/>
              </a:bodyPr>
              <a:lstStyle/>
              <a:p>
                <a:pPr indent="0" lvl="0" marL="0" marR="0" rtl="0" algn="ctr">
                  <a:lnSpc>
                    <a:spcPct val="155500"/>
                  </a:lnSpc>
                  <a:spcBef>
                    <a:spcPts val="0"/>
                  </a:spcBef>
                  <a:spcAft>
                    <a:spcPts val="0"/>
                  </a:spcAft>
                  <a:buClr>
                    <a:srgbClr val="000000"/>
                  </a:buClr>
                  <a:buSzPts val="1800"/>
                  <a:buFont typeface="Arial"/>
                  <a:buNone/>
                </a:pPr>
                <a:r>
                  <a:t/>
                </a:r>
                <a:endParaRPr b="0" i="0" spc="0" sz="1800" u="none" cap="none" strike="noStrike">
                  <a:solidFill>
                    <a:schemeClr val="dk1"/>
                  </a:solidFill>
                  <a:latin typeface="Arial"/>
                  <a:ea typeface="Arial"/>
                  <a:cs typeface="Arial"/>
                  <a:sym typeface="Arial"/>
                </a:endParaRPr>
              </a:p>
            </p:txBody>
          </p:sp>
        </p:grpSp>
        <p:grpSp>
          <p:nvGrpSpPr>
            <p:cNvPr id="2167" name="Google Shape;2167;h26f5b0a23d79581a_2_75"/>
            <p:cNvGrpSpPr/>
            <p:nvPr/>
          </p:nvGrpSpPr>
          <p:grpSpPr>
            <a:xfrm rot="-5400000">
              <a:off x="11636974" y="-6400594"/>
              <a:ext cx="4579528" cy="26922063"/>
              <a:chOff x="0" y="-38100"/>
              <a:chExt cx="1758210" cy="10336140"/>
            </a:xfrm>
          </p:grpSpPr>
          <p:sp>
            <p:nvSpPr>
              <p:cNvPr id="2168" name="Google Shape;2168;h26f5b0a23d79581a_2_75"/>
              <p:cNvSpPr/>
              <p:nvPr/>
            </p:nvSpPr>
            <p:spPr>
              <a:xfrm>
                <a:off x="0" y="0"/>
                <a:ext cx="1758210" cy="10298040"/>
              </a:xfrm>
              <a:custGeom>
                <a:rect b="b" l="l" r="r" t="t"/>
                <a:pathLst>
                  <a:path extrusionOk="0" h="10298040" w="1758210">
                    <a:moveTo>
                      <a:pt x="0" y="0"/>
                    </a:moveTo>
                    <a:lnTo>
                      <a:pt x="1758210" y="0"/>
                    </a:lnTo>
                    <a:lnTo>
                      <a:pt x="1758210" y="10298040"/>
                    </a:lnTo>
                    <a:lnTo>
                      <a:pt x="0" y="10298040"/>
                    </a:lnTo>
                    <a:close/>
                  </a:path>
                </a:pathLst>
              </a:custGeom>
              <a:solidFill>
                <a:srgbClr val="94B6DA"/>
              </a:solidFill>
              <a:ln>
                <a:noFill/>
              </a:ln>
            </p:spPr>
          </p:sp>
          <p:sp>
            <p:nvSpPr>
              <p:cNvPr id="2169" name="Google Shape;2169;h26f5b0a23d79581a_2_75"/>
              <p:cNvSpPr txBox="1"/>
              <p:nvPr/>
            </p:nvSpPr>
            <p:spPr>
              <a:xfrm>
                <a:off x="0" y="-38100"/>
                <a:ext cx="1758210" cy="10336140"/>
              </a:xfrm>
              <a:prstGeom prst="rect">
                <a:avLst/>
              </a:prstGeom>
              <a:noFill/>
              <a:ln>
                <a:noFill/>
              </a:ln>
            </p:spPr>
            <p:txBody>
              <a:bodyPr anchorCtr="0" anchor="ctr" bIns="27000" lIns="27000" spcFirstLastPara="1" rIns="27000" wrap="square" tIns="27000">
                <a:noAutofit/>
              </a:bodyPr>
              <a:lstStyle/>
              <a:p>
                <a:pPr indent="0" lvl="0" marL="0" marR="0" rtl="0" algn="ctr">
                  <a:lnSpc>
                    <a:spcPct val="155500"/>
                  </a:lnSpc>
                  <a:spcBef>
                    <a:spcPts val="0"/>
                  </a:spcBef>
                  <a:spcAft>
                    <a:spcPts val="0"/>
                  </a:spcAft>
                  <a:buClr>
                    <a:srgbClr val="000000"/>
                  </a:buClr>
                  <a:buSzPts val="1800"/>
                  <a:buFont typeface="Arial"/>
                  <a:buNone/>
                </a:pPr>
                <a:r>
                  <a:t/>
                </a:r>
                <a:endParaRPr b="0" i="0" spc="0" sz="1800" u="none" cap="none" strike="noStrike">
                  <a:solidFill>
                    <a:schemeClr val="dk1"/>
                  </a:solidFill>
                  <a:latin typeface="Arial"/>
                  <a:ea typeface="Arial"/>
                  <a:cs typeface="Arial"/>
                  <a:sym typeface="Arial"/>
                </a:endParaRPr>
              </a:p>
            </p:txBody>
          </p:sp>
        </p:grpSp>
      </p:grpSp>
      <p:grpSp>
        <p:nvGrpSpPr>
          <p:cNvPr id="2170" name="Google Shape;2170;h26f5b0a23d79581a_2_75"/>
          <p:cNvGrpSpPr/>
          <p:nvPr/>
        </p:nvGrpSpPr>
        <p:grpSpPr>
          <a:xfrm>
            <a:off x="731085" y="622849"/>
            <a:ext cx="16825832" cy="9050183"/>
            <a:chOff x="0" y="-108814"/>
            <a:chExt cx="22434442" cy="12066910"/>
          </a:xfrm>
        </p:grpSpPr>
        <p:grpSp>
          <p:nvGrpSpPr>
            <p:cNvPr id="2171" name="Google Shape;2171;h26f5b0a23d79581a_2_75"/>
            <p:cNvGrpSpPr/>
            <p:nvPr/>
          </p:nvGrpSpPr>
          <p:grpSpPr>
            <a:xfrm>
              <a:off x="26537" y="10214890"/>
              <a:ext cx="22386981" cy="1743206"/>
              <a:chOff x="0" y="-47625"/>
              <a:chExt cx="9809754" cy="763855"/>
            </a:xfrm>
          </p:grpSpPr>
          <p:sp>
            <p:nvSpPr>
              <p:cNvPr id="2172" name="Google Shape;2172;h26f5b0a23d79581a_2_75"/>
              <p:cNvSpPr/>
              <p:nvPr/>
            </p:nvSpPr>
            <p:spPr>
              <a:xfrm>
                <a:off x="0" y="0"/>
                <a:ext cx="9809754" cy="716230"/>
              </a:xfrm>
              <a:custGeom>
                <a:rect b="b" l="l" r="r" t="t"/>
                <a:pathLst>
                  <a:path extrusionOk="0" h="716230" w="9809754">
                    <a:moveTo>
                      <a:pt x="0" y="0"/>
                    </a:moveTo>
                    <a:lnTo>
                      <a:pt x="9809754" y="0"/>
                    </a:lnTo>
                    <a:lnTo>
                      <a:pt x="9809754" y="716230"/>
                    </a:lnTo>
                    <a:lnTo>
                      <a:pt x="0" y="716230"/>
                    </a:lnTo>
                    <a:close/>
                  </a:path>
                </a:pathLst>
              </a:custGeom>
              <a:solidFill>
                <a:srgbClr val="20538B"/>
              </a:solidFill>
              <a:ln cap="sq" cmpd="sng" w="38100">
                <a:solidFill>
                  <a:srgbClr val="20538B"/>
                </a:solidFill>
                <a:prstDash val="solid"/>
                <a:miter lim="80"/>
                <a:headEnd len="sm" w="sm" type="none"/>
                <a:tailEnd len="sm" w="sm" type="none"/>
              </a:ln>
            </p:spPr>
          </p:sp>
          <p:sp>
            <p:nvSpPr>
              <p:cNvPr id="2173" name="Google Shape;2173;h26f5b0a23d79581a_2_75"/>
              <p:cNvSpPr txBox="1"/>
              <p:nvPr/>
            </p:nvSpPr>
            <p:spPr>
              <a:xfrm>
                <a:off x="0" y="-47625"/>
                <a:ext cx="9809754" cy="763855"/>
              </a:xfrm>
              <a:prstGeom prst="rect">
                <a:avLst/>
              </a:prstGeom>
              <a:noFill/>
              <a:ln>
                <a:noFill/>
              </a:ln>
            </p:spPr>
            <p:txBody>
              <a:bodyPr anchorCtr="0" anchor="ctr" bIns="50800" lIns="50800" spcFirstLastPara="1" rIns="50800" wrap="square" tIns="50800">
                <a:noAutofit/>
              </a:bodyPr>
              <a:lstStyle/>
              <a:p>
                <a:pPr indent="0" lvl="0" marL="0" marR="0" rtl="0" algn="ctr">
                  <a:lnSpc>
                    <a:spcPct val="175722"/>
                  </a:lnSpc>
                  <a:spcBef>
                    <a:spcPts val="0"/>
                  </a:spcBef>
                  <a:spcAft>
                    <a:spcPts val="0"/>
                  </a:spcAft>
                  <a:buClr>
                    <a:srgbClr val="000000"/>
                  </a:buClr>
                  <a:buSzPts val="1800"/>
                  <a:buFont typeface="Arial"/>
                  <a:buNone/>
                </a:pPr>
                <a:r>
                  <a:t/>
                </a:r>
                <a:endParaRPr b="0" i="0" spc="0" sz="1800" u="none" cap="none" strike="noStrike">
                  <a:solidFill>
                    <a:schemeClr val="dk1"/>
                  </a:solidFill>
                  <a:latin typeface="Arial"/>
                  <a:ea typeface="Arial"/>
                  <a:cs typeface="Arial"/>
                  <a:sym typeface="Arial"/>
                </a:endParaRPr>
              </a:p>
            </p:txBody>
          </p:sp>
        </p:grpSp>
        <p:grpSp>
          <p:nvGrpSpPr>
            <p:cNvPr id="2174" name="Google Shape;2174;h26f5b0a23d79581a_2_75"/>
            <p:cNvGrpSpPr/>
            <p:nvPr/>
          </p:nvGrpSpPr>
          <p:grpSpPr>
            <a:xfrm>
              <a:off x="0" y="-108814"/>
              <a:ext cx="22434442" cy="11946255"/>
              <a:chOff x="0" y="-47625"/>
              <a:chExt cx="9818922" cy="5228539"/>
            </a:xfrm>
          </p:grpSpPr>
          <p:sp>
            <p:nvSpPr>
              <p:cNvPr id="2175" name="Google Shape;2175;h26f5b0a23d79581a_2_75"/>
              <p:cNvSpPr/>
              <p:nvPr/>
            </p:nvSpPr>
            <p:spPr>
              <a:xfrm>
                <a:off x="0" y="0"/>
                <a:ext cx="9818922" cy="5180914"/>
              </a:xfrm>
              <a:custGeom>
                <a:rect b="b" l="l" r="r" t="t"/>
                <a:pathLst>
                  <a:path extrusionOk="0" h="5180914" w="9818922">
                    <a:moveTo>
                      <a:pt x="0" y="0"/>
                    </a:moveTo>
                    <a:lnTo>
                      <a:pt x="9818922" y="0"/>
                    </a:lnTo>
                    <a:lnTo>
                      <a:pt x="9818922" y="5180914"/>
                    </a:lnTo>
                    <a:lnTo>
                      <a:pt x="0" y="5180914"/>
                    </a:lnTo>
                    <a:close/>
                  </a:path>
                </a:pathLst>
              </a:custGeom>
              <a:solidFill>
                <a:srgbClr val="FFFFFF"/>
              </a:solidFill>
              <a:ln cap="sq" cmpd="sng" w="38100">
                <a:solidFill>
                  <a:srgbClr val="20538B"/>
                </a:solidFill>
                <a:prstDash val="solid"/>
                <a:miter lim="80"/>
                <a:headEnd len="sm" w="sm" type="none"/>
                <a:tailEnd len="sm" w="sm" type="none"/>
              </a:ln>
            </p:spPr>
          </p:sp>
          <p:sp>
            <p:nvSpPr>
              <p:cNvPr id="2176" name="Google Shape;2176;h26f5b0a23d79581a_2_75"/>
              <p:cNvSpPr txBox="1"/>
              <p:nvPr/>
            </p:nvSpPr>
            <p:spPr>
              <a:xfrm>
                <a:off x="0" y="-47625"/>
                <a:ext cx="9818921" cy="5228539"/>
              </a:xfrm>
              <a:prstGeom prst="rect">
                <a:avLst/>
              </a:prstGeom>
              <a:noFill/>
              <a:ln>
                <a:noFill/>
              </a:ln>
            </p:spPr>
            <p:txBody>
              <a:bodyPr anchorCtr="0" anchor="ctr" bIns="50800" lIns="50800" spcFirstLastPara="1" rIns="50800" wrap="square" tIns="50800">
                <a:noAutofit/>
              </a:bodyPr>
              <a:lstStyle/>
              <a:p>
                <a:pPr indent="0" lvl="0" marL="0" marR="0" rtl="0" algn="ctr">
                  <a:lnSpc>
                    <a:spcPct val="175722"/>
                  </a:lnSpc>
                  <a:spcBef>
                    <a:spcPts val="0"/>
                  </a:spcBef>
                  <a:spcAft>
                    <a:spcPts val="0"/>
                  </a:spcAft>
                  <a:buClr>
                    <a:srgbClr val="000000"/>
                  </a:buClr>
                  <a:buSzPts val="1800"/>
                  <a:buFont typeface="Arial"/>
                  <a:buNone/>
                </a:pPr>
                <a:r>
                  <a:t/>
                </a:r>
                <a:endParaRPr b="0" i="0" spc="0" sz="1800" u="none" cap="none" strike="noStrike">
                  <a:solidFill>
                    <a:schemeClr val="dk1"/>
                  </a:solidFill>
                  <a:latin typeface="Arial"/>
                  <a:ea typeface="Arial"/>
                  <a:cs typeface="Arial"/>
                  <a:sym typeface="Arial"/>
                </a:endParaRPr>
              </a:p>
            </p:txBody>
          </p:sp>
        </p:grpSp>
      </p:grpSp>
      <p:grpSp>
        <p:nvGrpSpPr>
          <p:cNvPr id="2177" name="Google Shape;2177;h26f5b0a23d79581a_2_75"/>
          <p:cNvGrpSpPr/>
          <p:nvPr/>
        </p:nvGrpSpPr>
        <p:grpSpPr>
          <a:xfrm>
            <a:off x="763743" y="662703"/>
            <a:ext cx="16760151" cy="1561172"/>
            <a:chOff x="0" y="-38100"/>
            <a:chExt cx="8581180" cy="799319"/>
          </a:xfrm>
        </p:grpSpPr>
        <p:sp>
          <p:nvSpPr>
            <p:cNvPr id="2178" name="Google Shape;2178;h26f5b0a23d79581a_2_75"/>
            <p:cNvSpPr/>
            <p:nvPr/>
          </p:nvSpPr>
          <p:spPr>
            <a:xfrm>
              <a:off x="0" y="0"/>
              <a:ext cx="8581180" cy="761219"/>
            </a:xfrm>
            <a:custGeom>
              <a:rect b="b" l="l" r="r" t="t"/>
              <a:pathLst>
                <a:path extrusionOk="0" h="761219" w="8581180">
                  <a:moveTo>
                    <a:pt x="0" y="0"/>
                  </a:moveTo>
                  <a:lnTo>
                    <a:pt x="8581180" y="0"/>
                  </a:lnTo>
                  <a:lnTo>
                    <a:pt x="8581180" y="761219"/>
                  </a:lnTo>
                  <a:lnTo>
                    <a:pt x="0" y="761219"/>
                  </a:lnTo>
                  <a:close/>
                </a:path>
              </a:pathLst>
            </a:custGeom>
            <a:solidFill>
              <a:srgbClr val="EEF6FF"/>
            </a:solidFill>
            <a:ln cap="sq" cmpd="sng" w="9525">
              <a:solidFill>
                <a:srgbClr val="20538B"/>
              </a:solidFill>
              <a:prstDash val="solid"/>
              <a:miter lim="80"/>
              <a:headEnd len="sm" w="sm" type="none"/>
              <a:tailEnd len="sm" w="sm" type="none"/>
            </a:ln>
          </p:spPr>
        </p:sp>
        <p:sp>
          <p:nvSpPr>
            <p:cNvPr id="2179" name="Google Shape;2179;h26f5b0a23d79581a_2_75"/>
            <p:cNvSpPr txBox="1"/>
            <p:nvPr/>
          </p:nvSpPr>
          <p:spPr>
            <a:xfrm>
              <a:off x="0" y="-38100"/>
              <a:ext cx="8581180" cy="799319"/>
            </a:xfrm>
            <a:prstGeom prst="rect">
              <a:avLst/>
            </a:prstGeom>
            <a:noFill/>
            <a:ln>
              <a:noFill/>
            </a:ln>
          </p:spPr>
          <p:txBody>
            <a:bodyPr anchorCtr="0" anchor="ctr" bIns="39175" lIns="39175" spcFirstLastPara="1" rIns="39175" wrap="square" tIns="39175">
              <a:noAutofit/>
            </a:bodyPr>
            <a:lstStyle/>
            <a:p>
              <a:pPr indent="0" lvl="0" marL="0" marR="0" rtl="0" algn="ctr">
                <a:lnSpc>
                  <a:spcPct val="155500"/>
                </a:lnSpc>
                <a:spcBef>
                  <a:spcPts val="0"/>
                </a:spcBef>
                <a:spcAft>
                  <a:spcPts val="0"/>
                </a:spcAft>
                <a:buClr>
                  <a:srgbClr val="000000"/>
                </a:buClr>
                <a:buSzPts val="1800"/>
                <a:buFont typeface="Arial"/>
                <a:buNone/>
              </a:pPr>
              <a:r>
                <a:t/>
              </a:r>
              <a:endParaRPr b="0" i="0" spc="0" sz="1800" u="none" cap="none" strike="noStrike">
                <a:solidFill>
                  <a:schemeClr val="dk1"/>
                </a:solidFill>
                <a:latin typeface="Arial"/>
                <a:ea typeface="Arial"/>
                <a:cs typeface="Arial"/>
                <a:sym typeface="Arial"/>
              </a:endParaRPr>
            </a:p>
          </p:txBody>
        </p:sp>
      </p:grpSp>
      <p:sp>
        <p:nvSpPr>
          <p:cNvPr id="2180" name="Google Shape;2180;h26f5b0a23d79581a_2_75"/>
          <p:cNvSpPr/>
          <p:nvPr/>
        </p:nvSpPr>
        <p:spPr>
          <a:xfrm>
            <a:off x="15531691" y="160918"/>
            <a:ext cx="996214" cy="1021758"/>
          </a:xfrm>
          <a:custGeom>
            <a:rect b="b" l="l" r="r" t="t"/>
            <a:pathLst>
              <a:path extrusionOk="0" h="1021758" w="996214">
                <a:moveTo>
                  <a:pt x="0" y="0"/>
                </a:moveTo>
                <a:lnTo>
                  <a:pt x="996214" y="0"/>
                </a:lnTo>
                <a:lnTo>
                  <a:pt x="996214" y="1021758"/>
                </a:lnTo>
                <a:lnTo>
                  <a:pt x="0" y="1021758"/>
                </a:lnTo>
                <a:lnTo>
                  <a:pt x="0" y="0"/>
                </a:lnTo>
                <a:close/>
              </a:path>
            </a:pathLst>
          </a:custGeom>
          <a:blipFill rotWithShape="1">
            <a:blip r:embed="rId3">
              <a:alphaModFix/>
            </a:blip>
            <a:stretch>
              <a:fillRect b="0" l="0" r="0" t="0"/>
            </a:stretch>
          </a:blipFill>
          <a:ln>
            <a:noFill/>
          </a:ln>
        </p:spPr>
      </p:sp>
      <p:sp>
        <p:nvSpPr>
          <p:cNvPr id="2181" name="Google Shape;2181;h26f5b0a23d79581a_2_75"/>
          <p:cNvSpPr txBox="1"/>
          <p:nvPr/>
        </p:nvSpPr>
        <p:spPr>
          <a:xfrm>
            <a:off x="2412975" y="965900"/>
            <a:ext cx="13335000" cy="2247300"/>
          </a:xfrm>
          <a:prstGeom prst="rect">
            <a:avLst/>
          </a:prstGeom>
          <a:noFill/>
          <a:ln>
            <a:noFill/>
          </a:ln>
        </p:spPr>
        <p:txBody>
          <a:bodyPr anchorCtr="0" anchor="t" bIns="0" lIns="0" spcFirstLastPara="1" rIns="0" wrap="square" tIns="0">
            <a:spAutoFit/>
          </a:bodyPr>
          <a:lstStyle/>
          <a:p>
            <a:pPr indent="0" lvl="0" marL="0" marR="0" rtl="0" algn="l">
              <a:lnSpc>
                <a:spcPct val="192000"/>
              </a:lnSpc>
              <a:spcBef>
                <a:spcPts val="0"/>
              </a:spcBef>
              <a:spcAft>
                <a:spcPts val="0"/>
              </a:spcAft>
              <a:buClr>
                <a:srgbClr val="000000"/>
              </a:buClr>
              <a:buSzPts val="5000"/>
              <a:buFont typeface="Arial"/>
              <a:buNone/>
            </a:pPr>
            <a:r>
              <a:rPr b="1" i="0" lang="en-US" spc="0" sz="5000" u="none" cap="none" strike="noStrike">
                <a:solidFill>
                  <a:srgbClr val="20538B"/>
                </a:solidFill>
                <a:latin typeface="Arial"/>
                <a:ea typeface="Arial"/>
                <a:cs typeface="Arial"/>
                <a:sym typeface="Arial"/>
              </a:rPr>
              <a:t>ISMS-P 연계 및 대응 - </a:t>
            </a:r>
            <a:r>
              <a:rPr b="1" i="0" lang="en-US" spc="0" sz="3500" u="none" cap="none" strike="noStrike">
                <a:solidFill>
                  <a:srgbClr val="20538B"/>
                </a:solidFill>
                <a:latin typeface="Arial"/>
                <a:ea typeface="Arial"/>
                <a:cs typeface="Arial"/>
                <a:sym typeface="Arial"/>
              </a:rPr>
              <a:t>법령 매핑 흐름</a:t>
            </a:r>
            <a:endParaRPr b="0" i="0" spc="0" sz="3500" u="none" cap="none" strike="noStrike">
              <a:solidFill>
                <a:srgbClr val="000000"/>
              </a:solidFill>
              <a:latin typeface="Arial"/>
              <a:ea typeface="Arial"/>
              <a:cs typeface="Arial"/>
              <a:sym typeface="Arial"/>
            </a:endParaRPr>
          </a:p>
          <a:p>
            <a:pPr indent="0" lvl="0" marL="0" marR="0" rtl="0" algn="l">
              <a:lnSpc>
                <a:spcPct val="192000"/>
              </a:lnSpc>
              <a:spcBef>
                <a:spcPts val="0"/>
              </a:spcBef>
              <a:spcAft>
                <a:spcPts val="0"/>
              </a:spcAft>
              <a:buClr>
                <a:srgbClr val="000000"/>
              </a:buClr>
              <a:buSzPts val="5000"/>
              <a:buFont typeface="Arial"/>
              <a:buNone/>
            </a:pPr>
            <a:r>
              <a:t/>
            </a:r>
            <a:endParaRPr b="1" i="0" spc="0" sz="5000" u="none" cap="none" strike="noStrike">
              <a:solidFill>
                <a:srgbClr val="20538B"/>
              </a:solidFill>
              <a:latin typeface="Arial"/>
              <a:ea typeface="Arial"/>
              <a:cs typeface="Arial"/>
              <a:sym typeface="Arial"/>
            </a:endParaRPr>
          </a:p>
        </p:txBody>
      </p:sp>
      <p:sp>
        <p:nvSpPr>
          <p:cNvPr id="2182" name="Google Shape;2182;h26f5b0a23d79581a_2_75"/>
          <p:cNvSpPr txBox="1"/>
          <p:nvPr/>
        </p:nvSpPr>
        <p:spPr>
          <a:xfrm>
            <a:off x="1437501" y="920715"/>
            <a:ext cx="834600" cy="751200"/>
          </a:xfrm>
          <a:prstGeom prst="rect">
            <a:avLst/>
          </a:prstGeom>
          <a:noFill/>
          <a:ln>
            <a:noFill/>
          </a:ln>
        </p:spPr>
        <p:txBody>
          <a:bodyPr anchorCtr="0" anchor="t" bIns="0" lIns="0" spcFirstLastPara="1" rIns="0" wrap="square" tIns="0">
            <a:spAutoFit/>
          </a:bodyPr>
          <a:lstStyle/>
          <a:p>
            <a:pPr indent="0" lvl="0" marL="0" marR="0" rtl="0" algn="l">
              <a:lnSpc>
                <a:spcPct val="192009"/>
              </a:lnSpc>
              <a:spcBef>
                <a:spcPts val="0"/>
              </a:spcBef>
              <a:spcAft>
                <a:spcPts val="0"/>
              </a:spcAft>
              <a:buClr>
                <a:srgbClr val="000000"/>
              </a:buClr>
              <a:buSzPts val="4881"/>
              <a:buFont typeface="Arial"/>
              <a:buNone/>
            </a:pPr>
            <a:r>
              <a:rPr b="1" i="0" lang="en-US" spc="0" sz="4881" u="none" cap="none" strike="noStrike">
                <a:solidFill>
                  <a:srgbClr val="CBDDEF"/>
                </a:solidFill>
                <a:latin typeface="Arial"/>
                <a:ea typeface="Arial"/>
                <a:cs typeface="Arial"/>
                <a:sym typeface="Arial"/>
              </a:rPr>
              <a:t>0</a:t>
            </a:r>
            <a:r>
              <a:rPr b="1" lang="en-US" sz="4881">
                <a:solidFill>
                  <a:srgbClr val="CBDDEF"/>
                </a:solidFill>
              </a:rPr>
              <a:t>4</a:t>
            </a:r>
            <a:endParaRPr b="0" i="0" spc="0" sz="1400" u="none" cap="none" strike="noStrike">
              <a:solidFill>
                <a:srgbClr val="000000"/>
              </a:solidFill>
              <a:latin typeface="Arial"/>
              <a:ea typeface="Arial"/>
              <a:cs typeface="Arial"/>
              <a:sym typeface="Arial"/>
            </a:endParaRPr>
          </a:p>
        </p:txBody>
      </p:sp>
      <p:cxnSp>
        <p:nvCxnSpPr>
          <p:cNvPr id="2183" name="Google Shape;2183;h26f5b0a23d79581a_2_75"/>
          <p:cNvCxnSpPr/>
          <p:nvPr/>
        </p:nvCxnSpPr>
        <p:spPr>
          <a:xfrm>
            <a:off x="2080920" y="5425189"/>
            <a:ext cx="14114320" cy="0"/>
          </a:xfrm>
          <a:prstGeom prst="straightConnector1">
            <a:avLst/>
          </a:prstGeom>
          <a:noFill/>
          <a:ln cap="flat" cmpd="sng" w="19050">
            <a:solidFill>
              <a:srgbClr val="20538B"/>
            </a:solidFill>
            <a:prstDash val="solid"/>
            <a:round/>
            <a:headEnd len="sm" w="sm" type="none"/>
            <a:tailEnd len="sm" w="sm" type="none"/>
          </a:ln>
        </p:spPr>
      </p:cxnSp>
      <p:sp>
        <p:nvSpPr>
          <p:cNvPr id="2184" name="Google Shape;2184;h26f5b0a23d79581a_2_75"/>
          <p:cNvSpPr txBox="1"/>
          <p:nvPr/>
        </p:nvSpPr>
        <p:spPr>
          <a:xfrm>
            <a:off x="1857388" y="4577728"/>
            <a:ext cx="3377163" cy="46482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Clr>
                <a:srgbClr val="000000"/>
              </a:buClr>
              <a:buSzPts val="2699"/>
              <a:buFont typeface="Arial"/>
              <a:buNone/>
            </a:pPr>
            <a:r>
              <a:rPr b="1" i="0" lang="en-US" spc="0" sz="2699" u="none" cap="none" strike="noStrike">
                <a:solidFill>
                  <a:srgbClr val="20538B"/>
                </a:solidFill>
                <a:latin typeface="Arial"/>
                <a:ea typeface="Arial"/>
                <a:cs typeface="Arial"/>
                <a:sym typeface="Arial"/>
              </a:rPr>
              <a:t>스캐너 결과 입력</a:t>
            </a:r>
            <a:endParaRPr b="0" i="0" spc="0" sz="1400" u="none" cap="none" strike="noStrike">
              <a:solidFill>
                <a:srgbClr val="000000"/>
              </a:solidFill>
              <a:latin typeface="Arial"/>
              <a:ea typeface="Arial"/>
              <a:cs typeface="Arial"/>
              <a:sym typeface="Arial"/>
            </a:endParaRPr>
          </a:p>
        </p:txBody>
      </p:sp>
      <p:sp>
        <p:nvSpPr>
          <p:cNvPr id="2185" name="Google Shape;2185;h26f5b0a23d79581a_2_75"/>
          <p:cNvSpPr txBox="1"/>
          <p:nvPr/>
        </p:nvSpPr>
        <p:spPr>
          <a:xfrm>
            <a:off x="2038651" y="6034346"/>
            <a:ext cx="3179094" cy="1238250"/>
          </a:xfrm>
          <a:prstGeom prst="rect">
            <a:avLst/>
          </a:prstGeom>
          <a:noFill/>
          <a:ln>
            <a:noFill/>
          </a:ln>
        </p:spPr>
        <p:txBody>
          <a:bodyPr anchorCtr="0" anchor="t" bIns="0" lIns="0" spcFirstLastPara="1" rIns="0" wrap="square" tIns="0">
            <a:spAutoFit/>
          </a:bodyPr>
          <a:lstStyle/>
          <a:p>
            <a:pPr indent="0" lvl="0" marL="0" marR="0" rtl="0" algn="l">
              <a:lnSpc>
                <a:spcPct val="163013"/>
              </a:lnSpc>
              <a:spcBef>
                <a:spcPts val="0"/>
              </a:spcBef>
              <a:spcAft>
                <a:spcPts val="0"/>
              </a:spcAft>
              <a:buClr>
                <a:srgbClr val="000000"/>
              </a:buClr>
              <a:buSzPts val="1606"/>
              <a:buFont typeface="Arial"/>
              <a:buNone/>
            </a:pPr>
            <a:r>
              <a:rPr b="0" i="0" lang="en-US" spc="0" sz="1606" u="none" cap="none" strike="noStrike">
                <a:solidFill>
                  <a:srgbClr val="4A6F9B"/>
                </a:solidFill>
                <a:latin typeface="Arial"/>
                <a:ea typeface="Arial"/>
                <a:cs typeface="Arial"/>
                <a:sym typeface="Arial"/>
              </a:rPr>
              <a:t>스캐너 공통 JSON 그대로 입력</a:t>
            </a:r>
            <a:endParaRPr b="0" i="0" spc="0" sz="1400" u="none" cap="none" strike="noStrike">
              <a:solidFill>
                <a:srgbClr val="000000"/>
              </a:solidFill>
              <a:latin typeface="Arial"/>
              <a:ea typeface="Arial"/>
              <a:cs typeface="Arial"/>
              <a:sym typeface="Arial"/>
            </a:endParaRPr>
          </a:p>
          <a:p>
            <a:pPr indent="0" lvl="0" marL="0" marR="0" rtl="0" algn="l">
              <a:lnSpc>
                <a:spcPct val="163013"/>
              </a:lnSpc>
              <a:spcBef>
                <a:spcPts val="0"/>
              </a:spcBef>
              <a:spcAft>
                <a:spcPts val="0"/>
              </a:spcAft>
              <a:buClr>
                <a:srgbClr val="000000"/>
              </a:buClr>
              <a:buSzPts val="1606"/>
              <a:buFont typeface="Arial"/>
              <a:buNone/>
            </a:pPr>
            <a:r>
              <a:rPr b="0" i="0" lang="en-US" spc="0" sz="1606" u="none" cap="none" strike="noStrike">
                <a:solidFill>
                  <a:srgbClr val="4A6F9B"/>
                </a:solidFill>
                <a:latin typeface="Arial"/>
                <a:ea typeface="Arial"/>
                <a:cs typeface="Arial"/>
                <a:sym typeface="Arial"/>
              </a:rPr>
              <a:t>양호 항목은 조문 없이 통과</a:t>
            </a:r>
            <a:endParaRPr b="0" i="0" spc="0" sz="1400" u="none" cap="none" strike="noStrike">
              <a:solidFill>
                <a:srgbClr val="000000"/>
              </a:solidFill>
              <a:latin typeface="Arial"/>
              <a:ea typeface="Arial"/>
              <a:cs typeface="Arial"/>
              <a:sym typeface="Arial"/>
            </a:endParaRPr>
          </a:p>
        </p:txBody>
      </p:sp>
      <p:sp>
        <p:nvSpPr>
          <p:cNvPr id="2186" name="Google Shape;2186;h26f5b0a23d79581a_2_75"/>
          <p:cNvSpPr txBox="1"/>
          <p:nvPr/>
        </p:nvSpPr>
        <p:spPr>
          <a:xfrm>
            <a:off x="3094125" y="4028257"/>
            <a:ext cx="1047486" cy="309245"/>
          </a:xfrm>
          <a:prstGeom prst="rect">
            <a:avLst/>
          </a:prstGeom>
          <a:noFill/>
          <a:ln>
            <a:noFill/>
          </a:ln>
        </p:spPr>
        <p:txBody>
          <a:bodyPr anchorCtr="0" anchor="t" bIns="0" lIns="0" spcFirstLastPara="1" rIns="0" wrap="square" tIns="0">
            <a:spAutoFit/>
          </a:bodyPr>
          <a:lstStyle/>
          <a:p>
            <a:pPr indent="0" lvl="0" marL="0" marR="0" rtl="0" algn="ctr">
              <a:lnSpc>
                <a:spcPct val="140023"/>
              </a:lnSpc>
              <a:spcBef>
                <a:spcPts val="0"/>
              </a:spcBef>
              <a:spcAft>
                <a:spcPts val="0"/>
              </a:spcAft>
              <a:buClr>
                <a:srgbClr val="000000"/>
              </a:buClr>
              <a:buSzPts val="1699"/>
              <a:buFont typeface="Arial"/>
              <a:buNone/>
            </a:pPr>
            <a:r>
              <a:rPr b="0" i="0" lang="en-US" spc="0" sz="1699" u="none" cap="none" strike="noStrike">
                <a:solidFill>
                  <a:srgbClr val="20538B"/>
                </a:solidFill>
                <a:latin typeface="Arial"/>
                <a:ea typeface="Arial"/>
                <a:cs typeface="Arial"/>
                <a:sym typeface="Arial"/>
              </a:rPr>
              <a:t>STEP 01</a:t>
            </a:r>
            <a:endParaRPr b="0" i="0" spc="0" sz="1400" u="none" cap="none" strike="noStrike">
              <a:solidFill>
                <a:srgbClr val="000000"/>
              </a:solidFill>
              <a:latin typeface="Arial"/>
              <a:ea typeface="Arial"/>
              <a:cs typeface="Arial"/>
              <a:sym typeface="Arial"/>
            </a:endParaRPr>
          </a:p>
        </p:txBody>
      </p:sp>
      <p:sp>
        <p:nvSpPr>
          <p:cNvPr id="2187" name="Google Shape;2187;h26f5b0a23d79581a_2_75"/>
          <p:cNvSpPr txBox="1"/>
          <p:nvPr/>
        </p:nvSpPr>
        <p:spPr>
          <a:xfrm>
            <a:off x="5449844" y="4577728"/>
            <a:ext cx="3544641" cy="46482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Clr>
                <a:srgbClr val="000000"/>
              </a:buClr>
              <a:buSzPts val="2699"/>
              <a:buFont typeface="Arial"/>
              <a:buNone/>
            </a:pPr>
            <a:r>
              <a:rPr b="1" i="0" lang="en-US" spc="0" sz="2699" u="none" cap="none" strike="noStrike">
                <a:solidFill>
                  <a:srgbClr val="20538B"/>
                </a:solidFill>
                <a:latin typeface="Arial"/>
                <a:ea typeface="Arial"/>
                <a:cs typeface="Arial"/>
                <a:sym typeface="Arial"/>
              </a:rPr>
              <a:t>기준 선택 (LLM)</a:t>
            </a:r>
            <a:endParaRPr b="0" i="0" spc="0" sz="1400" u="none" cap="none" strike="noStrike">
              <a:solidFill>
                <a:srgbClr val="000000"/>
              </a:solidFill>
              <a:latin typeface="Arial"/>
              <a:ea typeface="Arial"/>
              <a:cs typeface="Arial"/>
              <a:sym typeface="Arial"/>
            </a:endParaRPr>
          </a:p>
        </p:txBody>
      </p:sp>
      <p:sp>
        <p:nvSpPr>
          <p:cNvPr id="2188" name="Google Shape;2188;h26f5b0a23d79581a_2_75"/>
          <p:cNvSpPr txBox="1"/>
          <p:nvPr/>
        </p:nvSpPr>
        <p:spPr>
          <a:xfrm>
            <a:off x="5634179" y="6034346"/>
            <a:ext cx="3457320" cy="1238250"/>
          </a:xfrm>
          <a:prstGeom prst="rect">
            <a:avLst/>
          </a:prstGeom>
          <a:noFill/>
          <a:ln>
            <a:noFill/>
          </a:ln>
        </p:spPr>
        <p:txBody>
          <a:bodyPr anchorCtr="0" anchor="t" bIns="0" lIns="0" spcFirstLastPara="1" rIns="0" wrap="square" tIns="0">
            <a:spAutoFit/>
          </a:bodyPr>
          <a:lstStyle/>
          <a:p>
            <a:pPr indent="0" lvl="0" marL="0" marR="0" rtl="0" algn="l">
              <a:lnSpc>
                <a:spcPct val="163013"/>
              </a:lnSpc>
              <a:spcBef>
                <a:spcPts val="0"/>
              </a:spcBef>
              <a:spcAft>
                <a:spcPts val="0"/>
              </a:spcAft>
              <a:buClr>
                <a:srgbClr val="000000"/>
              </a:buClr>
              <a:buSzPts val="1606"/>
              <a:buFont typeface="Arial"/>
              <a:buNone/>
            </a:pPr>
            <a:r>
              <a:rPr b="0" i="0" lang="en-US" spc="0" sz="1606" u="none" cap="none" strike="noStrike">
                <a:solidFill>
                  <a:srgbClr val="4A6F9B"/>
                </a:solidFill>
                <a:latin typeface="Arial"/>
                <a:ea typeface="Arial"/>
                <a:cs typeface="Arial"/>
                <a:sym typeface="Arial"/>
              </a:rPr>
              <a:t>ISMS-P 101개 기준 목록 안에서</a:t>
            </a:r>
            <a:endParaRPr b="0" i="0" spc="0" sz="1400" u="none" cap="none" strike="noStrike">
              <a:solidFill>
                <a:srgbClr val="000000"/>
              </a:solidFill>
              <a:latin typeface="Arial"/>
              <a:ea typeface="Arial"/>
              <a:cs typeface="Arial"/>
              <a:sym typeface="Arial"/>
            </a:endParaRPr>
          </a:p>
          <a:p>
            <a:pPr indent="0" lvl="0" marL="0" marR="0" rtl="0" algn="l">
              <a:lnSpc>
                <a:spcPct val="163013"/>
              </a:lnSpc>
              <a:spcBef>
                <a:spcPts val="0"/>
              </a:spcBef>
              <a:spcAft>
                <a:spcPts val="0"/>
              </a:spcAft>
              <a:buClr>
                <a:srgbClr val="000000"/>
              </a:buClr>
              <a:buSzPts val="1606"/>
              <a:buFont typeface="Arial"/>
              <a:buNone/>
            </a:pPr>
            <a:r>
              <a:rPr b="0" i="0" lang="en-US" spc="0" sz="1606" u="none" cap="none" strike="noStrike">
                <a:solidFill>
                  <a:srgbClr val="4A6F9B"/>
                </a:solidFill>
                <a:latin typeface="Arial"/>
                <a:ea typeface="Arial"/>
                <a:cs typeface="Arial"/>
                <a:sym typeface="Arial"/>
              </a:rPr>
              <a:t>해당 기준 선택 + 이유 작성</a:t>
            </a:r>
            <a:endParaRPr b="0" i="0" spc="0" sz="1400" u="none" cap="none" strike="noStrike">
              <a:solidFill>
                <a:srgbClr val="000000"/>
              </a:solidFill>
              <a:latin typeface="Arial"/>
              <a:ea typeface="Arial"/>
              <a:cs typeface="Arial"/>
              <a:sym typeface="Arial"/>
            </a:endParaRPr>
          </a:p>
          <a:p>
            <a:pPr indent="0" lvl="0" marL="0" marR="0" rtl="0" algn="l">
              <a:lnSpc>
                <a:spcPct val="163013"/>
              </a:lnSpc>
              <a:spcBef>
                <a:spcPts val="0"/>
              </a:spcBef>
              <a:spcAft>
                <a:spcPts val="0"/>
              </a:spcAft>
              <a:buClr>
                <a:srgbClr val="000000"/>
              </a:buClr>
              <a:buSzPts val="1606"/>
              <a:buFont typeface="Arial"/>
              <a:buNone/>
            </a:pPr>
            <a:r>
              <a:rPr b="0" i="0" lang="en-US" spc="0" sz="1606" u="none" cap="none" strike="noStrike">
                <a:solidFill>
                  <a:srgbClr val="4A6F9B"/>
                </a:solidFill>
                <a:latin typeface="Arial"/>
                <a:ea typeface="Arial"/>
                <a:cs typeface="Arial"/>
                <a:sym typeface="Arial"/>
              </a:rPr>
              <a:t>목록 밖 번호는 코드가 제거</a:t>
            </a:r>
            <a:endParaRPr b="0" i="0" spc="0" sz="1400" u="none" cap="none" strike="noStrike">
              <a:solidFill>
                <a:srgbClr val="000000"/>
              </a:solidFill>
              <a:latin typeface="Arial"/>
              <a:ea typeface="Arial"/>
              <a:cs typeface="Arial"/>
              <a:sym typeface="Arial"/>
            </a:endParaRPr>
          </a:p>
        </p:txBody>
      </p:sp>
      <p:grpSp>
        <p:nvGrpSpPr>
          <p:cNvPr id="2189" name="Google Shape;2189;h26f5b0a23d79581a_2_75"/>
          <p:cNvGrpSpPr/>
          <p:nvPr/>
        </p:nvGrpSpPr>
        <p:grpSpPr>
          <a:xfrm>
            <a:off x="3423589" y="5293864"/>
            <a:ext cx="244761" cy="579810"/>
            <a:chOff x="0" y="0"/>
            <a:chExt cx="326348" cy="773080"/>
          </a:xfrm>
        </p:grpSpPr>
        <p:cxnSp>
          <p:nvCxnSpPr>
            <p:cNvPr id="2190" name="Google Shape;2190;h26f5b0a23d79581a_2_75"/>
            <p:cNvCxnSpPr/>
            <p:nvPr/>
          </p:nvCxnSpPr>
          <p:spPr>
            <a:xfrm rot="10800000">
              <a:off x="170939" y="301908"/>
              <a:ext cx="0" cy="471172"/>
            </a:xfrm>
            <a:prstGeom prst="straightConnector1">
              <a:avLst/>
            </a:prstGeom>
            <a:noFill/>
            <a:ln cap="flat" cmpd="sng" w="25400">
              <a:solidFill>
                <a:srgbClr val="20538B"/>
              </a:solidFill>
              <a:prstDash val="solid"/>
              <a:round/>
              <a:headEnd len="lg" w="lg" type="diamond"/>
              <a:tailEnd len="sm" w="sm" type="none"/>
            </a:ln>
          </p:spPr>
        </p:cxnSp>
        <p:grpSp>
          <p:nvGrpSpPr>
            <p:cNvPr id="2191" name="Google Shape;2191;h26f5b0a23d79581a_2_75"/>
            <p:cNvGrpSpPr/>
            <p:nvPr/>
          </p:nvGrpSpPr>
          <p:grpSpPr>
            <a:xfrm>
              <a:off x="0" y="0"/>
              <a:ext cx="326348" cy="324995"/>
              <a:chOff x="0" y="0"/>
              <a:chExt cx="986888" cy="982797"/>
            </a:xfrm>
          </p:grpSpPr>
          <p:sp>
            <p:nvSpPr>
              <p:cNvPr id="2192" name="Google Shape;2192;h26f5b0a23d79581a_2_75"/>
              <p:cNvSpPr/>
              <p:nvPr/>
            </p:nvSpPr>
            <p:spPr>
              <a:xfrm>
                <a:off x="0" y="0"/>
                <a:ext cx="986888" cy="982797"/>
              </a:xfrm>
              <a:custGeom>
                <a:rect b="b" l="l" r="r" t="t"/>
                <a:pathLst>
                  <a:path extrusionOk="0" h="982797" w="986888">
                    <a:moveTo>
                      <a:pt x="493444" y="0"/>
                    </a:moveTo>
                    <a:cubicBezTo>
                      <a:pt x="220922" y="0"/>
                      <a:pt x="0" y="220007"/>
                      <a:pt x="0" y="491398"/>
                    </a:cubicBezTo>
                    <a:cubicBezTo>
                      <a:pt x="0" y="762790"/>
                      <a:pt x="220922" y="982797"/>
                      <a:pt x="493444" y="982797"/>
                    </a:cubicBezTo>
                    <a:cubicBezTo>
                      <a:pt x="765965" y="982797"/>
                      <a:pt x="986888" y="762790"/>
                      <a:pt x="986888" y="491398"/>
                    </a:cubicBezTo>
                    <a:cubicBezTo>
                      <a:pt x="986888" y="220007"/>
                      <a:pt x="765965" y="0"/>
                      <a:pt x="493444" y="0"/>
                    </a:cubicBezTo>
                    <a:close/>
                  </a:path>
                </a:pathLst>
              </a:custGeom>
              <a:solidFill>
                <a:srgbClr val="FFFFFF"/>
              </a:solidFill>
              <a:ln cap="sq" cmpd="sng" w="19050">
                <a:solidFill>
                  <a:srgbClr val="20538B"/>
                </a:solidFill>
                <a:prstDash val="solid"/>
                <a:miter lim="8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193" name="Google Shape;2193;h26f5b0a23d79581a_2_75"/>
              <p:cNvSpPr txBox="1"/>
              <p:nvPr/>
            </p:nvSpPr>
            <p:spPr>
              <a:xfrm>
                <a:off x="92521" y="63562"/>
                <a:ext cx="801846" cy="827098"/>
              </a:xfrm>
              <a:prstGeom prst="rect">
                <a:avLst/>
              </a:prstGeom>
              <a:noFill/>
              <a:ln>
                <a:noFill/>
              </a:ln>
            </p:spPr>
            <p:txBody>
              <a:bodyPr anchorCtr="0" anchor="ctr" bIns="36500" lIns="36500" spcFirstLastPara="1" rIns="36500" wrap="square" tIns="365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pc="0" sz="1800" u="none" cap="none" strike="noStrike">
                  <a:solidFill>
                    <a:schemeClr val="dk1"/>
                  </a:solidFill>
                  <a:latin typeface="Arial"/>
                  <a:ea typeface="Arial"/>
                  <a:cs typeface="Arial"/>
                  <a:sym typeface="Arial"/>
                </a:endParaRPr>
              </a:p>
            </p:txBody>
          </p:sp>
        </p:grpSp>
        <p:grpSp>
          <p:nvGrpSpPr>
            <p:cNvPr id="2194" name="Google Shape;2194;h26f5b0a23d79581a_2_75"/>
            <p:cNvGrpSpPr/>
            <p:nvPr/>
          </p:nvGrpSpPr>
          <p:grpSpPr>
            <a:xfrm>
              <a:off x="76315" y="76315"/>
              <a:ext cx="177460" cy="176190"/>
              <a:chOff x="0" y="0"/>
              <a:chExt cx="571488" cy="567397"/>
            </a:xfrm>
          </p:grpSpPr>
          <p:sp>
            <p:nvSpPr>
              <p:cNvPr id="2195" name="Google Shape;2195;h26f5b0a23d79581a_2_75"/>
              <p:cNvSpPr/>
              <p:nvPr/>
            </p:nvSpPr>
            <p:spPr>
              <a:xfrm>
                <a:off x="0" y="0"/>
                <a:ext cx="571488" cy="567397"/>
              </a:xfrm>
              <a:custGeom>
                <a:rect b="b" l="l" r="r" t="t"/>
                <a:pathLst>
                  <a:path extrusionOk="0" h="567397" w="571488">
                    <a:moveTo>
                      <a:pt x="285744" y="0"/>
                    </a:moveTo>
                    <a:cubicBezTo>
                      <a:pt x="127932" y="0"/>
                      <a:pt x="0" y="127016"/>
                      <a:pt x="0" y="283698"/>
                    </a:cubicBezTo>
                    <a:cubicBezTo>
                      <a:pt x="0" y="440381"/>
                      <a:pt x="127932" y="567397"/>
                      <a:pt x="285744" y="567397"/>
                    </a:cubicBezTo>
                    <a:cubicBezTo>
                      <a:pt x="443556" y="567397"/>
                      <a:pt x="571488" y="440381"/>
                      <a:pt x="571488" y="283698"/>
                    </a:cubicBezTo>
                    <a:cubicBezTo>
                      <a:pt x="571488" y="127016"/>
                      <a:pt x="443556" y="0"/>
                      <a:pt x="285744" y="0"/>
                    </a:cubicBezTo>
                    <a:close/>
                  </a:path>
                </a:pathLst>
              </a:custGeom>
              <a:solidFill>
                <a:srgbClr val="20538B"/>
              </a:solidFill>
              <a:ln cap="sq" cmpd="sng" w="19050">
                <a:solidFill>
                  <a:srgbClr val="20538B"/>
                </a:solidFill>
                <a:prstDash val="solid"/>
                <a:miter lim="8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196" name="Google Shape;2196;h26f5b0a23d79581a_2_75"/>
              <p:cNvSpPr txBox="1"/>
              <p:nvPr/>
            </p:nvSpPr>
            <p:spPr>
              <a:xfrm>
                <a:off x="53577" y="24618"/>
                <a:ext cx="464334" cy="489585"/>
              </a:xfrm>
              <a:prstGeom prst="rect">
                <a:avLst/>
              </a:prstGeom>
              <a:noFill/>
              <a:ln>
                <a:noFill/>
              </a:ln>
            </p:spPr>
            <p:txBody>
              <a:bodyPr anchorCtr="0" anchor="ctr" bIns="36500" lIns="36500" spcFirstLastPara="1" rIns="36500" wrap="square" tIns="365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pc="0" sz="1800" u="none" cap="none" strike="noStrike">
                  <a:solidFill>
                    <a:schemeClr val="dk1"/>
                  </a:solidFill>
                  <a:latin typeface="Arial"/>
                  <a:ea typeface="Arial"/>
                  <a:cs typeface="Arial"/>
                  <a:sym typeface="Arial"/>
                </a:endParaRPr>
              </a:p>
            </p:txBody>
          </p:sp>
        </p:grpSp>
      </p:grpSp>
      <p:grpSp>
        <p:nvGrpSpPr>
          <p:cNvPr id="2197" name="Google Shape;2197;h26f5b0a23d79581a_2_75"/>
          <p:cNvGrpSpPr/>
          <p:nvPr/>
        </p:nvGrpSpPr>
        <p:grpSpPr>
          <a:xfrm>
            <a:off x="7155609" y="5293864"/>
            <a:ext cx="244761" cy="579810"/>
            <a:chOff x="0" y="0"/>
            <a:chExt cx="326348" cy="773080"/>
          </a:xfrm>
        </p:grpSpPr>
        <p:cxnSp>
          <p:nvCxnSpPr>
            <p:cNvPr id="2198" name="Google Shape;2198;h26f5b0a23d79581a_2_75"/>
            <p:cNvCxnSpPr/>
            <p:nvPr/>
          </p:nvCxnSpPr>
          <p:spPr>
            <a:xfrm rot="10800000">
              <a:off x="156824" y="301908"/>
              <a:ext cx="0" cy="471172"/>
            </a:xfrm>
            <a:prstGeom prst="straightConnector1">
              <a:avLst/>
            </a:prstGeom>
            <a:noFill/>
            <a:ln cap="flat" cmpd="sng" w="25400">
              <a:solidFill>
                <a:srgbClr val="20538B"/>
              </a:solidFill>
              <a:prstDash val="solid"/>
              <a:round/>
              <a:headEnd len="lg" w="lg" type="diamond"/>
              <a:tailEnd len="sm" w="sm" type="none"/>
            </a:ln>
          </p:spPr>
        </p:cxnSp>
        <p:grpSp>
          <p:nvGrpSpPr>
            <p:cNvPr id="2199" name="Google Shape;2199;h26f5b0a23d79581a_2_75"/>
            <p:cNvGrpSpPr/>
            <p:nvPr/>
          </p:nvGrpSpPr>
          <p:grpSpPr>
            <a:xfrm>
              <a:off x="0" y="0"/>
              <a:ext cx="326348" cy="324995"/>
              <a:chOff x="0" y="0"/>
              <a:chExt cx="986888" cy="982797"/>
            </a:xfrm>
          </p:grpSpPr>
          <p:sp>
            <p:nvSpPr>
              <p:cNvPr id="2200" name="Google Shape;2200;h26f5b0a23d79581a_2_75"/>
              <p:cNvSpPr/>
              <p:nvPr/>
            </p:nvSpPr>
            <p:spPr>
              <a:xfrm>
                <a:off x="0" y="0"/>
                <a:ext cx="986888" cy="982797"/>
              </a:xfrm>
              <a:custGeom>
                <a:rect b="b" l="l" r="r" t="t"/>
                <a:pathLst>
                  <a:path extrusionOk="0" h="982797" w="986888">
                    <a:moveTo>
                      <a:pt x="493444" y="0"/>
                    </a:moveTo>
                    <a:cubicBezTo>
                      <a:pt x="220922" y="0"/>
                      <a:pt x="0" y="220007"/>
                      <a:pt x="0" y="491398"/>
                    </a:cubicBezTo>
                    <a:cubicBezTo>
                      <a:pt x="0" y="762790"/>
                      <a:pt x="220922" y="982797"/>
                      <a:pt x="493444" y="982797"/>
                    </a:cubicBezTo>
                    <a:cubicBezTo>
                      <a:pt x="765965" y="982797"/>
                      <a:pt x="986888" y="762790"/>
                      <a:pt x="986888" y="491398"/>
                    </a:cubicBezTo>
                    <a:cubicBezTo>
                      <a:pt x="986888" y="220007"/>
                      <a:pt x="765965" y="0"/>
                      <a:pt x="493444" y="0"/>
                    </a:cubicBezTo>
                    <a:close/>
                  </a:path>
                </a:pathLst>
              </a:custGeom>
              <a:solidFill>
                <a:srgbClr val="FFFFFF"/>
              </a:solidFill>
              <a:ln cap="sq" cmpd="sng" w="19050">
                <a:solidFill>
                  <a:srgbClr val="20538B"/>
                </a:solidFill>
                <a:prstDash val="solid"/>
                <a:miter lim="8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201" name="Google Shape;2201;h26f5b0a23d79581a_2_75"/>
              <p:cNvSpPr txBox="1"/>
              <p:nvPr/>
            </p:nvSpPr>
            <p:spPr>
              <a:xfrm>
                <a:off x="92521" y="63562"/>
                <a:ext cx="801846" cy="827098"/>
              </a:xfrm>
              <a:prstGeom prst="rect">
                <a:avLst/>
              </a:prstGeom>
              <a:noFill/>
              <a:ln>
                <a:noFill/>
              </a:ln>
            </p:spPr>
            <p:txBody>
              <a:bodyPr anchorCtr="0" anchor="ctr" bIns="36500" lIns="36500" spcFirstLastPara="1" rIns="36500" wrap="square" tIns="365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pc="0" sz="1800" u="none" cap="none" strike="noStrike">
                  <a:solidFill>
                    <a:schemeClr val="dk1"/>
                  </a:solidFill>
                  <a:latin typeface="Arial"/>
                  <a:ea typeface="Arial"/>
                  <a:cs typeface="Arial"/>
                  <a:sym typeface="Arial"/>
                </a:endParaRPr>
              </a:p>
            </p:txBody>
          </p:sp>
        </p:grpSp>
        <p:grpSp>
          <p:nvGrpSpPr>
            <p:cNvPr id="2202" name="Google Shape;2202;h26f5b0a23d79581a_2_75"/>
            <p:cNvGrpSpPr/>
            <p:nvPr/>
          </p:nvGrpSpPr>
          <p:grpSpPr>
            <a:xfrm>
              <a:off x="76315" y="76315"/>
              <a:ext cx="177460" cy="176190"/>
              <a:chOff x="0" y="0"/>
              <a:chExt cx="571488" cy="567397"/>
            </a:xfrm>
          </p:grpSpPr>
          <p:sp>
            <p:nvSpPr>
              <p:cNvPr id="2203" name="Google Shape;2203;h26f5b0a23d79581a_2_75"/>
              <p:cNvSpPr/>
              <p:nvPr/>
            </p:nvSpPr>
            <p:spPr>
              <a:xfrm>
                <a:off x="0" y="0"/>
                <a:ext cx="571488" cy="567397"/>
              </a:xfrm>
              <a:custGeom>
                <a:rect b="b" l="l" r="r" t="t"/>
                <a:pathLst>
                  <a:path extrusionOk="0" h="567397" w="571488">
                    <a:moveTo>
                      <a:pt x="285744" y="0"/>
                    </a:moveTo>
                    <a:cubicBezTo>
                      <a:pt x="127932" y="0"/>
                      <a:pt x="0" y="127016"/>
                      <a:pt x="0" y="283698"/>
                    </a:cubicBezTo>
                    <a:cubicBezTo>
                      <a:pt x="0" y="440381"/>
                      <a:pt x="127932" y="567397"/>
                      <a:pt x="285744" y="567397"/>
                    </a:cubicBezTo>
                    <a:cubicBezTo>
                      <a:pt x="443556" y="567397"/>
                      <a:pt x="571488" y="440381"/>
                      <a:pt x="571488" y="283698"/>
                    </a:cubicBezTo>
                    <a:cubicBezTo>
                      <a:pt x="571488" y="127016"/>
                      <a:pt x="443556" y="0"/>
                      <a:pt x="285744" y="0"/>
                    </a:cubicBezTo>
                    <a:close/>
                  </a:path>
                </a:pathLst>
              </a:custGeom>
              <a:solidFill>
                <a:srgbClr val="20538B"/>
              </a:solidFill>
              <a:ln cap="sq" cmpd="sng" w="19050">
                <a:solidFill>
                  <a:srgbClr val="20538B"/>
                </a:solidFill>
                <a:prstDash val="solid"/>
                <a:miter lim="8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204" name="Google Shape;2204;h26f5b0a23d79581a_2_75"/>
              <p:cNvSpPr txBox="1"/>
              <p:nvPr/>
            </p:nvSpPr>
            <p:spPr>
              <a:xfrm>
                <a:off x="53577" y="24618"/>
                <a:ext cx="464334" cy="489585"/>
              </a:xfrm>
              <a:prstGeom prst="rect">
                <a:avLst/>
              </a:prstGeom>
              <a:noFill/>
              <a:ln>
                <a:noFill/>
              </a:ln>
            </p:spPr>
            <p:txBody>
              <a:bodyPr anchorCtr="0" anchor="ctr" bIns="36500" lIns="36500" spcFirstLastPara="1" rIns="36500" wrap="square" tIns="365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pc="0" sz="1800" u="none" cap="none" strike="noStrike">
                  <a:solidFill>
                    <a:schemeClr val="dk1"/>
                  </a:solidFill>
                  <a:latin typeface="Arial"/>
                  <a:ea typeface="Arial"/>
                  <a:cs typeface="Arial"/>
                  <a:sym typeface="Arial"/>
                </a:endParaRPr>
              </a:p>
            </p:txBody>
          </p:sp>
        </p:grpSp>
      </p:grpSp>
      <p:grpSp>
        <p:nvGrpSpPr>
          <p:cNvPr id="2205" name="Google Shape;2205;h26f5b0a23d79581a_2_75"/>
          <p:cNvGrpSpPr/>
          <p:nvPr/>
        </p:nvGrpSpPr>
        <p:grpSpPr>
          <a:xfrm>
            <a:off x="10887630" y="5293864"/>
            <a:ext cx="244761" cy="579810"/>
            <a:chOff x="0" y="0"/>
            <a:chExt cx="326348" cy="773080"/>
          </a:xfrm>
        </p:grpSpPr>
        <p:cxnSp>
          <p:nvCxnSpPr>
            <p:cNvPr id="2206" name="Google Shape;2206;h26f5b0a23d79581a_2_75"/>
            <p:cNvCxnSpPr/>
            <p:nvPr/>
          </p:nvCxnSpPr>
          <p:spPr>
            <a:xfrm rot="10800000">
              <a:off x="170939" y="301908"/>
              <a:ext cx="0" cy="471172"/>
            </a:xfrm>
            <a:prstGeom prst="straightConnector1">
              <a:avLst/>
            </a:prstGeom>
            <a:noFill/>
            <a:ln cap="flat" cmpd="sng" w="25400">
              <a:solidFill>
                <a:srgbClr val="20538B"/>
              </a:solidFill>
              <a:prstDash val="solid"/>
              <a:round/>
              <a:headEnd len="lg" w="lg" type="diamond"/>
              <a:tailEnd len="sm" w="sm" type="none"/>
            </a:ln>
          </p:spPr>
        </p:cxnSp>
        <p:grpSp>
          <p:nvGrpSpPr>
            <p:cNvPr id="2207" name="Google Shape;2207;h26f5b0a23d79581a_2_75"/>
            <p:cNvGrpSpPr/>
            <p:nvPr/>
          </p:nvGrpSpPr>
          <p:grpSpPr>
            <a:xfrm>
              <a:off x="0" y="0"/>
              <a:ext cx="326348" cy="324995"/>
              <a:chOff x="0" y="0"/>
              <a:chExt cx="986888" cy="982797"/>
            </a:xfrm>
          </p:grpSpPr>
          <p:sp>
            <p:nvSpPr>
              <p:cNvPr id="2208" name="Google Shape;2208;h26f5b0a23d79581a_2_75"/>
              <p:cNvSpPr/>
              <p:nvPr/>
            </p:nvSpPr>
            <p:spPr>
              <a:xfrm>
                <a:off x="0" y="0"/>
                <a:ext cx="986888" cy="982797"/>
              </a:xfrm>
              <a:custGeom>
                <a:rect b="b" l="l" r="r" t="t"/>
                <a:pathLst>
                  <a:path extrusionOk="0" h="982797" w="986888">
                    <a:moveTo>
                      <a:pt x="493444" y="0"/>
                    </a:moveTo>
                    <a:cubicBezTo>
                      <a:pt x="220922" y="0"/>
                      <a:pt x="0" y="220007"/>
                      <a:pt x="0" y="491398"/>
                    </a:cubicBezTo>
                    <a:cubicBezTo>
                      <a:pt x="0" y="762790"/>
                      <a:pt x="220922" y="982797"/>
                      <a:pt x="493444" y="982797"/>
                    </a:cubicBezTo>
                    <a:cubicBezTo>
                      <a:pt x="765965" y="982797"/>
                      <a:pt x="986888" y="762790"/>
                      <a:pt x="986888" y="491398"/>
                    </a:cubicBezTo>
                    <a:cubicBezTo>
                      <a:pt x="986888" y="220007"/>
                      <a:pt x="765965" y="0"/>
                      <a:pt x="493444" y="0"/>
                    </a:cubicBezTo>
                    <a:close/>
                  </a:path>
                </a:pathLst>
              </a:custGeom>
              <a:solidFill>
                <a:srgbClr val="FFFFFF"/>
              </a:solidFill>
              <a:ln cap="sq" cmpd="sng" w="19050">
                <a:solidFill>
                  <a:srgbClr val="20538B"/>
                </a:solidFill>
                <a:prstDash val="solid"/>
                <a:miter lim="8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209" name="Google Shape;2209;h26f5b0a23d79581a_2_75"/>
              <p:cNvSpPr txBox="1"/>
              <p:nvPr/>
            </p:nvSpPr>
            <p:spPr>
              <a:xfrm>
                <a:off x="92521" y="63562"/>
                <a:ext cx="801846" cy="827098"/>
              </a:xfrm>
              <a:prstGeom prst="rect">
                <a:avLst/>
              </a:prstGeom>
              <a:noFill/>
              <a:ln>
                <a:noFill/>
              </a:ln>
            </p:spPr>
            <p:txBody>
              <a:bodyPr anchorCtr="0" anchor="ctr" bIns="36500" lIns="36500" spcFirstLastPara="1" rIns="36500" wrap="square" tIns="365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pc="0" sz="1800" u="none" cap="none" strike="noStrike">
                  <a:solidFill>
                    <a:schemeClr val="dk1"/>
                  </a:solidFill>
                  <a:latin typeface="Arial"/>
                  <a:ea typeface="Arial"/>
                  <a:cs typeface="Arial"/>
                  <a:sym typeface="Arial"/>
                </a:endParaRPr>
              </a:p>
            </p:txBody>
          </p:sp>
        </p:grpSp>
        <p:grpSp>
          <p:nvGrpSpPr>
            <p:cNvPr id="2210" name="Google Shape;2210;h26f5b0a23d79581a_2_75"/>
            <p:cNvGrpSpPr/>
            <p:nvPr/>
          </p:nvGrpSpPr>
          <p:grpSpPr>
            <a:xfrm>
              <a:off x="76315" y="76315"/>
              <a:ext cx="177460" cy="176190"/>
              <a:chOff x="0" y="0"/>
              <a:chExt cx="571488" cy="567397"/>
            </a:xfrm>
          </p:grpSpPr>
          <p:sp>
            <p:nvSpPr>
              <p:cNvPr id="2211" name="Google Shape;2211;h26f5b0a23d79581a_2_75"/>
              <p:cNvSpPr/>
              <p:nvPr/>
            </p:nvSpPr>
            <p:spPr>
              <a:xfrm>
                <a:off x="0" y="0"/>
                <a:ext cx="571488" cy="567397"/>
              </a:xfrm>
              <a:custGeom>
                <a:rect b="b" l="l" r="r" t="t"/>
                <a:pathLst>
                  <a:path extrusionOk="0" h="567397" w="571488">
                    <a:moveTo>
                      <a:pt x="285744" y="0"/>
                    </a:moveTo>
                    <a:cubicBezTo>
                      <a:pt x="127932" y="0"/>
                      <a:pt x="0" y="127016"/>
                      <a:pt x="0" y="283698"/>
                    </a:cubicBezTo>
                    <a:cubicBezTo>
                      <a:pt x="0" y="440381"/>
                      <a:pt x="127932" y="567397"/>
                      <a:pt x="285744" y="567397"/>
                    </a:cubicBezTo>
                    <a:cubicBezTo>
                      <a:pt x="443556" y="567397"/>
                      <a:pt x="571488" y="440381"/>
                      <a:pt x="571488" y="283698"/>
                    </a:cubicBezTo>
                    <a:cubicBezTo>
                      <a:pt x="571488" y="127016"/>
                      <a:pt x="443556" y="0"/>
                      <a:pt x="285744" y="0"/>
                    </a:cubicBezTo>
                    <a:close/>
                  </a:path>
                </a:pathLst>
              </a:custGeom>
              <a:solidFill>
                <a:srgbClr val="20538B"/>
              </a:solidFill>
              <a:ln cap="sq" cmpd="sng" w="19050">
                <a:solidFill>
                  <a:srgbClr val="20538B"/>
                </a:solidFill>
                <a:prstDash val="solid"/>
                <a:miter lim="8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212" name="Google Shape;2212;h26f5b0a23d79581a_2_75"/>
              <p:cNvSpPr txBox="1"/>
              <p:nvPr/>
            </p:nvSpPr>
            <p:spPr>
              <a:xfrm>
                <a:off x="53577" y="24618"/>
                <a:ext cx="464334" cy="489585"/>
              </a:xfrm>
              <a:prstGeom prst="rect">
                <a:avLst/>
              </a:prstGeom>
              <a:noFill/>
              <a:ln>
                <a:noFill/>
              </a:ln>
            </p:spPr>
            <p:txBody>
              <a:bodyPr anchorCtr="0" anchor="ctr" bIns="36500" lIns="36500" spcFirstLastPara="1" rIns="36500" wrap="square" tIns="365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pc="0" sz="1800" u="none" cap="none" strike="noStrike">
                  <a:solidFill>
                    <a:schemeClr val="dk1"/>
                  </a:solidFill>
                  <a:latin typeface="Arial"/>
                  <a:ea typeface="Arial"/>
                  <a:cs typeface="Arial"/>
                  <a:sym typeface="Arial"/>
                </a:endParaRPr>
              </a:p>
            </p:txBody>
          </p:sp>
        </p:grpSp>
      </p:grpSp>
      <p:grpSp>
        <p:nvGrpSpPr>
          <p:cNvPr id="2213" name="Google Shape;2213;h26f5b0a23d79581a_2_75"/>
          <p:cNvGrpSpPr/>
          <p:nvPr/>
        </p:nvGrpSpPr>
        <p:grpSpPr>
          <a:xfrm>
            <a:off x="14619650" y="5293864"/>
            <a:ext cx="244761" cy="579810"/>
            <a:chOff x="0" y="0"/>
            <a:chExt cx="326348" cy="773080"/>
          </a:xfrm>
        </p:grpSpPr>
        <p:cxnSp>
          <p:nvCxnSpPr>
            <p:cNvPr id="2214" name="Google Shape;2214;h26f5b0a23d79581a_2_75"/>
            <p:cNvCxnSpPr/>
            <p:nvPr/>
          </p:nvCxnSpPr>
          <p:spPr>
            <a:xfrm rot="10800000">
              <a:off x="170939" y="301908"/>
              <a:ext cx="0" cy="471172"/>
            </a:xfrm>
            <a:prstGeom prst="straightConnector1">
              <a:avLst/>
            </a:prstGeom>
            <a:noFill/>
            <a:ln cap="flat" cmpd="sng" w="25400">
              <a:solidFill>
                <a:srgbClr val="20538B"/>
              </a:solidFill>
              <a:prstDash val="solid"/>
              <a:round/>
              <a:headEnd len="lg" w="lg" type="diamond"/>
              <a:tailEnd len="sm" w="sm" type="none"/>
            </a:ln>
          </p:spPr>
        </p:cxnSp>
        <p:grpSp>
          <p:nvGrpSpPr>
            <p:cNvPr id="2215" name="Google Shape;2215;h26f5b0a23d79581a_2_75"/>
            <p:cNvGrpSpPr/>
            <p:nvPr/>
          </p:nvGrpSpPr>
          <p:grpSpPr>
            <a:xfrm>
              <a:off x="0" y="0"/>
              <a:ext cx="326348" cy="324995"/>
              <a:chOff x="0" y="0"/>
              <a:chExt cx="986888" cy="982797"/>
            </a:xfrm>
          </p:grpSpPr>
          <p:sp>
            <p:nvSpPr>
              <p:cNvPr id="2216" name="Google Shape;2216;h26f5b0a23d79581a_2_75"/>
              <p:cNvSpPr/>
              <p:nvPr/>
            </p:nvSpPr>
            <p:spPr>
              <a:xfrm>
                <a:off x="0" y="0"/>
                <a:ext cx="986888" cy="982797"/>
              </a:xfrm>
              <a:custGeom>
                <a:rect b="b" l="l" r="r" t="t"/>
                <a:pathLst>
                  <a:path extrusionOk="0" h="982797" w="986888">
                    <a:moveTo>
                      <a:pt x="493444" y="0"/>
                    </a:moveTo>
                    <a:cubicBezTo>
                      <a:pt x="220922" y="0"/>
                      <a:pt x="0" y="220007"/>
                      <a:pt x="0" y="491398"/>
                    </a:cubicBezTo>
                    <a:cubicBezTo>
                      <a:pt x="0" y="762790"/>
                      <a:pt x="220922" y="982797"/>
                      <a:pt x="493444" y="982797"/>
                    </a:cubicBezTo>
                    <a:cubicBezTo>
                      <a:pt x="765965" y="982797"/>
                      <a:pt x="986888" y="762790"/>
                      <a:pt x="986888" y="491398"/>
                    </a:cubicBezTo>
                    <a:cubicBezTo>
                      <a:pt x="986888" y="220007"/>
                      <a:pt x="765965" y="0"/>
                      <a:pt x="493444" y="0"/>
                    </a:cubicBezTo>
                    <a:close/>
                  </a:path>
                </a:pathLst>
              </a:custGeom>
              <a:solidFill>
                <a:srgbClr val="FFFFFF"/>
              </a:solidFill>
              <a:ln cap="sq" cmpd="sng" w="19050">
                <a:solidFill>
                  <a:srgbClr val="20538B"/>
                </a:solidFill>
                <a:prstDash val="solid"/>
                <a:miter lim="8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217" name="Google Shape;2217;h26f5b0a23d79581a_2_75"/>
              <p:cNvSpPr txBox="1"/>
              <p:nvPr/>
            </p:nvSpPr>
            <p:spPr>
              <a:xfrm>
                <a:off x="92521" y="63562"/>
                <a:ext cx="801846" cy="827098"/>
              </a:xfrm>
              <a:prstGeom prst="rect">
                <a:avLst/>
              </a:prstGeom>
              <a:noFill/>
              <a:ln>
                <a:noFill/>
              </a:ln>
            </p:spPr>
            <p:txBody>
              <a:bodyPr anchorCtr="0" anchor="ctr" bIns="36500" lIns="36500" spcFirstLastPara="1" rIns="36500" wrap="square" tIns="365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pc="0" sz="1800" u="none" cap="none" strike="noStrike">
                  <a:solidFill>
                    <a:schemeClr val="dk1"/>
                  </a:solidFill>
                  <a:latin typeface="Arial"/>
                  <a:ea typeface="Arial"/>
                  <a:cs typeface="Arial"/>
                  <a:sym typeface="Arial"/>
                </a:endParaRPr>
              </a:p>
            </p:txBody>
          </p:sp>
        </p:grpSp>
        <p:grpSp>
          <p:nvGrpSpPr>
            <p:cNvPr id="2218" name="Google Shape;2218;h26f5b0a23d79581a_2_75"/>
            <p:cNvGrpSpPr/>
            <p:nvPr/>
          </p:nvGrpSpPr>
          <p:grpSpPr>
            <a:xfrm>
              <a:off x="76315" y="76315"/>
              <a:ext cx="177460" cy="176190"/>
              <a:chOff x="0" y="0"/>
              <a:chExt cx="571488" cy="567397"/>
            </a:xfrm>
          </p:grpSpPr>
          <p:sp>
            <p:nvSpPr>
              <p:cNvPr id="2219" name="Google Shape;2219;h26f5b0a23d79581a_2_75"/>
              <p:cNvSpPr/>
              <p:nvPr/>
            </p:nvSpPr>
            <p:spPr>
              <a:xfrm>
                <a:off x="0" y="0"/>
                <a:ext cx="571488" cy="567397"/>
              </a:xfrm>
              <a:custGeom>
                <a:rect b="b" l="l" r="r" t="t"/>
                <a:pathLst>
                  <a:path extrusionOk="0" h="567397" w="571488">
                    <a:moveTo>
                      <a:pt x="285744" y="0"/>
                    </a:moveTo>
                    <a:cubicBezTo>
                      <a:pt x="127932" y="0"/>
                      <a:pt x="0" y="127016"/>
                      <a:pt x="0" y="283698"/>
                    </a:cubicBezTo>
                    <a:cubicBezTo>
                      <a:pt x="0" y="440381"/>
                      <a:pt x="127932" y="567397"/>
                      <a:pt x="285744" y="567397"/>
                    </a:cubicBezTo>
                    <a:cubicBezTo>
                      <a:pt x="443556" y="567397"/>
                      <a:pt x="571488" y="440381"/>
                      <a:pt x="571488" y="283698"/>
                    </a:cubicBezTo>
                    <a:cubicBezTo>
                      <a:pt x="571488" y="127016"/>
                      <a:pt x="443556" y="0"/>
                      <a:pt x="285744" y="0"/>
                    </a:cubicBezTo>
                    <a:close/>
                  </a:path>
                </a:pathLst>
              </a:custGeom>
              <a:solidFill>
                <a:srgbClr val="20538B"/>
              </a:solidFill>
              <a:ln cap="sq" cmpd="sng" w="19050">
                <a:solidFill>
                  <a:srgbClr val="20538B"/>
                </a:solidFill>
                <a:prstDash val="solid"/>
                <a:miter lim="8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220" name="Google Shape;2220;h26f5b0a23d79581a_2_75"/>
              <p:cNvSpPr txBox="1"/>
              <p:nvPr/>
            </p:nvSpPr>
            <p:spPr>
              <a:xfrm>
                <a:off x="53577" y="24618"/>
                <a:ext cx="464334" cy="489585"/>
              </a:xfrm>
              <a:prstGeom prst="rect">
                <a:avLst/>
              </a:prstGeom>
              <a:noFill/>
              <a:ln>
                <a:noFill/>
              </a:ln>
            </p:spPr>
            <p:txBody>
              <a:bodyPr anchorCtr="0" anchor="ctr" bIns="36500" lIns="36500" spcFirstLastPara="1" rIns="36500" wrap="square" tIns="365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pc="0" sz="1800" u="none" cap="none" strike="noStrike">
                  <a:solidFill>
                    <a:schemeClr val="dk1"/>
                  </a:solidFill>
                  <a:latin typeface="Arial"/>
                  <a:ea typeface="Arial"/>
                  <a:cs typeface="Arial"/>
                  <a:sym typeface="Arial"/>
                </a:endParaRPr>
              </a:p>
            </p:txBody>
          </p:sp>
        </p:grpSp>
      </p:grpSp>
      <p:sp>
        <p:nvSpPr>
          <p:cNvPr id="2221" name="Google Shape;2221;h26f5b0a23d79581a_2_75"/>
          <p:cNvSpPr txBox="1"/>
          <p:nvPr/>
        </p:nvSpPr>
        <p:spPr>
          <a:xfrm>
            <a:off x="6802179" y="4028257"/>
            <a:ext cx="1047486" cy="309245"/>
          </a:xfrm>
          <a:prstGeom prst="rect">
            <a:avLst/>
          </a:prstGeom>
          <a:noFill/>
          <a:ln>
            <a:noFill/>
          </a:ln>
        </p:spPr>
        <p:txBody>
          <a:bodyPr anchorCtr="0" anchor="t" bIns="0" lIns="0" spcFirstLastPara="1" rIns="0" wrap="square" tIns="0">
            <a:spAutoFit/>
          </a:bodyPr>
          <a:lstStyle/>
          <a:p>
            <a:pPr indent="0" lvl="0" marL="0" marR="0" rtl="0" algn="ctr">
              <a:lnSpc>
                <a:spcPct val="140023"/>
              </a:lnSpc>
              <a:spcBef>
                <a:spcPts val="0"/>
              </a:spcBef>
              <a:spcAft>
                <a:spcPts val="0"/>
              </a:spcAft>
              <a:buClr>
                <a:srgbClr val="000000"/>
              </a:buClr>
              <a:buSzPts val="1699"/>
              <a:buFont typeface="Arial"/>
              <a:buNone/>
            </a:pPr>
            <a:r>
              <a:rPr b="0" i="0" lang="en-US" spc="0" sz="1699" u="none" cap="none" strike="noStrike">
                <a:solidFill>
                  <a:srgbClr val="20538B"/>
                </a:solidFill>
                <a:latin typeface="Arial"/>
                <a:ea typeface="Arial"/>
                <a:cs typeface="Arial"/>
                <a:sym typeface="Arial"/>
              </a:rPr>
              <a:t>STEP 02</a:t>
            </a:r>
            <a:endParaRPr b="0" i="0" spc="0" sz="1400" u="none" cap="none" strike="noStrike">
              <a:solidFill>
                <a:srgbClr val="000000"/>
              </a:solidFill>
              <a:latin typeface="Arial"/>
              <a:ea typeface="Arial"/>
              <a:cs typeface="Arial"/>
              <a:sym typeface="Arial"/>
            </a:endParaRPr>
          </a:p>
        </p:txBody>
      </p:sp>
      <p:sp>
        <p:nvSpPr>
          <p:cNvPr id="2222" name="Google Shape;2222;h26f5b0a23d79581a_2_75"/>
          <p:cNvSpPr txBox="1"/>
          <p:nvPr/>
        </p:nvSpPr>
        <p:spPr>
          <a:xfrm>
            <a:off x="9209777" y="4577728"/>
            <a:ext cx="3544641" cy="46482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Clr>
                <a:srgbClr val="000000"/>
              </a:buClr>
              <a:buSzPts val="2699"/>
              <a:buFont typeface="Arial"/>
              <a:buNone/>
            </a:pPr>
            <a:r>
              <a:rPr b="1" i="0" lang="en-US" spc="0" sz="2699" u="none" cap="none" strike="noStrike">
                <a:solidFill>
                  <a:srgbClr val="20538B"/>
                </a:solidFill>
                <a:latin typeface="Arial"/>
                <a:ea typeface="Arial"/>
                <a:cs typeface="Arial"/>
                <a:sym typeface="Arial"/>
              </a:rPr>
              <a:t>조문 매핑 (규칙)</a:t>
            </a:r>
            <a:endParaRPr b="0" i="0" spc="0" sz="1400" u="none" cap="none" strike="noStrike">
              <a:solidFill>
                <a:srgbClr val="000000"/>
              </a:solidFill>
              <a:latin typeface="Arial"/>
              <a:ea typeface="Arial"/>
              <a:cs typeface="Arial"/>
              <a:sym typeface="Arial"/>
            </a:endParaRPr>
          </a:p>
        </p:txBody>
      </p:sp>
      <p:sp>
        <p:nvSpPr>
          <p:cNvPr id="2223" name="Google Shape;2223;h26f5b0a23d79581a_2_75"/>
          <p:cNvSpPr txBox="1"/>
          <p:nvPr/>
        </p:nvSpPr>
        <p:spPr>
          <a:xfrm>
            <a:off x="10510233" y="4028257"/>
            <a:ext cx="1047486" cy="309245"/>
          </a:xfrm>
          <a:prstGeom prst="rect">
            <a:avLst/>
          </a:prstGeom>
          <a:noFill/>
          <a:ln>
            <a:noFill/>
          </a:ln>
        </p:spPr>
        <p:txBody>
          <a:bodyPr anchorCtr="0" anchor="t" bIns="0" lIns="0" spcFirstLastPara="1" rIns="0" wrap="square" tIns="0">
            <a:spAutoFit/>
          </a:bodyPr>
          <a:lstStyle/>
          <a:p>
            <a:pPr indent="0" lvl="0" marL="0" marR="0" rtl="0" algn="ctr">
              <a:lnSpc>
                <a:spcPct val="140023"/>
              </a:lnSpc>
              <a:spcBef>
                <a:spcPts val="0"/>
              </a:spcBef>
              <a:spcAft>
                <a:spcPts val="0"/>
              </a:spcAft>
              <a:buClr>
                <a:srgbClr val="000000"/>
              </a:buClr>
              <a:buSzPts val="1699"/>
              <a:buFont typeface="Arial"/>
              <a:buNone/>
            </a:pPr>
            <a:r>
              <a:rPr b="0" i="0" lang="en-US" spc="0" sz="1699" u="none" cap="none" strike="noStrike">
                <a:solidFill>
                  <a:srgbClr val="20538B"/>
                </a:solidFill>
                <a:latin typeface="Arial"/>
                <a:ea typeface="Arial"/>
                <a:cs typeface="Arial"/>
                <a:sym typeface="Arial"/>
              </a:rPr>
              <a:t>STEP 03</a:t>
            </a:r>
            <a:endParaRPr b="0" i="0" spc="0" sz="1400" u="none" cap="none" strike="noStrike">
              <a:solidFill>
                <a:srgbClr val="000000"/>
              </a:solidFill>
              <a:latin typeface="Arial"/>
              <a:ea typeface="Arial"/>
              <a:cs typeface="Arial"/>
              <a:sym typeface="Arial"/>
            </a:endParaRPr>
          </a:p>
        </p:txBody>
      </p:sp>
      <p:sp>
        <p:nvSpPr>
          <p:cNvPr id="2224" name="Google Shape;2224;h26f5b0a23d79581a_2_75"/>
          <p:cNvSpPr txBox="1"/>
          <p:nvPr/>
        </p:nvSpPr>
        <p:spPr>
          <a:xfrm>
            <a:off x="12969710" y="4577728"/>
            <a:ext cx="3544641" cy="46482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Clr>
                <a:srgbClr val="000000"/>
              </a:buClr>
              <a:buSzPts val="2699"/>
              <a:buFont typeface="Arial"/>
              <a:buNone/>
            </a:pPr>
            <a:r>
              <a:rPr b="1" i="0" lang="en-US" spc="0" sz="2699" u="none" cap="none" strike="noStrike">
                <a:solidFill>
                  <a:srgbClr val="20538B"/>
                </a:solidFill>
                <a:latin typeface="Arial"/>
                <a:ea typeface="Arial"/>
                <a:cs typeface="Arial"/>
                <a:sym typeface="Arial"/>
              </a:rPr>
              <a:t>항 선택·검증</a:t>
            </a:r>
            <a:endParaRPr b="0" i="0" spc="0" sz="1400" u="none" cap="none" strike="noStrike">
              <a:solidFill>
                <a:srgbClr val="000000"/>
              </a:solidFill>
              <a:latin typeface="Arial"/>
              <a:ea typeface="Arial"/>
              <a:cs typeface="Arial"/>
              <a:sym typeface="Arial"/>
            </a:endParaRPr>
          </a:p>
        </p:txBody>
      </p:sp>
      <p:sp>
        <p:nvSpPr>
          <p:cNvPr id="2225" name="Google Shape;2225;h26f5b0a23d79581a_2_75"/>
          <p:cNvSpPr txBox="1"/>
          <p:nvPr/>
        </p:nvSpPr>
        <p:spPr>
          <a:xfrm>
            <a:off x="14218287" y="4028257"/>
            <a:ext cx="1047486" cy="309245"/>
          </a:xfrm>
          <a:prstGeom prst="rect">
            <a:avLst/>
          </a:prstGeom>
          <a:noFill/>
          <a:ln>
            <a:noFill/>
          </a:ln>
        </p:spPr>
        <p:txBody>
          <a:bodyPr anchorCtr="0" anchor="t" bIns="0" lIns="0" spcFirstLastPara="1" rIns="0" wrap="square" tIns="0">
            <a:spAutoFit/>
          </a:bodyPr>
          <a:lstStyle/>
          <a:p>
            <a:pPr indent="0" lvl="0" marL="0" marR="0" rtl="0" algn="ctr">
              <a:lnSpc>
                <a:spcPct val="140023"/>
              </a:lnSpc>
              <a:spcBef>
                <a:spcPts val="0"/>
              </a:spcBef>
              <a:spcAft>
                <a:spcPts val="0"/>
              </a:spcAft>
              <a:buClr>
                <a:srgbClr val="000000"/>
              </a:buClr>
              <a:buSzPts val="1699"/>
              <a:buFont typeface="Arial"/>
              <a:buNone/>
            </a:pPr>
            <a:r>
              <a:rPr b="0" i="0" lang="en-US" spc="0" sz="1699" u="none" cap="none" strike="noStrike">
                <a:solidFill>
                  <a:srgbClr val="20538B"/>
                </a:solidFill>
                <a:latin typeface="Arial"/>
                <a:ea typeface="Arial"/>
                <a:cs typeface="Arial"/>
                <a:sym typeface="Arial"/>
              </a:rPr>
              <a:t>STEP 04</a:t>
            </a:r>
            <a:endParaRPr b="0" i="0" spc="0" sz="1400" u="none" cap="none" strike="noStrike">
              <a:solidFill>
                <a:srgbClr val="000000"/>
              </a:solidFill>
              <a:latin typeface="Arial"/>
              <a:ea typeface="Arial"/>
              <a:cs typeface="Arial"/>
              <a:sym typeface="Arial"/>
            </a:endParaRPr>
          </a:p>
        </p:txBody>
      </p:sp>
      <p:sp>
        <p:nvSpPr>
          <p:cNvPr id="2226" name="Google Shape;2226;h26f5b0a23d79581a_2_75"/>
          <p:cNvSpPr txBox="1"/>
          <p:nvPr/>
        </p:nvSpPr>
        <p:spPr>
          <a:xfrm>
            <a:off x="9507933" y="6034346"/>
            <a:ext cx="3159676" cy="1238250"/>
          </a:xfrm>
          <a:prstGeom prst="rect">
            <a:avLst/>
          </a:prstGeom>
          <a:noFill/>
          <a:ln>
            <a:noFill/>
          </a:ln>
        </p:spPr>
        <p:txBody>
          <a:bodyPr anchorCtr="0" anchor="t" bIns="0" lIns="0" spcFirstLastPara="1" rIns="0" wrap="square" tIns="0">
            <a:spAutoFit/>
          </a:bodyPr>
          <a:lstStyle/>
          <a:p>
            <a:pPr indent="0" lvl="0" marL="0" marR="0" rtl="0" algn="l">
              <a:lnSpc>
                <a:spcPct val="163013"/>
              </a:lnSpc>
              <a:spcBef>
                <a:spcPts val="0"/>
              </a:spcBef>
              <a:spcAft>
                <a:spcPts val="0"/>
              </a:spcAft>
              <a:buClr>
                <a:srgbClr val="000000"/>
              </a:buClr>
              <a:buSzPts val="1606"/>
              <a:buFont typeface="Arial"/>
              <a:buNone/>
            </a:pPr>
            <a:r>
              <a:rPr b="0" i="0" lang="en-US" spc="0" sz="1606" u="none" cap="none" strike="noStrike">
                <a:solidFill>
                  <a:srgbClr val="4A6F9B"/>
                </a:solidFill>
                <a:latin typeface="Arial"/>
                <a:ea typeface="Arial"/>
                <a:cs typeface="Arial"/>
                <a:sym typeface="Arial"/>
              </a:rPr>
              <a:t>선택된 기준의 [관련 법규] 조문을</a:t>
            </a:r>
            <a:endParaRPr b="0" i="0" spc="0" sz="1400" u="none" cap="none" strike="noStrike">
              <a:solidFill>
                <a:srgbClr val="000000"/>
              </a:solidFill>
              <a:latin typeface="Arial"/>
              <a:ea typeface="Arial"/>
              <a:cs typeface="Arial"/>
              <a:sym typeface="Arial"/>
            </a:endParaRPr>
          </a:p>
          <a:p>
            <a:pPr indent="0" lvl="0" marL="0" marR="0" rtl="0" algn="l">
              <a:lnSpc>
                <a:spcPct val="163013"/>
              </a:lnSpc>
              <a:spcBef>
                <a:spcPts val="0"/>
              </a:spcBef>
              <a:spcAft>
                <a:spcPts val="0"/>
              </a:spcAft>
              <a:buClr>
                <a:srgbClr val="000000"/>
              </a:buClr>
              <a:buSzPts val="1606"/>
              <a:buFont typeface="Arial"/>
              <a:buNone/>
            </a:pPr>
            <a:r>
              <a:rPr b="0" i="0" lang="en-US" spc="0" sz="1606" u="none" cap="none" strike="noStrike">
                <a:solidFill>
                  <a:srgbClr val="4A6F9B"/>
                </a:solidFill>
                <a:latin typeface="Arial"/>
                <a:ea typeface="Arial"/>
                <a:cs typeface="Arial"/>
                <a:sym typeface="Arial"/>
              </a:rPr>
              <a:t>법령 txt에서 원문째 복사</a:t>
            </a:r>
            <a:endParaRPr b="0" i="0" spc="0" sz="1400" u="none" cap="none" strike="noStrike">
              <a:solidFill>
                <a:srgbClr val="000000"/>
              </a:solidFill>
              <a:latin typeface="Arial"/>
              <a:ea typeface="Arial"/>
              <a:cs typeface="Arial"/>
              <a:sym typeface="Arial"/>
            </a:endParaRPr>
          </a:p>
          <a:p>
            <a:pPr indent="0" lvl="0" marL="0" marR="0" rtl="0" algn="l">
              <a:lnSpc>
                <a:spcPct val="163013"/>
              </a:lnSpc>
              <a:spcBef>
                <a:spcPts val="0"/>
              </a:spcBef>
              <a:spcAft>
                <a:spcPts val="0"/>
              </a:spcAft>
              <a:buClr>
                <a:srgbClr val="000000"/>
              </a:buClr>
              <a:buSzPts val="1606"/>
              <a:buFont typeface="Arial"/>
              <a:buNone/>
            </a:pPr>
            <a:r>
              <a:rPr b="0" i="0" lang="en-US" spc="0" sz="1606" u="none" cap="none" strike="noStrike">
                <a:solidFill>
                  <a:srgbClr val="4A6F9B"/>
                </a:solidFill>
                <a:latin typeface="Arial"/>
                <a:ea typeface="Arial"/>
                <a:cs typeface="Arial"/>
                <a:sym typeface="Arial"/>
              </a:rPr>
              <a:t>AI가 조문을 추가할 수 없음</a:t>
            </a:r>
            <a:endParaRPr b="0" i="0" spc="0" sz="1400" u="none" cap="none" strike="noStrike">
              <a:solidFill>
                <a:srgbClr val="000000"/>
              </a:solidFill>
              <a:latin typeface="Arial"/>
              <a:ea typeface="Arial"/>
              <a:cs typeface="Arial"/>
              <a:sym typeface="Arial"/>
            </a:endParaRPr>
          </a:p>
        </p:txBody>
      </p:sp>
      <p:sp>
        <p:nvSpPr>
          <p:cNvPr id="2227" name="Google Shape;2227;h26f5b0a23d79581a_2_75"/>
          <p:cNvSpPr txBox="1"/>
          <p:nvPr/>
        </p:nvSpPr>
        <p:spPr>
          <a:xfrm>
            <a:off x="13084043" y="6034346"/>
            <a:ext cx="3457320" cy="1238250"/>
          </a:xfrm>
          <a:prstGeom prst="rect">
            <a:avLst/>
          </a:prstGeom>
          <a:noFill/>
          <a:ln>
            <a:noFill/>
          </a:ln>
        </p:spPr>
        <p:txBody>
          <a:bodyPr anchorCtr="0" anchor="t" bIns="0" lIns="0" spcFirstLastPara="1" rIns="0" wrap="square" tIns="0">
            <a:spAutoFit/>
          </a:bodyPr>
          <a:lstStyle/>
          <a:p>
            <a:pPr indent="0" lvl="0" marL="0" marR="0" rtl="0" algn="l">
              <a:lnSpc>
                <a:spcPct val="163013"/>
              </a:lnSpc>
              <a:spcBef>
                <a:spcPts val="0"/>
              </a:spcBef>
              <a:spcAft>
                <a:spcPts val="0"/>
              </a:spcAft>
              <a:buClr>
                <a:srgbClr val="000000"/>
              </a:buClr>
              <a:buSzPts val="1606"/>
              <a:buFont typeface="Arial"/>
              <a:buNone/>
            </a:pPr>
            <a:r>
              <a:rPr b="0" i="0" lang="en-US" spc="0" sz="1606" u="none" cap="none" strike="noStrike">
                <a:solidFill>
                  <a:srgbClr val="4A6F9B"/>
                </a:solidFill>
                <a:latin typeface="Arial"/>
                <a:ea typeface="Arial"/>
                <a:cs typeface="Arial"/>
                <a:sym typeface="Arial"/>
              </a:rPr>
              <a:t>LLM이 진단 근거에 맞는 항만 선택</a:t>
            </a:r>
            <a:endParaRPr b="0" i="0" spc="0" sz="1400" u="none" cap="none" strike="noStrike">
              <a:solidFill>
                <a:srgbClr val="000000"/>
              </a:solidFill>
              <a:latin typeface="Arial"/>
              <a:ea typeface="Arial"/>
              <a:cs typeface="Arial"/>
              <a:sym typeface="Arial"/>
            </a:endParaRPr>
          </a:p>
          <a:p>
            <a:pPr indent="0" lvl="0" marL="0" marR="0" rtl="0" algn="l">
              <a:lnSpc>
                <a:spcPct val="163013"/>
              </a:lnSpc>
              <a:spcBef>
                <a:spcPts val="0"/>
              </a:spcBef>
              <a:spcAft>
                <a:spcPts val="0"/>
              </a:spcAft>
              <a:buClr>
                <a:srgbClr val="000000"/>
              </a:buClr>
              <a:buSzPts val="1606"/>
              <a:buFont typeface="Arial"/>
              <a:buNone/>
            </a:pPr>
            <a:r>
              <a:rPr b="0" i="0" lang="en-US" spc="0" sz="1606" u="none" cap="none" strike="noStrike">
                <a:solidFill>
                  <a:srgbClr val="4A6F9B"/>
                </a:solidFill>
                <a:latin typeface="Arial"/>
                <a:ea typeface="Arial"/>
                <a:cs typeface="Arial"/>
                <a:sym typeface="Arial"/>
              </a:rPr>
              <a:t>원문에 없는 항·무관한 조문 제거</a:t>
            </a:r>
            <a:endParaRPr b="0" i="0" spc="0" sz="1400" u="none" cap="none" strike="noStrike">
              <a:solidFill>
                <a:srgbClr val="000000"/>
              </a:solidFill>
              <a:latin typeface="Arial"/>
              <a:ea typeface="Arial"/>
              <a:cs typeface="Arial"/>
              <a:sym typeface="Arial"/>
            </a:endParaRPr>
          </a:p>
          <a:p>
            <a:pPr indent="0" lvl="0" marL="0" marR="0" rtl="0" algn="l">
              <a:lnSpc>
                <a:spcPct val="163013"/>
              </a:lnSpc>
              <a:spcBef>
                <a:spcPts val="0"/>
              </a:spcBef>
              <a:spcAft>
                <a:spcPts val="0"/>
              </a:spcAft>
              <a:buClr>
                <a:srgbClr val="000000"/>
              </a:buClr>
              <a:buSzPts val="1606"/>
              <a:buFont typeface="Arial"/>
              <a:buNone/>
            </a:pPr>
            <a:r>
              <a:rPr b="0" i="0" lang="en-US" spc="0" sz="1606" u="none" cap="none" strike="noStrike">
                <a:solidFill>
                  <a:srgbClr val="4A6F9B"/>
                </a:solidFill>
                <a:latin typeface="Arial"/>
                <a:ea typeface="Arial"/>
                <a:cs typeface="Arial"/>
                <a:sym typeface="Arial"/>
              </a:rPr>
              <a:t>제외 사유는 review_note에 기록</a:t>
            </a:r>
            <a:endParaRPr b="0" i="0" spc="0" sz="1400" u="none" cap="none" strike="noStrike">
              <a:solidFill>
                <a:srgbClr val="000000"/>
              </a:solidFill>
              <a:latin typeface="Arial"/>
              <a:ea typeface="Arial"/>
              <a:cs typeface="Arial"/>
              <a:sym typeface="Arial"/>
            </a:endParaRPr>
          </a:p>
        </p:txBody>
      </p:sp>
      <p:sp>
        <p:nvSpPr>
          <p:cNvPr id="2228" name="Google Shape;2228;h26f5b0a23d79581a_2_75"/>
          <p:cNvSpPr txBox="1"/>
          <p:nvPr/>
        </p:nvSpPr>
        <p:spPr>
          <a:xfrm>
            <a:off x="2390775" y="2495550"/>
            <a:ext cx="13811250" cy="571500"/>
          </a:xfrm>
          <a:prstGeom prst="rect">
            <a:avLst/>
          </a:prstGeom>
          <a:noFill/>
          <a:ln>
            <a:noFill/>
          </a:ln>
        </p:spPr>
        <p:txBody>
          <a:bodyPr anchorCtr="0" anchor="t" bIns="45700" lIns="91425" spcFirstLastPara="1" rIns="91425" wrap="square" tIns="45700">
            <a:spAutoFit/>
          </a:bodyPr>
          <a:lstStyle/>
          <a:p>
            <a:pPr indent="0" lvl="0" marL="0" marR="0" rtl="0" algn="l">
              <a:lnSpc>
                <a:spcPct val="130000"/>
              </a:lnSpc>
              <a:spcBef>
                <a:spcPts val="0"/>
              </a:spcBef>
              <a:spcAft>
                <a:spcPts val="0"/>
              </a:spcAft>
              <a:buNone/>
            </a:pPr>
            <a:r>
              <a:rPr b="0" i="0" lang="en-US" spc="0" sz="1800" u="none" cap="none" strike="noStrike">
                <a:solidFill>
                  <a:srgbClr val="20538B"/>
                </a:solidFill>
                <a:latin typeface="Arial"/>
                <a:ea typeface="Arial"/>
                <a:cs typeface="Arial"/>
                <a:sym typeface="Arial"/>
              </a:rPr>
              <a:t>스캐너가 찾은 취약점마다 어떤 ISMS-P 인증기준을 못 지켰고, 개인정보 보호법·안전성 확보조치 기준의 어느 조문·항에 어긋나는지 자동으로 붙여 보고서 모듈에 넘긴다</a:t>
            </a:r>
            <a:endParaRPr/>
          </a:p>
        </p:txBody>
      </p:sp>
      <p:sp>
        <p:nvSpPr>
          <p:cNvPr id="2229" name="Google Shape;2229;h26f5b0a23d79581a_2_75"/>
          <p:cNvSpPr txBox="1"/>
          <p:nvPr/>
        </p:nvSpPr>
        <p:spPr>
          <a:xfrm>
            <a:off x="2076450" y="7620000"/>
            <a:ext cx="14106525" cy="1143000"/>
          </a:xfrm>
          <a:prstGeom prst="rect">
            <a:avLst/>
          </a:prstGeom>
          <a:noFill/>
          <a:ln>
            <a:noFill/>
          </a:ln>
        </p:spPr>
        <p:txBody>
          <a:bodyPr anchorCtr="0" anchor="t" bIns="45700" lIns="91425" spcFirstLastPara="1" rIns="91425" wrap="square" tIns="45700">
            <a:spAutoFit/>
          </a:bodyPr>
          <a:lstStyle/>
          <a:p>
            <a:pPr indent="0" lvl="0" marL="0" marR="0" rtl="0" algn="l">
              <a:lnSpc>
                <a:spcPct val="130000"/>
              </a:lnSpc>
              <a:spcBef>
                <a:spcPts val="0"/>
              </a:spcBef>
              <a:spcAft>
                <a:spcPts val="0"/>
              </a:spcAft>
              <a:buNone/>
            </a:pPr>
            <a:r>
              <a:rPr b="1" i="0" lang="en-US" spc="0" sz="1900" u="none" cap="none" strike="noStrike">
                <a:solidFill>
                  <a:srgbClr val="20538B"/>
                </a:solidFill>
                <a:latin typeface="Arial"/>
                <a:ea typeface="Arial"/>
                <a:cs typeface="Arial"/>
                <a:sym typeface="Arial"/>
              </a:rPr>
              <a:t>조문 선택권은 AI에게 없다. 조문은 관련 법규 표에서만 오고, AI는 그 안에서 기준과 항을 고르며, 코드가 목록 밖 값을 버린다</a:t>
            </a:r>
            <a:endParaRPr/>
          </a:p>
          <a:p>
            <a:pPr indent="0" lvl="0" marL="0" marR="0" rtl="0" algn="l">
              <a:lnSpc>
                <a:spcPct val="130000"/>
              </a:lnSpc>
              <a:spcBef>
                <a:spcPts val="0"/>
              </a:spcBef>
              <a:spcAft>
                <a:spcPts val="0"/>
              </a:spcAft>
              <a:buNone/>
            </a:pPr>
            <a:r>
              <a:rPr b="0" i="0" lang="en-US" spc="0" sz="1500" u="none" cap="none" strike="noStrike">
                <a:solidFill>
                  <a:srgbClr val="20538B"/>
                </a:solidFill>
                <a:latin typeface="Arial"/>
                <a:ea typeface="Arial"/>
                <a:cs typeface="Arial"/>
                <a:sym typeface="Arial"/>
              </a:rPr>
              <a:t>근거 자료: 개인정보 보호법(법률 제21445호) · 개인정보의 안전성 확보조치 기준(고시 제2026-9호) · ISMS-P 인증기준 안내서(2023.11, 101개 기준)</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3" name="Shape 2233"/>
        <p:cNvGrpSpPr/>
        <p:nvPr/>
      </p:nvGrpSpPr>
      <p:grpSpPr>
        <a:xfrm>
          <a:off x="0" y="0"/>
          <a:ext cx="0" cy="0"/>
          <a:chOff x="0" y="0"/>
          <a:chExt cx="0" cy="0"/>
        </a:xfrm>
      </p:grpSpPr>
      <p:grpSp>
        <p:nvGrpSpPr>
          <p:cNvPr id="2234" name="Google Shape;2234;h26f5b0a23d79581a_2_146"/>
          <p:cNvGrpSpPr/>
          <p:nvPr/>
        </p:nvGrpSpPr>
        <p:grpSpPr>
          <a:xfrm>
            <a:off x="-1081199" y="3274283"/>
            <a:ext cx="20615733" cy="7012716"/>
            <a:chOff x="-99238" y="-87"/>
            <a:chExt cx="27487644" cy="9350289"/>
          </a:xfrm>
        </p:grpSpPr>
        <p:grpSp>
          <p:nvGrpSpPr>
            <p:cNvPr id="2235" name="Google Shape;2235;h26f5b0a23d79581a_2_146"/>
            <p:cNvGrpSpPr/>
            <p:nvPr/>
          </p:nvGrpSpPr>
          <p:grpSpPr>
            <a:xfrm rot="-5400000">
              <a:off x="11107617" y="-11206942"/>
              <a:ext cx="4770761" cy="27184472"/>
              <a:chOff x="0" y="-38100"/>
              <a:chExt cx="1831597" cy="10436700"/>
            </a:xfrm>
          </p:grpSpPr>
          <p:sp>
            <p:nvSpPr>
              <p:cNvPr id="2236" name="Google Shape;2236;h26f5b0a23d79581a_2_146"/>
              <p:cNvSpPr/>
              <p:nvPr/>
            </p:nvSpPr>
            <p:spPr>
              <a:xfrm>
                <a:off x="0" y="0"/>
                <a:ext cx="1831597" cy="10398600"/>
              </a:xfrm>
              <a:custGeom>
                <a:rect b="b" l="l" r="r" t="t"/>
                <a:pathLst>
                  <a:path extrusionOk="0" h="10398600" w="1831597">
                    <a:moveTo>
                      <a:pt x="0" y="0"/>
                    </a:moveTo>
                    <a:lnTo>
                      <a:pt x="1831597" y="0"/>
                    </a:lnTo>
                    <a:lnTo>
                      <a:pt x="1831597" y="10398600"/>
                    </a:lnTo>
                    <a:lnTo>
                      <a:pt x="0" y="10398600"/>
                    </a:lnTo>
                    <a:close/>
                  </a:path>
                </a:pathLst>
              </a:custGeom>
              <a:solidFill>
                <a:srgbClr val="CBDDEF"/>
              </a:solidFill>
              <a:ln>
                <a:noFill/>
              </a:ln>
            </p:spPr>
          </p:sp>
          <p:sp>
            <p:nvSpPr>
              <p:cNvPr id="2237" name="Google Shape;2237;h26f5b0a23d79581a_2_146"/>
              <p:cNvSpPr txBox="1"/>
              <p:nvPr/>
            </p:nvSpPr>
            <p:spPr>
              <a:xfrm>
                <a:off x="0" y="-38100"/>
                <a:ext cx="1831500" cy="10436700"/>
              </a:xfrm>
              <a:prstGeom prst="rect">
                <a:avLst/>
              </a:prstGeom>
              <a:noFill/>
              <a:ln>
                <a:noFill/>
              </a:ln>
            </p:spPr>
            <p:txBody>
              <a:bodyPr anchorCtr="0" anchor="ctr" bIns="27000" lIns="27000" spcFirstLastPara="1" rIns="27000" wrap="square" tIns="27000">
                <a:noAutofit/>
              </a:bodyPr>
              <a:lstStyle/>
              <a:p>
                <a:pPr indent="0" lvl="0" marL="0" marR="0" rtl="0" algn="ctr">
                  <a:lnSpc>
                    <a:spcPct val="155500"/>
                  </a:lnSpc>
                  <a:spcBef>
                    <a:spcPts val="0"/>
                  </a:spcBef>
                  <a:spcAft>
                    <a:spcPts val="0"/>
                  </a:spcAft>
                  <a:buClr>
                    <a:srgbClr val="000000"/>
                  </a:buClr>
                  <a:buSzPts val="1800"/>
                  <a:buFont typeface="Arial"/>
                  <a:buNone/>
                </a:pPr>
                <a:r>
                  <a:t/>
                </a:r>
                <a:endParaRPr b="0" i="0" spc="0" sz="1800" u="none" cap="none" strike="noStrike">
                  <a:solidFill>
                    <a:schemeClr val="dk1"/>
                  </a:solidFill>
                  <a:latin typeface="Arial"/>
                  <a:ea typeface="Arial"/>
                  <a:cs typeface="Arial"/>
                  <a:sym typeface="Arial"/>
                </a:endParaRPr>
              </a:p>
            </p:txBody>
          </p:sp>
        </p:grpSp>
        <p:grpSp>
          <p:nvGrpSpPr>
            <p:cNvPr id="2238" name="Google Shape;2238;h26f5b0a23d79581a_2_146"/>
            <p:cNvGrpSpPr/>
            <p:nvPr/>
          </p:nvGrpSpPr>
          <p:grpSpPr>
            <a:xfrm rot="-5400000">
              <a:off x="11637133" y="-6401070"/>
              <a:ext cx="4579844" cy="26922700"/>
              <a:chOff x="0" y="-38100"/>
              <a:chExt cx="1758300" cy="10336200"/>
            </a:xfrm>
          </p:grpSpPr>
          <p:sp>
            <p:nvSpPr>
              <p:cNvPr id="2239" name="Google Shape;2239;h26f5b0a23d79581a_2_146"/>
              <p:cNvSpPr/>
              <p:nvPr/>
            </p:nvSpPr>
            <p:spPr>
              <a:xfrm>
                <a:off x="0" y="0"/>
                <a:ext cx="1758210" cy="10298040"/>
              </a:xfrm>
              <a:custGeom>
                <a:rect b="b" l="l" r="r" t="t"/>
                <a:pathLst>
                  <a:path extrusionOk="0" h="10298040" w="1758210">
                    <a:moveTo>
                      <a:pt x="0" y="0"/>
                    </a:moveTo>
                    <a:lnTo>
                      <a:pt x="1758210" y="0"/>
                    </a:lnTo>
                    <a:lnTo>
                      <a:pt x="1758210" y="10298040"/>
                    </a:lnTo>
                    <a:lnTo>
                      <a:pt x="0" y="10298040"/>
                    </a:lnTo>
                    <a:close/>
                  </a:path>
                </a:pathLst>
              </a:custGeom>
              <a:solidFill>
                <a:srgbClr val="94B6DA"/>
              </a:solidFill>
              <a:ln>
                <a:noFill/>
              </a:ln>
            </p:spPr>
          </p:sp>
          <p:sp>
            <p:nvSpPr>
              <p:cNvPr id="2240" name="Google Shape;2240;h26f5b0a23d79581a_2_146"/>
              <p:cNvSpPr txBox="1"/>
              <p:nvPr/>
            </p:nvSpPr>
            <p:spPr>
              <a:xfrm>
                <a:off x="0" y="-38100"/>
                <a:ext cx="1758300" cy="10336200"/>
              </a:xfrm>
              <a:prstGeom prst="rect">
                <a:avLst/>
              </a:prstGeom>
              <a:noFill/>
              <a:ln>
                <a:noFill/>
              </a:ln>
            </p:spPr>
            <p:txBody>
              <a:bodyPr anchorCtr="0" anchor="ctr" bIns="27000" lIns="27000" spcFirstLastPara="1" rIns="27000" wrap="square" tIns="27000">
                <a:noAutofit/>
              </a:bodyPr>
              <a:lstStyle/>
              <a:p>
                <a:pPr indent="0" lvl="0" marL="0" marR="0" rtl="0" algn="ctr">
                  <a:lnSpc>
                    <a:spcPct val="155500"/>
                  </a:lnSpc>
                  <a:spcBef>
                    <a:spcPts val="0"/>
                  </a:spcBef>
                  <a:spcAft>
                    <a:spcPts val="0"/>
                  </a:spcAft>
                  <a:buClr>
                    <a:srgbClr val="000000"/>
                  </a:buClr>
                  <a:buSzPts val="1800"/>
                  <a:buFont typeface="Arial"/>
                  <a:buNone/>
                </a:pPr>
                <a:r>
                  <a:t/>
                </a:r>
                <a:endParaRPr b="0" i="0" spc="0" sz="1800" u="none" cap="none" strike="noStrike">
                  <a:solidFill>
                    <a:schemeClr val="dk1"/>
                  </a:solidFill>
                  <a:latin typeface="Arial"/>
                  <a:ea typeface="Arial"/>
                  <a:cs typeface="Arial"/>
                  <a:sym typeface="Arial"/>
                </a:endParaRPr>
              </a:p>
            </p:txBody>
          </p:sp>
        </p:grpSp>
      </p:grpSp>
      <p:grpSp>
        <p:nvGrpSpPr>
          <p:cNvPr id="2241" name="Google Shape;2241;h26f5b0a23d79581a_2_146"/>
          <p:cNvGrpSpPr/>
          <p:nvPr/>
        </p:nvGrpSpPr>
        <p:grpSpPr>
          <a:xfrm>
            <a:off x="731085" y="622850"/>
            <a:ext cx="16825838" cy="9050174"/>
            <a:chOff x="0" y="-108814"/>
            <a:chExt cx="22434451" cy="12066898"/>
          </a:xfrm>
        </p:grpSpPr>
        <p:grpSp>
          <p:nvGrpSpPr>
            <p:cNvPr id="2242" name="Google Shape;2242;h26f5b0a23d79581a_2_146"/>
            <p:cNvGrpSpPr/>
            <p:nvPr/>
          </p:nvGrpSpPr>
          <p:grpSpPr>
            <a:xfrm>
              <a:off x="26537" y="10214891"/>
              <a:ext cx="22386840" cy="1743193"/>
              <a:chOff x="0" y="-47625"/>
              <a:chExt cx="9809754" cy="763855"/>
            </a:xfrm>
          </p:grpSpPr>
          <p:sp>
            <p:nvSpPr>
              <p:cNvPr id="2243" name="Google Shape;2243;h26f5b0a23d79581a_2_146"/>
              <p:cNvSpPr/>
              <p:nvPr/>
            </p:nvSpPr>
            <p:spPr>
              <a:xfrm>
                <a:off x="0" y="0"/>
                <a:ext cx="9809754" cy="716230"/>
              </a:xfrm>
              <a:custGeom>
                <a:rect b="b" l="l" r="r" t="t"/>
                <a:pathLst>
                  <a:path extrusionOk="0" h="716230" w="9809754">
                    <a:moveTo>
                      <a:pt x="0" y="0"/>
                    </a:moveTo>
                    <a:lnTo>
                      <a:pt x="9809754" y="0"/>
                    </a:lnTo>
                    <a:lnTo>
                      <a:pt x="9809754" y="716230"/>
                    </a:lnTo>
                    <a:lnTo>
                      <a:pt x="0" y="716230"/>
                    </a:lnTo>
                    <a:close/>
                  </a:path>
                </a:pathLst>
              </a:custGeom>
              <a:solidFill>
                <a:srgbClr val="20538B"/>
              </a:solidFill>
              <a:ln cap="sq" cmpd="sng" w="38100">
                <a:solidFill>
                  <a:srgbClr val="20538B"/>
                </a:solidFill>
                <a:prstDash val="solid"/>
                <a:miter lim="80"/>
                <a:headEnd len="sm" w="sm" type="none"/>
                <a:tailEnd len="sm" w="sm" type="none"/>
              </a:ln>
            </p:spPr>
          </p:sp>
          <p:sp>
            <p:nvSpPr>
              <p:cNvPr id="2244" name="Google Shape;2244;h26f5b0a23d79581a_2_146"/>
              <p:cNvSpPr txBox="1"/>
              <p:nvPr/>
            </p:nvSpPr>
            <p:spPr>
              <a:xfrm>
                <a:off x="0" y="-47625"/>
                <a:ext cx="9809700" cy="763800"/>
              </a:xfrm>
              <a:prstGeom prst="rect">
                <a:avLst/>
              </a:prstGeom>
              <a:noFill/>
              <a:ln>
                <a:noFill/>
              </a:ln>
            </p:spPr>
            <p:txBody>
              <a:bodyPr anchorCtr="0" anchor="ctr" bIns="50800" lIns="50800" spcFirstLastPara="1" rIns="50800" wrap="square" tIns="50800">
                <a:noAutofit/>
              </a:bodyPr>
              <a:lstStyle/>
              <a:p>
                <a:pPr indent="0" lvl="0" marL="0" marR="0" rtl="0" algn="ctr">
                  <a:lnSpc>
                    <a:spcPct val="175722"/>
                  </a:lnSpc>
                  <a:spcBef>
                    <a:spcPts val="0"/>
                  </a:spcBef>
                  <a:spcAft>
                    <a:spcPts val="0"/>
                  </a:spcAft>
                  <a:buClr>
                    <a:srgbClr val="000000"/>
                  </a:buClr>
                  <a:buSzPts val="1800"/>
                  <a:buFont typeface="Arial"/>
                  <a:buNone/>
                </a:pPr>
                <a:r>
                  <a:t/>
                </a:r>
                <a:endParaRPr b="0" i="0" spc="0" sz="1800" u="none" cap="none" strike="noStrike">
                  <a:solidFill>
                    <a:schemeClr val="dk1"/>
                  </a:solidFill>
                  <a:latin typeface="Arial"/>
                  <a:ea typeface="Arial"/>
                  <a:cs typeface="Arial"/>
                  <a:sym typeface="Arial"/>
                </a:endParaRPr>
              </a:p>
            </p:txBody>
          </p:sp>
        </p:grpSp>
        <p:grpSp>
          <p:nvGrpSpPr>
            <p:cNvPr id="2245" name="Google Shape;2245;h26f5b0a23d79581a_2_146"/>
            <p:cNvGrpSpPr/>
            <p:nvPr/>
          </p:nvGrpSpPr>
          <p:grpSpPr>
            <a:xfrm>
              <a:off x="0" y="-108814"/>
              <a:ext cx="22434451" cy="11946166"/>
              <a:chOff x="0" y="-47625"/>
              <a:chExt cx="9819000" cy="5228539"/>
            </a:xfrm>
          </p:grpSpPr>
          <p:sp>
            <p:nvSpPr>
              <p:cNvPr id="2246" name="Google Shape;2246;h26f5b0a23d79581a_2_146"/>
              <p:cNvSpPr/>
              <p:nvPr/>
            </p:nvSpPr>
            <p:spPr>
              <a:xfrm>
                <a:off x="0" y="0"/>
                <a:ext cx="9818922" cy="5180914"/>
              </a:xfrm>
              <a:custGeom>
                <a:rect b="b" l="l" r="r" t="t"/>
                <a:pathLst>
                  <a:path extrusionOk="0" h="5180914" w="9818922">
                    <a:moveTo>
                      <a:pt x="0" y="0"/>
                    </a:moveTo>
                    <a:lnTo>
                      <a:pt x="9818922" y="0"/>
                    </a:lnTo>
                    <a:lnTo>
                      <a:pt x="9818922" y="5180914"/>
                    </a:lnTo>
                    <a:lnTo>
                      <a:pt x="0" y="5180914"/>
                    </a:lnTo>
                    <a:close/>
                  </a:path>
                </a:pathLst>
              </a:custGeom>
              <a:solidFill>
                <a:srgbClr val="FFFFFF"/>
              </a:solidFill>
              <a:ln cap="sq" cmpd="sng" w="38100">
                <a:solidFill>
                  <a:srgbClr val="20538B"/>
                </a:solidFill>
                <a:prstDash val="solid"/>
                <a:miter lim="80"/>
                <a:headEnd len="sm" w="sm" type="none"/>
                <a:tailEnd len="sm" w="sm" type="none"/>
              </a:ln>
            </p:spPr>
          </p:sp>
          <p:sp>
            <p:nvSpPr>
              <p:cNvPr id="2247" name="Google Shape;2247;h26f5b0a23d79581a_2_146"/>
              <p:cNvSpPr txBox="1"/>
              <p:nvPr/>
            </p:nvSpPr>
            <p:spPr>
              <a:xfrm>
                <a:off x="0" y="-47625"/>
                <a:ext cx="9819000" cy="5228400"/>
              </a:xfrm>
              <a:prstGeom prst="rect">
                <a:avLst/>
              </a:prstGeom>
              <a:noFill/>
              <a:ln>
                <a:noFill/>
              </a:ln>
            </p:spPr>
            <p:txBody>
              <a:bodyPr anchorCtr="0" anchor="ctr" bIns="50800" lIns="50800" spcFirstLastPara="1" rIns="50800" wrap="square" tIns="50800">
                <a:noAutofit/>
              </a:bodyPr>
              <a:lstStyle/>
              <a:p>
                <a:pPr indent="0" lvl="0" marL="0" marR="0" rtl="0" algn="ctr">
                  <a:lnSpc>
                    <a:spcPct val="175722"/>
                  </a:lnSpc>
                  <a:spcBef>
                    <a:spcPts val="0"/>
                  </a:spcBef>
                  <a:spcAft>
                    <a:spcPts val="0"/>
                  </a:spcAft>
                  <a:buClr>
                    <a:srgbClr val="000000"/>
                  </a:buClr>
                  <a:buSzPts val="1800"/>
                  <a:buFont typeface="Arial"/>
                  <a:buNone/>
                </a:pPr>
                <a:r>
                  <a:t/>
                </a:r>
                <a:endParaRPr b="0" i="0" spc="0" sz="1800" u="none" cap="none" strike="noStrike">
                  <a:solidFill>
                    <a:schemeClr val="dk1"/>
                  </a:solidFill>
                  <a:latin typeface="Arial"/>
                  <a:ea typeface="Arial"/>
                  <a:cs typeface="Arial"/>
                  <a:sym typeface="Arial"/>
                </a:endParaRPr>
              </a:p>
            </p:txBody>
          </p:sp>
        </p:grpSp>
      </p:grpSp>
      <p:grpSp>
        <p:nvGrpSpPr>
          <p:cNvPr id="2248" name="Google Shape;2248;h26f5b0a23d79581a_2_146"/>
          <p:cNvGrpSpPr/>
          <p:nvPr/>
        </p:nvGrpSpPr>
        <p:grpSpPr>
          <a:xfrm>
            <a:off x="763743" y="662704"/>
            <a:ext cx="16759942" cy="1561150"/>
            <a:chOff x="0" y="-38100"/>
            <a:chExt cx="8581200" cy="799319"/>
          </a:xfrm>
        </p:grpSpPr>
        <p:sp>
          <p:nvSpPr>
            <p:cNvPr id="2249" name="Google Shape;2249;h26f5b0a23d79581a_2_146"/>
            <p:cNvSpPr/>
            <p:nvPr/>
          </p:nvSpPr>
          <p:spPr>
            <a:xfrm>
              <a:off x="0" y="0"/>
              <a:ext cx="8581180" cy="761219"/>
            </a:xfrm>
            <a:custGeom>
              <a:rect b="b" l="l" r="r" t="t"/>
              <a:pathLst>
                <a:path extrusionOk="0" h="761219" w="8581180">
                  <a:moveTo>
                    <a:pt x="0" y="0"/>
                  </a:moveTo>
                  <a:lnTo>
                    <a:pt x="8581180" y="0"/>
                  </a:lnTo>
                  <a:lnTo>
                    <a:pt x="8581180" y="761219"/>
                  </a:lnTo>
                  <a:lnTo>
                    <a:pt x="0" y="761219"/>
                  </a:lnTo>
                  <a:close/>
                </a:path>
              </a:pathLst>
            </a:custGeom>
            <a:solidFill>
              <a:srgbClr val="EEF6FF"/>
            </a:solidFill>
            <a:ln cap="sq" cmpd="sng" w="9525">
              <a:solidFill>
                <a:srgbClr val="20538B"/>
              </a:solidFill>
              <a:prstDash val="solid"/>
              <a:miter lim="80"/>
              <a:headEnd len="sm" w="sm" type="none"/>
              <a:tailEnd len="sm" w="sm" type="none"/>
            </a:ln>
          </p:spPr>
        </p:sp>
        <p:sp>
          <p:nvSpPr>
            <p:cNvPr id="2250" name="Google Shape;2250;h26f5b0a23d79581a_2_146"/>
            <p:cNvSpPr txBox="1"/>
            <p:nvPr/>
          </p:nvSpPr>
          <p:spPr>
            <a:xfrm>
              <a:off x="0" y="-38100"/>
              <a:ext cx="8581200" cy="799200"/>
            </a:xfrm>
            <a:prstGeom prst="rect">
              <a:avLst/>
            </a:prstGeom>
            <a:noFill/>
            <a:ln>
              <a:noFill/>
            </a:ln>
          </p:spPr>
          <p:txBody>
            <a:bodyPr anchorCtr="0" anchor="ctr" bIns="39175" lIns="39175" spcFirstLastPara="1" rIns="39175" wrap="square" tIns="39175">
              <a:noAutofit/>
            </a:bodyPr>
            <a:lstStyle/>
            <a:p>
              <a:pPr indent="0" lvl="0" marL="0" marR="0" rtl="0" algn="ctr">
                <a:lnSpc>
                  <a:spcPct val="155500"/>
                </a:lnSpc>
                <a:spcBef>
                  <a:spcPts val="0"/>
                </a:spcBef>
                <a:spcAft>
                  <a:spcPts val="0"/>
                </a:spcAft>
                <a:buClr>
                  <a:srgbClr val="000000"/>
                </a:buClr>
                <a:buSzPts val="1800"/>
                <a:buFont typeface="Arial"/>
                <a:buNone/>
              </a:pPr>
              <a:r>
                <a:t/>
              </a:r>
              <a:endParaRPr b="0" i="0" spc="0" sz="1800" u="none" cap="none" strike="noStrike">
                <a:solidFill>
                  <a:schemeClr val="dk1"/>
                </a:solidFill>
                <a:latin typeface="Arial"/>
                <a:ea typeface="Arial"/>
                <a:cs typeface="Arial"/>
                <a:sym typeface="Arial"/>
              </a:endParaRPr>
            </a:p>
          </p:txBody>
        </p:sp>
      </p:grpSp>
      <p:sp>
        <p:nvSpPr>
          <p:cNvPr id="2251" name="Google Shape;2251;h26f5b0a23d79581a_2_146"/>
          <p:cNvSpPr/>
          <p:nvPr/>
        </p:nvSpPr>
        <p:spPr>
          <a:xfrm>
            <a:off x="15531691" y="160918"/>
            <a:ext cx="996214" cy="1021758"/>
          </a:xfrm>
          <a:custGeom>
            <a:rect b="b" l="l" r="r" t="t"/>
            <a:pathLst>
              <a:path extrusionOk="0" h="1021758" w="996214">
                <a:moveTo>
                  <a:pt x="0" y="0"/>
                </a:moveTo>
                <a:lnTo>
                  <a:pt x="996214" y="0"/>
                </a:lnTo>
                <a:lnTo>
                  <a:pt x="996214" y="1021758"/>
                </a:lnTo>
                <a:lnTo>
                  <a:pt x="0" y="1021758"/>
                </a:lnTo>
                <a:lnTo>
                  <a:pt x="0" y="0"/>
                </a:lnTo>
                <a:close/>
              </a:path>
            </a:pathLst>
          </a:custGeom>
          <a:blipFill rotWithShape="1">
            <a:blip r:embed="rId3">
              <a:alphaModFix/>
            </a:blip>
            <a:stretch>
              <a:fillRect b="0" l="0" r="0" t="0"/>
            </a:stretch>
          </a:blipFill>
          <a:ln>
            <a:noFill/>
          </a:ln>
        </p:spPr>
      </p:sp>
      <p:sp>
        <p:nvSpPr>
          <p:cNvPr id="2252" name="Google Shape;2252;h26f5b0a23d79581a_2_146"/>
          <p:cNvSpPr/>
          <p:nvPr/>
        </p:nvSpPr>
        <p:spPr>
          <a:xfrm>
            <a:off x="9363698" y="3007766"/>
            <a:ext cx="272321" cy="272321"/>
          </a:xfrm>
          <a:custGeom>
            <a:rect b="b" l="l" r="r" t="t"/>
            <a:pathLst>
              <a:path extrusionOk="0" h="272321" w="272321">
                <a:moveTo>
                  <a:pt x="0" y="0"/>
                </a:moveTo>
                <a:lnTo>
                  <a:pt x="272321" y="0"/>
                </a:lnTo>
                <a:lnTo>
                  <a:pt x="272321" y="272321"/>
                </a:lnTo>
                <a:lnTo>
                  <a:pt x="0" y="272321"/>
                </a:lnTo>
                <a:lnTo>
                  <a:pt x="0" y="0"/>
                </a:lnTo>
                <a:close/>
              </a:path>
            </a:pathLst>
          </a:custGeom>
          <a:blipFill rotWithShape="1">
            <a:blip r:embed="rId4">
              <a:alphaModFix/>
            </a:blip>
            <a:stretch>
              <a:fillRect b="0" l="0" r="0" t="0"/>
            </a:stretch>
          </a:blipFill>
          <a:ln>
            <a:noFill/>
          </a:ln>
        </p:spPr>
      </p:sp>
      <p:sp>
        <p:nvSpPr>
          <p:cNvPr id="2253" name="Google Shape;2253;h26f5b0a23d79581a_2_146"/>
          <p:cNvSpPr txBox="1"/>
          <p:nvPr/>
        </p:nvSpPr>
        <p:spPr>
          <a:xfrm>
            <a:off x="2412975" y="965900"/>
            <a:ext cx="13335000" cy="2247300"/>
          </a:xfrm>
          <a:prstGeom prst="rect">
            <a:avLst/>
          </a:prstGeom>
          <a:noFill/>
          <a:ln>
            <a:noFill/>
          </a:ln>
        </p:spPr>
        <p:txBody>
          <a:bodyPr anchorCtr="0" anchor="t" bIns="0" lIns="0" spcFirstLastPara="1" rIns="0" wrap="square" tIns="0">
            <a:spAutoFit/>
          </a:bodyPr>
          <a:lstStyle/>
          <a:p>
            <a:pPr indent="0" lvl="0" marL="0" marR="0" rtl="0" algn="l">
              <a:lnSpc>
                <a:spcPct val="192000"/>
              </a:lnSpc>
              <a:spcBef>
                <a:spcPts val="0"/>
              </a:spcBef>
              <a:spcAft>
                <a:spcPts val="0"/>
              </a:spcAft>
              <a:buClr>
                <a:srgbClr val="000000"/>
              </a:buClr>
              <a:buSzPts val="5000"/>
              <a:buFont typeface="Arial"/>
              <a:buNone/>
            </a:pPr>
            <a:r>
              <a:rPr b="1" i="0" lang="en-US" spc="0" sz="5000" u="none" cap="none" strike="noStrike">
                <a:solidFill>
                  <a:srgbClr val="20538B"/>
                </a:solidFill>
                <a:latin typeface="Arial"/>
                <a:ea typeface="Arial"/>
                <a:cs typeface="Arial"/>
                <a:sym typeface="Arial"/>
              </a:rPr>
              <a:t>ISMS-P 연계 및 대응 - </a:t>
            </a:r>
            <a:r>
              <a:rPr b="1" i="0" lang="en-US" spc="0" sz="3500" u="none" cap="none" strike="noStrike">
                <a:solidFill>
                  <a:srgbClr val="20538B"/>
                </a:solidFill>
                <a:latin typeface="Arial"/>
                <a:ea typeface="Arial"/>
                <a:cs typeface="Arial"/>
                <a:sym typeface="Arial"/>
              </a:rPr>
              <a:t>① 항 단위 판단</a:t>
            </a:r>
            <a:endParaRPr b="0" i="0" spc="0" sz="3500" u="none" cap="none" strike="noStrike">
              <a:solidFill>
                <a:srgbClr val="000000"/>
              </a:solidFill>
              <a:latin typeface="Arial"/>
              <a:ea typeface="Arial"/>
              <a:cs typeface="Arial"/>
              <a:sym typeface="Arial"/>
            </a:endParaRPr>
          </a:p>
          <a:p>
            <a:pPr indent="0" lvl="0" marL="0" marR="0" rtl="0" algn="l">
              <a:lnSpc>
                <a:spcPct val="192000"/>
              </a:lnSpc>
              <a:spcBef>
                <a:spcPts val="0"/>
              </a:spcBef>
              <a:spcAft>
                <a:spcPts val="0"/>
              </a:spcAft>
              <a:buClr>
                <a:srgbClr val="000000"/>
              </a:buClr>
              <a:buSzPts val="5000"/>
              <a:buFont typeface="Arial"/>
              <a:buNone/>
            </a:pPr>
            <a:r>
              <a:t/>
            </a:r>
            <a:endParaRPr b="1" i="0" spc="0" sz="5000" u="none" cap="none" strike="noStrike">
              <a:solidFill>
                <a:srgbClr val="20538B"/>
              </a:solidFill>
              <a:latin typeface="Arial"/>
              <a:ea typeface="Arial"/>
              <a:cs typeface="Arial"/>
              <a:sym typeface="Arial"/>
            </a:endParaRPr>
          </a:p>
        </p:txBody>
      </p:sp>
      <p:sp>
        <p:nvSpPr>
          <p:cNvPr id="2254" name="Google Shape;2254;h26f5b0a23d79581a_2_146"/>
          <p:cNvSpPr txBox="1"/>
          <p:nvPr/>
        </p:nvSpPr>
        <p:spPr>
          <a:xfrm>
            <a:off x="1437501" y="920715"/>
            <a:ext cx="834600" cy="751200"/>
          </a:xfrm>
          <a:prstGeom prst="rect">
            <a:avLst/>
          </a:prstGeom>
          <a:noFill/>
          <a:ln>
            <a:noFill/>
          </a:ln>
        </p:spPr>
        <p:txBody>
          <a:bodyPr anchorCtr="0" anchor="t" bIns="0" lIns="0" spcFirstLastPara="1" rIns="0" wrap="square" tIns="0">
            <a:spAutoFit/>
          </a:bodyPr>
          <a:lstStyle/>
          <a:p>
            <a:pPr indent="0" lvl="0" marL="0" marR="0" rtl="0" algn="l">
              <a:lnSpc>
                <a:spcPct val="192009"/>
              </a:lnSpc>
              <a:spcBef>
                <a:spcPts val="0"/>
              </a:spcBef>
              <a:spcAft>
                <a:spcPts val="0"/>
              </a:spcAft>
              <a:buClr>
                <a:srgbClr val="000000"/>
              </a:buClr>
              <a:buSzPts val="4881"/>
              <a:buFont typeface="Arial"/>
              <a:buNone/>
            </a:pPr>
            <a:r>
              <a:rPr b="1" i="0" lang="en-US" spc="0" sz="4881" u="none" cap="none" strike="noStrike">
                <a:solidFill>
                  <a:srgbClr val="CBDDEF"/>
                </a:solidFill>
                <a:latin typeface="Arial"/>
                <a:ea typeface="Arial"/>
                <a:cs typeface="Arial"/>
                <a:sym typeface="Arial"/>
              </a:rPr>
              <a:t>0</a:t>
            </a:r>
            <a:r>
              <a:rPr b="1" lang="en-US" sz="4881">
                <a:solidFill>
                  <a:srgbClr val="CBDDEF"/>
                </a:solidFill>
              </a:rPr>
              <a:t>4</a:t>
            </a:r>
            <a:endParaRPr b="0" i="0" spc="0" sz="1400" u="none" cap="none" strike="noStrike">
              <a:solidFill>
                <a:srgbClr val="000000"/>
              </a:solidFill>
              <a:latin typeface="Arial"/>
              <a:ea typeface="Arial"/>
              <a:cs typeface="Arial"/>
              <a:sym typeface="Arial"/>
            </a:endParaRPr>
          </a:p>
        </p:txBody>
      </p:sp>
      <p:sp>
        <p:nvSpPr>
          <p:cNvPr id="2255" name="Google Shape;2255;h26f5b0a23d79581a_2_146"/>
          <p:cNvSpPr txBox="1"/>
          <p:nvPr/>
        </p:nvSpPr>
        <p:spPr>
          <a:xfrm>
            <a:off x="9757649" y="2853963"/>
            <a:ext cx="6140400" cy="4311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2800"/>
              <a:buFont typeface="Arial"/>
              <a:buNone/>
            </a:pPr>
            <a:r>
              <a:rPr b="1" i="0" lang="en-US" spc="0" sz="2800" u="none" cap="none" strike="noStrike">
                <a:solidFill>
                  <a:srgbClr val="20538B"/>
                </a:solidFill>
                <a:latin typeface="Arial"/>
                <a:ea typeface="Arial"/>
                <a:cs typeface="Arial"/>
                <a:sym typeface="Arial"/>
              </a:rPr>
              <a:t>왜 조문이 아니라 항인가</a:t>
            </a:r>
            <a:endParaRPr b="0" i="0" spc="0" sz="1400" u="none" cap="none" strike="noStrike">
              <a:solidFill>
                <a:srgbClr val="000000"/>
              </a:solidFill>
              <a:latin typeface="Arial"/>
              <a:ea typeface="Arial"/>
              <a:cs typeface="Arial"/>
              <a:sym typeface="Arial"/>
            </a:endParaRPr>
          </a:p>
        </p:txBody>
      </p:sp>
      <p:sp>
        <p:nvSpPr>
          <p:cNvPr id="2256" name="Google Shape;2256;h26f5b0a23d79581a_2_146"/>
          <p:cNvSpPr txBox="1"/>
          <p:nvPr/>
        </p:nvSpPr>
        <p:spPr>
          <a:xfrm>
            <a:off x="9757650" y="3424765"/>
            <a:ext cx="6567300" cy="730500"/>
          </a:xfrm>
          <a:prstGeom prst="rect">
            <a:avLst/>
          </a:prstGeom>
          <a:noFill/>
          <a:ln>
            <a:noFill/>
          </a:ln>
        </p:spPr>
        <p:txBody>
          <a:bodyPr anchorCtr="0" anchor="t" bIns="0" lIns="0" spcFirstLastPara="1" rIns="0" wrap="square" tIns="0">
            <a:spAutoFit/>
          </a:bodyPr>
          <a:lstStyle/>
          <a:p>
            <a:pPr indent="0" lvl="0" marL="0" marR="0" rtl="0" algn="l">
              <a:lnSpc>
                <a:spcPct val="155000"/>
              </a:lnSpc>
              <a:spcBef>
                <a:spcPts val="0"/>
              </a:spcBef>
              <a:spcAft>
                <a:spcPts val="0"/>
              </a:spcAft>
              <a:buClr>
                <a:srgbClr val="000000"/>
              </a:buClr>
              <a:buSzPts val="1900"/>
              <a:buFont typeface="Arial"/>
              <a:buNone/>
            </a:pPr>
            <a:r>
              <a:rPr b="0" i="0" lang="en-US" spc="0" sz="1900" u="none" cap="none" strike="noStrike">
                <a:solidFill>
                  <a:srgbClr val="20538B"/>
                </a:solidFill>
                <a:latin typeface="Arial"/>
                <a:ea typeface="Arial"/>
                <a:cs typeface="Arial"/>
                <a:sym typeface="Arial"/>
              </a:rPr>
              <a:t>고시 제6조(접근통제)는 ①~⑤항인데 IDOR에 맞는 건 ③뿐. 조문 전체를 붙이면 보고서가 부풀려진다</a:t>
            </a:r>
            <a:endParaRPr b="0" i="0" spc="0" sz="1900" u="none" cap="none" strike="noStrike">
              <a:solidFill>
                <a:srgbClr val="20538B"/>
              </a:solidFill>
              <a:latin typeface="Arial"/>
              <a:ea typeface="Arial"/>
              <a:cs typeface="Arial"/>
              <a:sym typeface="Arial"/>
            </a:endParaRPr>
          </a:p>
        </p:txBody>
      </p:sp>
      <p:sp>
        <p:nvSpPr>
          <p:cNvPr id="2257" name="Google Shape;2257;h26f5b0a23d79581a_2_146"/>
          <p:cNvSpPr/>
          <p:nvPr/>
        </p:nvSpPr>
        <p:spPr>
          <a:xfrm>
            <a:off x="9363698" y="4772025"/>
            <a:ext cx="272321" cy="272321"/>
          </a:xfrm>
          <a:custGeom>
            <a:rect b="b" l="l" r="r" t="t"/>
            <a:pathLst>
              <a:path extrusionOk="0" h="272321" w="272321">
                <a:moveTo>
                  <a:pt x="0" y="0"/>
                </a:moveTo>
                <a:lnTo>
                  <a:pt x="272321" y="0"/>
                </a:lnTo>
                <a:lnTo>
                  <a:pt x="272321" y="272321"/>
                </a:lnTo>
                <a:lnTo>
                  <a:pt x="0" y="272321"/>
                </a:lnTo>
                <a:lnTo>
                  <a:pt x="0" y="0"/>
                </a:lnTo>
                <a:close/>
              </a:path>
            </a:pathLst>
          </a:custGeom>
          <a:blipFill rotWithShape="1">
            <a:blip r:embed="rId4">
              <a:alphaModFix/>
            </a:blip>
            <a:stretch>
              <a:fillRect b="0" l="0" r="0" t="0"/>
            </a:stretch>
          </a:blipFill>
          <a:ln>
            <a:noFill/>
          </a:ln>
        </p:spPr>
      </p:sp>
      <p:sp>
        <p:nvSpPr>
          <p:cNvPr id="2258" name="Google Shape;2258;h26f5b0a23d79581a_2_146"/>
          <p:cNvSpPr txBox="1"/>
          <p:nvPr/>
        </p:nvSpPr>
        <p:spPr>
          <a:xfrm>
            <a:off x="9757649" y="4667250"/>
            <a:ext cx="6140400" cy="4311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2800"/>
              <a:buFont typeface="Arial"/>
              <a:buNone/>
            </a:pPr>
            <a:r>
              <a:rPr b="1" i="0" lang="en-US" spc="0" sz="2800" u="none" cap="none" strike="noStrike">
                <a:solidFill>
                  <a:srgbClr val="20538B"/>
                </a:solidFill>
                <a:latin typeface="Arial"/>
                <a:ea typeface="Arial"/>
                <a:cs typeface="Arial"/>
                <a:sym typeface="Arial"/>
              </a:rPr>
              <a:t>어떻게 신뢰하나</a:t>
            </a:r>
            <a:endParaRPr b="0" i="0" spc="0" sz="1400" u="none" cap="none" strike="noStrike">
              <a:solidFill>
                <a:srgbClr val="000000"/>
              </a:solidFill>
              <a:latin typeface="Arial"/>
              <a:ea typeface="Arial"/>
              <a:cs typeface="Arial"/>
              <a:sym typeface="Arial"/>
            </a:endParaRPr>
          </a:p>
        </p:txBody>
      </p:sp>
      <p:sp>
        <p:nvSpPr>
          <p:cNvPr id="2259" name="Google Shape;2259;h26f5b0a23d79581a_2_146"/>
          <p:cNvSpPr txBox="1"/>
          <p:nvPr/>
        </p:nvSpPr>
        <p:spPr>
          <a:xfrm>
            <a:off x="9757650" y="5238750"/>
            <a:ext cx="7331400" cy="3903600"/>
          </a:xfrm>
          <a:prstGeom prst="rect">
            <a:avLst/>
          </a:prstGeom>
          <a:noFill/>
          <a:ln>
            <a:noFill/>
          </a:ln>
        </p:spPr>
        <p:txBody>
          <a:bodyPr anchorCtr="0" anchor="t" bIns="0" lIns="0" spcFirstLastPara="1" rIns="0" wrap="square" tIns="0">
            <a:spAutoFit/>
          </a:bodyPr>
          <a:lstStyle/>
          <a:p>
            <a:pPr indent="-349250" lvl="0" marL="457200" marR="0" rtl="0" algn="l">
              <a:lnSpc>
                <a:spcPct val="155000"/>
              </a:lnSpc>
              <a:spcBef>
                <a:spcPts val="0"/>
              </a:spcBef>
              <a:spcAft>
                <a:spcPts val="0"/>
              </a:spcAft>
              <a:buClr>
                <a:srgbClr val="20538B"/>
              </a:buClr>
              <a:buSzPts val="1900"/>
              <a:buFont typeface="Arial"/>
              <a:buChar char="-"/>
            </a:pPr>
            <a:r>
              <a:rPr b="1" i="0" lang="en-US" spc="0" sz="1900" u="none" cap="none" strike="noStrike">
                <a:solidFill>
                  <a:srgbClr val="20538B"/>
                </a:solidFill>
                <a:latin typeface="Arial"/>
                <a:ea typeface="Arial"/>
                <a:cs typeface="Arial"/>
                <a:sym typeface="Arial"/>
              </a:rPr>
              <a:t>구조화 출력</a:t>
            </a:r>
            <a:endParaRPr b="0" i="0" spc="0" sz="1900" u="none" cap="none" strike="noStrike">
              <a:solidFill>
                <a:srgbClr val="20538B"/>
              </a:solidFill>
              <a:latin typeface="Arial"/>
              <a:ea typeface="Arial"/>
              <a:cs typeface="Arial"/>
              <a:sym typeface="Arial"/>
            </a:endParaRPr>
          </a:p>
          <a:p>
            <a:pPr indent="0" lvl="0" marL="457200" marR="0" rtl="0" algn="l">
              <a:lnSpc>
                <a:spcPct val="155000"/>
              </a:lnSpc>
              <a:spcBef>
                <a:spcPts val="0"/>
              </a:spcBef>
              <a:spcAft>
                <a:spcPts val="0"/>
              </a:spcAft>
              <a:buClr>
                <a:srgbClr val="000000"/>
              </a:buClr>
              <a:buSzPts val="1900"/>
              <a:buFont typeface="Arial"/>
              <a:buNone/>
            </a:pPr>
            <a:r>
              <a:rPr b="0" i="0" lang="en-US" spc="0" sz="1900" u="none" cap="none" strike="noStrike">
                <a:solidFill>
                  <a:srgbClr val="20538B"/>
                </a:solidFill>
                <a:latin typeface="Arial"/>
                <a:ea typeface="Arial"/>
                <a:cs typeface="Arial"/>
                <a:sym typeface="Arial"/>
              </a:rPr>
              <a:t>LLM 응답을 pydantic 모델로 직접 받음 (필드 고정)</a:t>
            </a:r>
            <a:endParaRPr b="0" i="0" spc="0" sz="1900" u="none" cap="none" strike="noStrike">
              <a:solidFill>
                <a:srgbClr val="20538B"/>
              </a:solidFill>
              <a:latin typeface="Arial"/>
              <a:ea typeface="Arial"/>
              <a:cs typeface="Arial"/>
              <a:sym typeface="Arial"/>
            </a:endParaRPr>
          </a:p>
          <a:p>
            <a:pPr indent="-349250" lvl="0" marL="457200" marR="0" rtl="0" algn="l">
              <a:lnSpc>
                <a:spcPct val="155000"/>
              </a:lnSpc>
              <a:spcBef>
                <a:spcPts val="0"/>
              </a:spcBef>
              <a:spcAft>
                <a:spcPts val="0"/>
              </a:spcAft>
              <a:buClr>
                <a:srgbClr val="20538B"/>
              </a:buClr>
              <a:buSzPts val="1900"/>
              <a:buFont typeface="Arial"/>
              <a:buChar char="-"/>
            </a:pPr>
            <a:r>
              <a:rPr b="1" i="0" lang="en-US" spc="0" sz="1900" u="none" cap="none" strike="noStrike">
                <a:solidFill>
                  <a:srgbClr val="20538B"/>
                </a:solidFill>
                <a:latin typeface="Arial"/>
                <a:ea typeface="Arial"/>
                <a:cs typeface="Arial"/>
                <a:sym typeface="Arial"/>
              </a:rPr>
              <a:t>닫힌 목록 3중 검증</a:t>
            </a:r>
            <a:endParaRPr b="0" i="0" spc="0" sz="1900" u="none" cap="none" strike="noStrike">
              <a:solidFill>
                <a:srgbClr val="20538B"/>
              </a:solidFill>
              <a:latin typeface="Arial"/>
              <a:ea typeface="Arial"/>
              <a:cs typeface="Arial"/>
              <a:sym typeface="Arial"/>
            </a:endParaRPr>
          </a:p>
          <a:p>
            <a:pPr indent="0" lvl="0" marL="457200" marR="0" rtl="0" algn="l">
              <a:lnSpc>
                <a:spcPct val="155000"/>
              </a:lnSpc>
              <a:spcBef>
                <a:spcPts val="0"/>
              </a:spcBef>
              <a:spcAft>
                <a:spcPts val="0"/>
              </a:spcAft>
              <a:buClr>
                <a:srgbClr val="000000"/>
              </a:buClr>
              <a:buSzPts val="1900"/>
              <a:buFont typeface="Arial"/>
              <a:buNone/>
            </a:pPr>
            <a:r>
              <a:rPr b="0" i="0" lang="en-US" spc="0" sz="1900" u="none" cap="none" strike="noStrike">
                <a:solidFill>
                  <a:srgbClr val="20538B"/>
                </a:solidFill>
                <a:latin typeface="Arial"/>
                <a:ea typeface="Arial"/>
                <a:cs typeface="Arial"/>
                <a:sym typeface="Arial"/>
              </a:rPr>
              <a:t>101개 기준 목록 · 관련 법규 조문 · 원문 항 번호 밖은 버림</a:t>
            </a:r>
            <a:endParaRPr b="0" i="0" spc="0" sz="1900" u="none" cap="none" strike="noStrike">
              <a:solidFill>
                <a:srgbClr val="20538B"/>
              </a:solidFill>
              <a:latin typeface="Arial"/>
              <a:ea typeface="Arial"/>
              <a:cs typeface="Arial"/>
              <a:sym typeface="Arial"/>
            </a:endParaRPr>
          </a:p>
          <a:p>
            <a:pPr indent="-349250" lvl="0" marL="457200" marR="0" rtl="0" algn="l">
              <a:lnSpc>
                <a:spcPct val="155000"/>
              </a:lnSpc>
              <a:spcBef>
                <a:spcPts val="0"/>
              </a:spcBef>
              <a:spcAft>
                <a:spcPts val="0"/>
              </a:spcAft>
              <a:buClr>
                <a:srgbClr val="20538B"/>
              </a:buClr>
              <a:buSzPts val="1900"/>
              <a:buFont typeface="Arial"/>
              <a:buChar char="-"/>
            </a:pPr>
            <a:r>
              <a:rPr b="1" i="0" lang="en-US" spc="0" sz="1900" u="none" cap="none" strike="noStrike">
                <a:solidFill>
                  <a:srgbClr val="20538B"/>
                </a:solidFill>
                <a:latin typeface="Arial"/>
                <a:ea typeface="Arial"/>
                <a:cs typeface="Arial"/>
                <a:sym typeface="Arial"/>
              </a:rPr>
              <a:t>조문 원문은 복사만</a:t>
            </a:r>
            <a:endParaRPr b="0" i="0" spc="0" sz="1900" u="none" cap="none" strike="noStrike">
              <a:solidFill>
                <a:srgbClr val="20538B"/>
              </a:solidFill>
              <a:latin typeface="Arial"/>
              <a:ea typeface="Arial"/>
              <a:cs typeface="Arial"/>
              <a:sym typeface="Arial"/>
            </a:endParaRPr>
          </a:p>
          <a:p>
            <a:pPr indent="0" lvl="0" marL="457200" marR="0" rtl="0" algn="l">
              <a:lnSpc>
                <a:spcPct val="155000"/>
              </a:lnSpc>
              <a:spcBef>
                <a:spcPts val="0"/>
              </a:spcBef>
              <a:spcAft>
                <a:spcPts val="0"/>
              </a:spcAft>
              <a:buClr>
                <a:srgbClr val="000000"/>
              </a:buClr>
              <a:buSzPts val="1900"/>
              <a:buFont typeface="Arial"/>
              <a:buNone/>
            </a:pPr>
            <a:r>
              <a:rPr b="0" i="0" lang="en-US" spc="0" sz="1900" u="none" cap="none" strike="noStrike">
                <a:solidFill>
                  <a:srgbClr val="20538B"/>
                </a:solidFill>
                <a:latin typeface="Arial"/>
                <a:ea typeface="Arial"/>
                <a:cs typeface="Arial"/>
                <a:sym typeface="Arial"/>
              </a:rPr>
              <a:t>text는 법령 txt 그대로. AI 문장은 reason·review_note만</a:t>
            </a:r>
            <a:endParaRPr b="0" i="0" spc="0" sz="1900" u="none" cap="none" strike="noStrike">
              <a:solidFill>
                <a:srgbClr val="20538B"/>
              </a:solidFill>
              <a:latin typeface="Arial"/>
              <a:ea typeface="Arial"/>
              <a:cs typeface="Arial"/>
              <a:sym typeface="Arial"/>
            </a:endParaRPr>
          </a:p>
        </p:txBody>
      </p:sp>
      <p:pic>
        <p:nvPicPr>
          <p:cNvPr descr="py_dark.png" id="2260" name="Google Shape;2260;h26f5b0a23d79581a_2_146"/>
          <p:cNvPicPr preferRelativeResize="0"/>
          <p:nvPr/>
        </p:nvPicPr>
        <p:blipFill rotWithShape="1">
          <a:blip r:embed="rId5">
            <a:alphaModFix/>
          </a:blip>
          <a:srcRect b="0" l="0" r="0" t="0"/>
          <a:stretch/>
        </p:blipFill>
        <p:spPr>
          <a:xfrm>
            <a:off x="1844140" y="3285075"/>
            <a:ext cx="6949724" cy="4744000"/>
          </a:xfrm>
          <a:prstGeom prst="rect">
            <a:avLst/>
          </a:prstGeom>
          <a:noFill/>
          <a:ln>
            <a:noFill/>
          </a:ln>
        </p:spPr>
      </p:pic>
      <p:sp>
        <p:nvSpPr>
          <p:cNvPr id="2261" name="Google Shape;2261;h26f5b0a23d79581a_2_146"/>
          <p:cNvSpPr/>
          <p:nvPr/>
        </p:nvSpPr>
        <p:spPr>
          <a:xfrm>
            <a:off x="1826200" y="3183275"/>
            <a:ext cx="7154100" cy="4845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pc="0" sz="1400" u="none" cap="none" strike="noStrike">
              <a:solidFill>
                <a:srgbClr val="20538B"/>
              </a:solidFill>
              <a:latin typeface="Arial"/>
              <a:ea typeface="Arial"/>
              <a:cs typeface="Arial"/>
              <a:sym typeface="Arial"/>
            </a:endParaRPr>
          </a:p>
        </p:txBody>
      </p:sp>
      <p:sp>
        <p:nvSpPr>
          <p:cNvPr id="2262" name="Google Shape;2262;h26f5b0a23d79581a_2_146"/>
          <p:cNvSpPr txBox="1"/>
          <p:nvPr/>
        </p:nvSpPr>
        <p:spPr>
          <a:xfrm>
            <a:off x="1819275" y="8286750"/>
            <a:ext cx="14287500" cy="381000"/>
          </a:xfrm>
          <a:prstGeom prst="rect">
            <a:avLst/>
          </a:prstGeom>
          <a:noFill/>
          <a:ln>
            <a:noFill/>
          </a:ln>
        </p:spPr>
        <p:txBody>
          <a:bodyPr anchorCtr="0" anchor="t" bIns="45700" lIns="91425" spcFirstLastPara="1" rIns="91425" wrap="square" tIns="45700">
            <a:spAutoFit/>
          </a:bodyPr>
          <a:lstStyle/>
          <a:p>
            <a:pPr indent="0" lvl="0" marL="0" marR="0" rtl="0" algn="l">
              <a:lnSpc>
                <a:spcPct val="130000"/>
              </a:lnSpc>
              <a:spcBef>
                <a:spcPts val="0"/>
              </a:spcBef>
              <a:spcAft>
                <a:spcPts val="0"/>
              </a:spcAft>
              <a:buNone/>
            </a:pPr>
            <a:r>
              <a:rPr b="0" i="0" lang="en-US" spc="0" sz="1500" u="none" cap="none" strike="noStrike">
                <a:solidFill>
                  <a:srgbClr val="20538B"/>
                </a:solidFill>
                <a:latin typeface="Arial"/>
                <a:ea typeface="Arial"/>
                <a:cs typeface="Arial"/>
                <a:sym typeface="Arial"/>
              </a:rPr>
              <a:t>Python · OpenAI gpt-5.5 structured output · pydantic v2 · pdfplumber(법제처·KISA PDF → txt) · 단위 테스트 38건</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6" name="Shape 2266"/>
        <p:cNvGrpSpPr/>
        <p:nvPr/>
      </p:nvGrpSpPr>
      <p:grpSpPr>
        <a:xfrm>
          <a:off x="0" y="0"/>
          <a:ext cx="0" cy="0"/>
          <a:chOff x="0" y="0"/>
          <a:chExt cx="0" cy="0"/>
        </a:xfrm>
      </p:grpSpPr>
      <p:grpSp>
        <p:nvGrpSpPr>
          <p:cNvPr id="2267" name="Google Shape;2267;h26f5b0a23d79581a_2_178"/>
          <p:cNvGrpSpPr/>
          <p:nvPr/>
        </p:nvGrpSpPr>
        <p:grpSpPr>
          <a:xfrm>
            <a:off x="-1081198" y="3274348"/>
            <a:ext cx="20615256" cy="7012652"/>
            <a:chOff x="-99237" y="-1"/>
            <a:chExt cx="27487007" cy="9350203"/>
          </a:xfrm>
        </p:grpSpPr>
        <p:grpSp>
          <p:nvGrpSpPr>
            <p:cNvPr id="2268" name="Google Shape;2268;h26f5b0a23d79581a_2_178"/>
            <p:cNvGrpSpPr/>
            <p:nvPr/>
          </p:nvGrpSpPr>
          <p:grpSpPr>
            <a:xfrm rot="-5400000">
              <a:off x="11107419" y="-11206657"/>
              <a:ext cx="4770675" cy="27183987"/>
              <a:chOff x="0" y="-38100"/>
              <a:chExt cx="1831597" cy="10436700"/>
            </a:xfrm>
          </p:grpSpPr>
          <p:sp>
            <p:nvSpPr>
              <p:cNvPr id="2269" name="Google Shape;2269;h26f5b0a23d79581a_2_178"/>
              <p:cNvSpPr/>
              <p:nvPr/>
            </p:nvSpPr>
            <p:spPr>
              <a:xfrm>
                <a:off x="0" y="0"/>
                <a:ext cx="1831597" cy="10398600"/>
              </a:xfrm>
              <a:custGeom>
                <a:rect b="b" l="l" r="r" t="t"/>
                <a:pathLst>
                  <a:path extrusionOk="0" h="10398600" w="1831597">
                    <a:moveTo>
                      <a:pt x="0" y="0"/>
                    </a:moveTo>
                    <a:lnTo>
                      <a:pt x="1831597" y="0"/>
                    </a:lnTo>
                    <a:lnTo>
                      <a:pt x="1831597" y="10398600"/>
                    </a:lnTo>
                    <a:lnTo>
                      <a:pt x="0" y="10398600"/>
                    </a:lnTo>
                    <a:close/>
                  </a:path>
                </a:pathLst>
              </a:custGeom>
              <a:solidFill>
                <a:srgbClr val="CBDDEF"/>
              </a:solidFill>
              <a:ln>
                <a:noFill/>
              </a:ln>
            </p:spPr>
          </p:sp>
          <p:sp>
            <p:nvSpPr>
              <p:cNvPr id="2270" name="Google Shape;2270;h26f5b0a23d79581a_2_178"/>
              <p:cNvSpPr txBox="1"/>
              <p:nvPr/>
            </p:nvSpPr>
            <p:spPr>
              <a:xfrm>
                <a:off x="0" y="-38100"/>
                <a:ext cx="1831597" cy="10436700"/>
              </a:xfrm>
              <a:prstGeom prst="rect">
                <a:avLst/>
              </a:prstGeom>
              <a:noFill/>
              <a:ln>
                <a:noFill/>
              </a:ln>
            </p:spPr>
            <p:txBody>
              <a:bodyPr anchorCtr="0" anchor="ctr" bIns="27000" lIns="27000" spcFirstLastPara="1" rIns="27000" wrap="square" tIns="27000">
                <a:noAutofit/>
              </a:bodyPr>
              <a:lstStyle/>
              <a:p>
                <a:pPr indent="0" lvl="0" marL="0" marR="0" rtl="0" algn="ctr">
                  <a:lnSpc>
                    <a:spcPct val="155500"/>
                  </a:lnSpc>
                  <a:spcBef>
                    <a:spcPts val="0"/>
                  </a:spcBef>
                  <a:spcAft>
                    <a:spcPts val="0"/>
                  </a:spcAft>
                  <a:buClr>
                    <a:srgbClr val="000000"/>
                  </a:buClr>
                  <a:buSzPts val="1800"/>
                  <a:buFont typeface="Arial"/>
                  <a:buNone/>
                </a:pPr>
                <a:r>
                  <a:t/>
                </a:r>
                <a:endParaRPr b="0" i="0" spc="0" sz="1800" u="none" cap="none" strike="noStrike">
                  <a:solidFill>
                    <a:schemeClr val="dk1"/>
                  </a:solidFill>
                  <a:latin typeface="Arial"/>
                  <a:ea typeface="Arial"/>
                  <a:cs typeface="Arial"/>
                  <a:sym typeface="Arial"/>
                </a:endParaRPr>
              </a:p>
            </p:txBody>
          </p:sp>
        </p:grpSp>
        <p:grpSp>
          <p:nvGrpSpPr>
            <p:cNvPr id="2271" name="Google Shape;2271;h26f5b0a23d79581a_2_178"/>
            <p:cNvGrpSpPr/>
            <p:nvPr/>
          </p:nvGrpSpPr>
          <p:grpSpPr>
            <a:xfrm rot="-5400000">
              <a:off x="11636974" y="-6400594"/>
              <a:ext cx="4579528" cy="26922063"/>
              <a:chOff x="0" y="-38100"/>
              <a:chExt cx="1758210" cy="10336140"/>
            </a:xfrm>
          </p:grpSpPr>
          <p:sp>
            <p:nvSpPr>
              <p:cNvPr id="2272" name="Google Shape;2272;h26f5b0a23d79581a_2_178"/>
              <p:cNvSpPr/>
              <p:nvPr/>
            </p:nvSpPr>
            <p:spPr>
              <a:xfrm>
                <a:off x="0" y="0"/>
                <a:ext cx="1758210" cy="10298040"/>
              </a:xfrm>
              <a:custGeom>
                <a:rect b="b" l="l" r="r" t="t"/>
                <a:pathLst>
                  <a:path extrusionOk="0" h="10298040" w="1758210">
                    <a:moveTo>
                      <a:pt x="0" y="0"/>
                    </a:moveTo>
                    <a:lnTo>
                      <a:pt x="1758210" y="0"/>
                    </a:lnTo>
                    <a:lnTo>
                      <a:pt x="1758210" y="10298040"/>
                    </a:lnTo>
                    <a:lnTo>
                      <a:pt x="0" y="10298040"/>
                    </a:lnTo>
                    <a:close/>
                  </a:path>
                </a:pathLst>
              </a:custGeom>
              <a:solidFill>
                <a:srgbClr val="94B6DA"/>
              </a:solidFill>
              <a:ln>
                <a:noFill/>
              </a:ln>
            </p:spPr>
          </p:sp>
          <p:sp>
            <p:nvSpPr>
              <p:cNvPr id="2273" name="Google Shape;2273;h26f5b0a23d79581a_2_178"/>
              <p:cNvSpPr txBox="1"/>
              <p:nvPr/>
            </p:nvSpPr>
            <p:spPr>
              <a:xfrm>
                <a:off x="0" y="-38100"/>
                <a:ext cx="1758210" cy="10336140"/>
              </a:xfrm>
              <a:prstGeom prst="rect">
                <a:avLst/>
              </a:prstGeom>
              <a:noFill/>
              <a:ln>
                <a:noFill/>
              </a:ln>
            </p:spPr>
            <p:txBody>
              <a:bodyPr anchorCtr="0" anchor="ctr" bIns="27000" lIns="27000" spcFirstLastPara="1" rIns="27000" wrap="square" tIns="27000">
                <a:noAutofit/>
              </a:bodyPr>
              <a:lstStyle/>
              <a:p>
                <a:pPr indent="0" lvl="0" marL="0" marR="0" rtl="0" algn="ctr">
                  <a:lnSpc>
                    <a:spcPct val="155500"/>
                  </a:lnSpc>
                  <a:spcBef>
                    <a:spcPts val="0"/>
                  </a:spcBef>
                  <a:spcAft>
                    <a:spcPts val="0"/>
                  </a:spcAft>
                  <a:buClr>
                    <a:srgbClr val="000000"/>
                  </a:buClr>
                  <a:buSzPts val="1800"/>
                  <a:buFont typeface="Arial"/>
                  <a:buNone/>
                </a:pPr>
                <a:r>
                  <a:t/>
                </a:r>
                <a:endParaRPr b="0" i="0" spc="0" sz="1800" u="none" cap="none" strike="noStrike">
                  <a:solidFill>
                    <a:schemeClr val="dk1"/>
                  </a:solidFill>
                  <a:latin typeface="Arial"/>
                  <a:ea typeface="Arial"/>
                  <a:cs typeface="Arial"/>
                  <a:sym typeface="Arial"/>
                </a:endParaRPr>
              </a:p>
            </p:txBody>
          </p:sp>
        </p:grpSp>
      </p:grpSp>
      <p:grpSp>
        <p:nvGrpSpPr>
          <p:cNvPr id="2274" name="Google Shape;2274;h26f5b0a23d79581a_2_178"/>
          <p:cNvGrpSpPr/>
          <p:nvPr/>
        </p:nvGrpSpPr>
        <p:grpSpPr>
          <a:xfrm>
            <a:off x="731085" y="622849"/>
            <a:ext cx="16825832" cy="9050183"/>
            <a:chOff x="0" y="-108814"/>
            <a:chExt cx="22434442" cy="12066910"/>
          </a:xfrm>
        </p:grpSpPr>
        <p:grpSp>
          <p:nvGrpSpPr>
            <p:cNvPr id="2275" name="Google Shape;2275;h26f5b0a23d79581a_2_178"/>
            <p:cNvGrpSpPr/>
            <p:nvPr/>
          </p:nvGrpSpPr>
          <p:grpSpPr>
            <a:xfrm>
              <a:off x="26537" y="10214890"/>
              <a:ext cx="22386981" cy="1743206"/>
              <a:chOff x="0" y="-47625"/>
              <a:chExt cx="9809754" cy="763855"/>
            </a:xfrm>
          </p:grpSpPr>
          <p:sp>
            <p:nvSpPr>
              <p:cNvPr id="2276" name="Google Shape;2276;h26f5b0a23d79581a_2_178"/>
              <p:cNvSpPr/>
              <p:nvPr/>
            </p:nvSpPr>
            <p:spPr>
              <a:xfrm>
                <a:off x="0" y="0"/>
                <a:ext cx="9809754" cy="716230"/>
              </a:xfrm>
              <a:custGeom>
                <a:rect b="b" l="l" r="r" t="t"/>
                <a:pathLst>
                  <a:path extrusionOk="0" h="716230" w="9809754">
                    <a:moveTo>
                      <a:pt x="0" y="0"/>
                    </a:moveTo>
                    <a:lnTo>
                      <a:pt x="9809754" y="0"/>
                    </a:lnTo>
                    <a:lnTo>
                      <a:pt x="9809754" y="716230"/>
                    </a:lnTo>
                    <a:lnTo>
                      <a:pt x="0" y="716230"/>
                    </a:lnTo>
                    <a:close/>
                  </a:path>
                </a:pathLst>
              </a:custGeom>
              <a:solidFill>
                <a:srgbClr val="20538B"/>
              </a:solidFill>
              <a:ln cap="sq" cmpd="sng" w="38100">
                <a:solidFill>
                  <a:srgbClr val="20538B"/>
                </a:solidFill>
                <a:prstDash val="solid"/>
                <a:miter lim="80"/>
                <a:headEnd len="sm" w="sm" type="none"/>
                <a:tailEnd len="sm" w="sm" type="none"/>
              </a:ln>
            </p:spPr>
          </p:sp>
          <p:sp>
            <p:nvSpPr>
              <p:cNvPr id="2277" name="Google Shape;2277;h26f5b0a23d79581a_2_178"/>
              <p:cNvSpPr txBox="1"/>
              <p:nvPr/>
            </p:nvSpPr>
            <p:spPr>
              <a:xfrm>
                <a:off x="0" y="-47625"/>
                <a:ext cx="9809754" cy="763855"/>
              </a:xfrm>
              <a:prstGeom prst="rect">
                <a:avLst/>
              </a:prstGeom>
              <a:noFill/>
              <a:ln>
                <a:noFill/>
              </a:ln>
            </p:spPr>
            <p:txBody>
              <a:bodyPr anchorCtr="0" anchor="ctr" bIns="50800" lIns="50800" spcFirstLastPara="1" rIns="50800" wrap="square" tIns="50800">
                <a:noAutofit/>
              </a:bodyPr>
              <a:lstStyle/>
              <a:p>
                <a:pPr indent="0" lvl="0" marL="0" marR="0" rtl="0" algn="ctr">
                  <a:lnSpc>
                    <a:spcPct val="175722"/>
                  </a:lnSpc>
                  <a:spcBef>
                    <a:spcPts val="0"/>
                  </a:spcBef>
                  <a:spcAft>
                    <a:spcPts val="0"/>
                  </a:spcAft>
                  <a:buClr>
                    <a:srgbClr val="000000"/>
                  </a:buClr>
                  <a:buSzPts val="1800"/>
                  <a:buFont typeface="Arial"/>
                  <a:buNone/>
                </a:pPr>
                <a:r>
                  <a:t/>
                </a:r>
                <a:endParaRPr b="0" i="0" spc="0" sz="1800" u="none" cap="none" strike="noStrike">
                  <a:solidFill>
                    <a:schemeClr val="dk1"/>
                  </a:solidFill>
                  <a:latin typeface="Arial"/>
                  <a:ea typeface="Arial"/>
                  <a:cs typeface="Arial"/>
                  <a:sym typeface="Arial"/>
                </a:endParaRPr>
              </a:p>
            </p:txBody>
          </p:sp>
        </p:grpSp>
        <p:grpSp>
          <p:nvGrpSpPr>
            <p:cNvPr id="2278" name="Google Shape;2278;h26f5b0a23d79581a_2_178"/>
            <p:cNvGrpSpPr/>
            <p:nvPr/>
          </p:nvGrpSpPr>
          <p:grpSpPr>
            <a:xfrm>
              <a:off x="0" y="-108814"/>
              <a:ext cx="22434442" cy="11946255"/>
              <a:chOff x="0" y="-47625"/>
              <a:chExt cx="9818922" cy="5228539"/>
            </a:xfrm>
          </p:grpSpPr>
          <p:sp>
            <p:nvSpPr>
              <p:cNvPr id="2279" name="Google Shape;2279;h26f5b0a23d79581a_2_178"/>
              <p:cNvSpPr/>
              <p:nvPr/>
            </p:nvSpPr>
            <p:spPr>
              <a:xfrm>
                <a:off x="0" y="0"/>
                <a:ext cx="9818922" cy="5180914"/>
              </a:xfrm>
              <a:custGeom>
                <a:rect b="b" l="l" r="r" t="t"/>
                <a:pathLst>
                  <a:path extrusionOk="0" h="5180914" w="9818922">
                    <a:moveTo>
                      <a:pt x="0" y="0"/>
                    </a:moveTo>
                    <a:lnTo>
                      <a:pt x="9818922" y="0"/>
                    </a:lnTo>
                    <a:lnTo>
                      <a:pt x="9818922" y="5180914"/>
                    </a:lnTo>
                    <a:lnTo>
                      <a:pt x="0" y="5180914"/>
                    </a:lnTo>
                    <a:close/>
                  </a:path>
                </a:pathLst>
              </a:custGeom>
              <a:solidFill>
                <a:srgbClr val="FFFFFF"/>
              </a:solidFill>
              <a:ln cap="sq" cmpd="sng" w="38100">
                <a:solidFill>
                  <a:srgbClr val="20538B"/>
                </a:solidFill>
                <a:prstDash val="solid"/>
                <a:miter lim="80"/>
                <a:headEnd len="sm" w="sm" type="none"/>
                <a:tailEnd len="sm" w="sm" type="none"/>
              </a:ln>
            </p:spPr>
          </p:sp>
          <p:sp>
            <p:nvSpPr>
              <p:cNvPr id="2280" name="Google Shape;2280;h26f5b0a23d79581a_2_178"/>
              <p:cNvSpPr txBox="1"/>
              <p:nvPr/>
            </p:nvSpPr>
            <p:spPr>
              <a:xfrm>
                <a:off x="0" y="-47625"/>
                <a:ext cx="9818921" cy="5228539"/>
              </a:xfrm>
              <a:prstGeom prst="rect">
                <a:avLst/>
              </a:prstGeom>
              <a:noFill/>
              <a:ln>
                <a:noFill/>
              </a:ln>
            </p:spPr>
            <p:txBody>
              <a:bodyPr anchorCtr="0" anchor="ctr" bIns="50800" lIns="50800" spcFirstLastPara="1" rIns="50800" wrap="square" tIns="50800">
                <a:noAutofit/>
              </a:bodyPr>
              <a:lstStyle/>
              <a:p>
                <a:pPr indent="0" lvl="0" marL="0" marR="0" rtl="0" algn="ctr">
                  <a:lnSpc>
                    <a:spcPct val="175722"/>
                  </a:lnSpc>
                  <a:spcBef>
                    <a:spcPts val="0"/>
                  </a:spcBef>
                  <a:spcAft>
                    <a:spcPts val="0"/>
                  </a:spcAft>
                  <a:buClr>
                    <a:srgbClr val="000000"/>
                  </a:buClr>
                  <a:buSzPts val="1800"/>
                  <a:buFont typeface="Arial"/>
                  <a:buNone/>
                </a:pPr>
                <a:r>
                  <a:t/>
                </a:r>
                <a:endParaRPr b="0" i="0" spc="0" sz="1800" u="none" cap="none" strike="noStrike">
                  <a:solidFill>
                    <a:schemeClr val="dk1"/>
                  </a:solidFill>
                  <a:latin typeface="Arial"/>
                  <a:ea typeface="Arial"/>
                  <a:cs typeface="Arial"/>
                  <a:sym typeface="Arial"/>
                </a:endParaRPr>
              </a:p>
            </p:txBody>
          </p:sp>
        </p:grpSp>
      </p:grpSp>
      <p:grpSp>
        <p:nvGrpSpPr>
          <p:cNvPr id="2281" name="Google Shape;2281;h26f5b0a23d79581a_2_178"/>
          <p:cNvGrpSpPr/>
          <p:nvPr/>
        </p:nvGrpSpPr>
        <p:grpSpPr>
          <a:xfrm>
            <a:off x="763743" y="662703"/>
            <a:ext cx="16760151" cy="1561172"/>
            <a:chOff x="0" y="-38100"/>
            <a:chExt cx="8581180" cy="799319"/>
          </a:xfrm>
        </p:grpSpPr>
        <p:sp>
          <p:nvSpPr>
            <p:cNvPr id="2282" name="Google Shape;2282;h26f5b0a23d79581a_2_178"/>
            <p:cNvSpPr/>
            <p:nvPr/>
          </p:nvSpPr>
          <p:spPr>
            <a:xfrm>
              <a:off x="0" y="0"/>
              <a:ext cx="8581180" cy="761219"/>
            </a:xfrm>
            <a:custGeom>
              <a:rect b="b" l="l" r="r" t="t"/>
              <a:pathLst>
                <a:path extrusionOk="0" h="761219" w="8581180">
                  <a:moveTo>
                    <a:pt x="0" y="0"/>
                  </a:moveTo>
                  <a:lnTo>
                    <a:pt x="8581180" y="0"/>
                  </a:lnTo>
                  <a:lnTo>
                    <a:pt x="8581180" y="761219"/>
                  </a:lnTo>
                  <a:lnTo>
                    <a:pt x="0" y="761219"/>
                  </a:lnTo>
                  <a:close/>
                </a:path>
              </a:pathLst>
            </a:custGeom>
            <a:solidFill>
              <a:srgbClr val="EEF6FF"/>
            </a:solidFill>
            <a:ln cap="sq" cmpd="sng" w="9525">
              <a:solidFill>
                <a:srgbClr val="20538B"/>
              </a:solidFill>
              <a:prstDash val="solid"/>
              <a:miter lim="80"/>
              <a:headEnd len="sm" w="sm" type="none"/>
              <a:tailEnd len="sm" w="sm" type="none"/>
            </a:ln>
          </p:spPr>
        </p:sp>
        <p:sp>
          <p:nvSpPr>
            <p:cNvPr id="2283" name="Google Shape;2283;h26f5b0a23d79581a_2_178"/>
            <p:cNvSpPr txBox="1"/>
            <p:nvPr/>
          </p:nvSpPr>
          <p:spPr>
            <a:xfrm>
              <a:off x="0" y="-38100"/>
              <a:ext cx="8581180" cy="799319"/>
            </a:xfrm>
            <a:prstGeom prst="rect">
              <a:avLst/>
            </a:prstGeom>
            <a:noFill/>
            <a:ln>
              <a:noFill/>
            </a:ln>
          </p:spPr>
          <p:txBody>
            <a:bodyPr anchorCtr="0" anchor="ctr" bIns="39175" lIns="39175" spcFirstLastPara="1" rIns="39175" wrap="square" tIns="39175">
              <a:noAutofit/>
            </a:bodyPr>
            <a:lstStyle/>
            <a:p>
              <a:pPr indent="0" lvl="0" marL="0" marR="0" rtl="0" algn="ctr">
                <a:lnSpc>
                  <a:spcPct val="155500"/>
                </a:lnSpc>
                <a:spcBef>
                  <a:spcPts val="0"/>
                </a:spcBef>
                <a:spcAft>
                  <a:spcPts val="0"/>
                </a:spcAft>
                <a:buClr>
                  <a:srgbClr val="000000"/>
                </a:buClr>
                <a:buSzPts val="1800"/>
                <a:buFont typeface="Arial"/>
                <a:buNone/>
              </a:pPr>
              <a:r>
                <a:t/>
              </a:r>
              <a:endParaRPr b="0" i="0" spc="0" sz="1800" u="none" cap="none" strike="noStrike">
                <a:solidFill>
                  <a:schemeClr val="dk1"/>
                </a:solidFill>
                <a:latin typeface="Arial"/>
                <a:ea typeface="Arial"/>
                <a:cs typeface="Arial"/>
                <a:sym typeface="Arial"/>
              </a:endParaRPr>
            </a:p>
          </p:txBody>
        </p:sp>
      </p:grpSp>
      <p:sp>
        <p:nvSpPr>
          <p:cNvPr id="2284" name="Google Shape;2284;h26f5b0a23d79581a_2_178"/>
          <p:cNvSpPr/>
          <p:nvPr/>
        </p:nvSpPr>
        <p:spPr>
          <a:xfrm>
            <a:off x="15531691" y="160918"/>
            <a:ext cx="996214" cy="1021758"/>
          </a:xfrm>
          <a:custGeom>
            <a:rect b="b" l="l" r="r" t="t"/>
            <a:pathLst>
              <a:path extrusionOk="0" h="1021758" w="996214">
                <a:moveTo>
                  <a:pt x="0" y="0"/>
                </a:moveTo>
                <a:lnTo>
                  <a:pt x="996214" y="0"/>
                </a:lnTo>
                <a:lnTo>
                  <a:pt x="996214" y="1021758"/>
                </a:lnTo>
                <a:lnTo>
                  <a:pt x="0" y="1021758"/>
                </a:lnTo>
                <a:lnTo>
                  <a:pt x="0" y="0"/>
                </a:lnTo>
                <a:close/>
              </a:path>
            </a:pathLst>
          </a:custGeom>
          <a:blipFill rotWithShape="1">
            <a:blip r:embed="rId3">
              <a:alphaModFix/>
            </a:blip>
            <a:stretch>
              <a:fillRect b="0" l="0" r="0" t="0"/>
            </a:stretch>
          </a:blipFill>
          <a:ln>
            <a:noFill/>
          </a:ln>
        </p:spPr>
      </p:sp>
      <p:sp>
        <p:nvSpPr>
          <p:cNvPr id="2285" name="Google Shape;2285;h26f5b0a23d79581a_2_178"/>
          <p:cNvSpPr txBox="1"/>
          <p:nvPr/>
        </p:nvSpPr>
        <p:spPr>
          <a:xfrm>
            <a:off x="2412975" y="965900"/>
            <a:ext cx="13335000" cy="2247300"/>
          </a:xfrm>
          <a:prstGeom prst="rect">
            <a:avLst/>
          </a:prstGeom>
          <a:noFill/>
          <a:ln>
            <a:noFill/>
          </a:ln>
        </p:spPr>
        <p:txBody>
          <a:bodyPr anchorCtr="0" anchor="t" bIns="0" lIns="0" spcFirstLastPara="1" rIns="0" wrap="square" tIns="0">
            <a:spAutoFit/>
          </a:bodyPr>
          <a:lstStyle/>
          <a:p>
            <a:pPr indent="0" lvl="0" marL="0" marR="0" rtl="0" algn="l">
              <a:lnSpc>
                <a:spcPct val="192000"/>
              </a:lnSpc>
              <a:spcBef>
                <a:spcPts val="0"/>
              </a:spcBef>
              <a:spcAft>
                <a:spcPts val="0"/>
              </a:spcAft>
              <a:buClr>
                <a:srgbClr val="000000"/>
              </a:buClr>
              <a:buSzPts val="5000"/>
              <a:buFont typeface="Arial"/>
              <a:buNone/>
            </a:pPr>
            <a:r>
              <a:rPr b="1" i="0" lang="en-US" spc="0" sz="5000" u="none" cap="none" strike="noStrike">
                <a:solidFill>
                  <a:srgbClr val="20538B"/>
                </a:solidFill>
                <a:latin typeface="Arial"/>
                <a:ea typeface="Arial"/>
                <a:cs typeface="Arial"/>
                <a:sym typeface="Arial"/>
              </a:rPr>
              <a:t>ISMS-P 연계 및 대응 - </a:t>
            </a:r>
            <a:r>
              <a:rPr b="1" i="0" lang="en-US" spc="0" sz="3500" u="none" cap="none" strike="noStrike">
                <a:solidFill>
                  <a:srgbClr val="20538B"/>
                </a:solidFill>
                <a:latin typeface="Arial"/>
                <a:ea typeface="Arial"/>
                <a:cs typeface="Arial"/>
                <a:sym typeface="Arial"/>
              </a:rPr>
              <a:t> ② 일관성·검증 장치</a:t>
            </a:r>
            <a:endParaRPr b="0" i="0" spc="0" sz="3500" u="none" cap="none" strike="noStrike">
              <a:solidFill>
                <a:srgbClr val="000000"/>
              </a:solidFill>
              <a:latin typeface="Arial"/>
              <a:ea typeface="Arial"/>
              <a:cs typeface="Arial"/>
              <a:sym typeface="Arial"/>
            </a:endParaRPr>
          </a:p>
          <a:p>
            <a:pPr indent="0" lvl="0" marL="0" marR="0" rtl="0" algn="l">
              <a:lnSpc>
                <a:spcPct val="192000"/>
              </a:lnSpc>
              <a:spcBef>
                <a:spcPts val="0"/>
              </a:spcBef>
              <a:spcAft>
                <a:spcPts val="0"/>
              </a:spcAft>
              <a:buClr>
                <a:srgbClr val="000000"/>
              </a:buClr>
              <a:buSzPts val="5000"/>
              <a:buFont typeface="Arial"/>
              <a:buNone/>
            </a:pPr>
            <a:r>
              <a:t/>
            </a:r>
            <a:endParaRPr b="1" i="0" spc="0" sz="5000" u="none" cap="none" strike="noStrike">
              <a:solidFill>
                <a:srgbClr val="20538B"/>
              </a:solidFill>
              <a:latin typeface="Arial"/>
              <a:ea typeface="Arial"/>
              <a:cs typeface="Arial"/>
              <a:sym typeface="Arial"/>
            </a:endParaRPr>
          </a:p>
        </p:txBody>
      </p:sp>
      <p:sp>
        <p:nvSpPr>
          <p:cNvPr id="2286" name="Google Shape;2286;h26f5b0a23d79581a_2_178"/>
          <p:cNvSpPr txBox="1"/>
          <p:nvPr/>
        </p:nvSpPr>
        <p:spPr>
          <a:xfrm>
            <a:off x="1437501" y="920715"/>
            <a:ext cx="834600" cy="751200"/>
          </a:xfrm>
          <a:prstGeom prst="rect">
            <a:avLst/>
          </a:prstGeom>
          <a:noFill/>
          <a:ln>
            <a:noFill/>
          </a:ln>
        </p:spPr>
        <p:txBody>
          <a:bodyPr anchorCtr="0" anchor="t" bIns="0" lIns="0" spcFirstLastPara="1" rIns="0" wrap="square" tIns="0">
            <a:spAutoFit/>
          </a:bodyPr>
          <a:lstStyle/>
          <a:p>
            <a:pPr indent="0" lvl="0" marL="0" marR="0" rtl="0" algn="l">
              <a:lnSpc>
                <a:spcPct val="192009"/>
              </a:lnSpc>
              <a:spcBef>
                <a:spcPts val="0"/>
              </a:spcBef>
              <a:spcAft>
                <a:spcPts val="0"/>
              </a:spcAft>
              <a:buClr>
                <a:srgbClr val="000000"/>
              </a:buClr>
              <a:buSzPts val="4881"/>
              <a:buFont typeface="Arial"/>
              <a:buNone/>
            </a:pPr>
            <a:r>
              <a:rPr b="1" i="0" lang="en-US" spc="0" sz="4881" u="none" cap="none" strike="noStrike">
                <a:solidFill>
                  <a:srgbClr val="CBDDEF"/>
                </a:solidFill>
                <a:latin typeface="Arial"/>
                <a:ea typeface="Arial"/>
                <a:cs typeface="Arial"/>
                <a:sym typeface="Arial"/>
              </a:rPr>
              <a:t>0</a:t>
            </a:r>
            <a:r>
              <a:rPr b="1" lang="en-US" sz="4881">
                <a:solidFill>
                  <a:srgbClr val="CBDDEF"/>
                </a:solidFill>
              </a:rPr>
              <a:t>4</a:t>
            </a:r>
            <a:endParaRPr b="0" i="0" spc="0" sz="1400" u="none" cap="none" strike="noStrike">
              <a:solidFill>
                <a:srgbClr val="000000"/>
              </a:solidFill>
              <a:latin typeface="Arial"/>
              <a:ea typeface="Arial"/>
              <a:cs typeface="Arial"/>
              <a:sym typeface="Arial"/>
            </a:endParaRPr>
          </a:p>
        </p:txBody>
      </p:sp>
      <p:grpSp>
        <p:nvGrpSpPr>
          <p:cNvPr id="2287" name="Google Shape;2287;h26f5b0a23d79581a_2_178"/>
          <p:cNvGrpSpPr/>
          <p:nvPr/>
        </p:nvGrpSpPr>
        <p:grpSpPr>
          <a:xfrm>
            <a:off x="2332509" y="3094623"/>
            <a:ext cx="13622982" cy="939886"/>
            <a:chOff x="0" y="-239633"/>
            <a:chExt cx="18163976" cy="1253181"/>
          </a:xfrm>
        </p:grpSpPr>
        <p:grpSp>
          <p:nvGrpSpPr>
            <p:cNvPr id="2288" name="Google Shape;2288;h26f5b0a23d79581a_2_178"/>
            <p:cNvGrpSpPr/>
            <p:nvPr/>
          </p:nvGrpSpPr>
          <p:grpSpPr>
            <a:xfrm>
              <a:off x="3996106" y="-239633"/>
              <a:ext cx="14167870" cy="1253181"/>
              <a:chOff x="0" y="-47625"/>
              <a:chExt cx="2815747" cy="249059"/>
            </a:xfrm>
          </p:grpSpPr>
          <p:sp>
            <p:nvSpPr>
              <p:cNvPr id="2289" name="Google Shape;2289;h26f5b0a23d79581a_2_178"/>
              <p:cNvSpPr/>
              <p:nvPr/>
            </p:nvSpPr>
            <p:spPr>
              <a:xfrm>
                <a:off x="0" y="0"/>
                <a:ext cx="2815747" cy="201434"/>
              </a:xfrm>
              <a:custGeom>
                <a:rect b="b" l="l" r="r" t="t"/>
                <a:pathLst>
                  <a:path extrusionOk="0" h="201434" w="2815747">
                    <a:moveTo>
                      <a:pt x="0" y="0"/>
                    </a:moveTo>
                    <a:lnTo>
                      <a:pt x="2815747" y="0"/>
                    </a:lnTo>
                    <a:lnTo>
                      <a:pt x="2815747" y="201434"/>
                    </a:lnTo>
                    <a:lnTo>
                      <a:pt x="0" y="201434"/>
                    </a:lnTo>
                    <a:close/>
                  </a:path>
                </a:pathLst>
              </a:custGeom>
              <a:solidFill>
                <a:srgbClr val="EEF6FF"/>
              </a:solidFill>
              <a:ln cap="sq" cmpd="sng" w="9525">
                <a:solidFill>
                  <a:srgbClr val="20538B"/>
                </a:solidFill>
                <a:prstDash val="solid"/>
                <a:miter lim="80"/>
                <a:headEnd len="sm" w="sm" type="none"/>
                <a:tailEnd len="sm" w="sm" type="none"/>
              </a:ln>
            </p:spPr>
          </p:sp>
          <p:sp>
            <p:nvSpPr>
              <p:cNvPr id="2290" name="Google Shape;2290;h26f5b0a23d79581a_2_178"/>
              <p:cNvSpPr txBox="1"/>
              <p:nvPr/>
            </p:nvSpPr>
            <p:spPr>
              <a:xfrm>
                <a:off x="0" y="-47625"/>
                <a:ext cx="2815747" cy="249059"/>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Clr>
                    <a:srgbClr val="000000"/>
                  </a:buClr>
                  <a:buSzPts val="1800"/>
                  <a:buFont typeface="Arial"/>
                  <a:buNone/>
                </a:pPr>
                <a:r>
                  <a:t/>
                </a:r>
                <a:endParaRPr b="0" i="0" spc="0" sz="1800" u="none" cap="none" strike="noStrike">
                  <a:solidFill>
                    <a:schemeClr val="dk1"/>
                  </a:solidFill>
                  <a:latin typeface="Arial"/>
                  <a:ea typeface="Arial"/>
                  <a:cs typeface="Arial"/>
                  <a:sym typeface="Arial"/>
                </a:endParaRPr>
              </a:p>
            </p:txBody>
          </p:sp>
        </p:grpSp>
        <p:grpSp>
          <p:nvGrpSpPr>
            <p:cNvPr id="2291" name="Google Shape;2291;h26f5b0a23d79581a_2_178"/>
            <p:cNvGrpSpPr/>
            <p:nvPr/>
          </p:nvGrpSpPr>
          <p:grpSpPr>
            <a:xfrm>
              <a:off x="0" y="-239633"/>
              <a:ext cx="4889318" cy="1253181"/>
              <a:chOff x="0" y="-47625"/>
              <a:chExt cx="971712" cy="249059"/>
            </a:xfrm>
          </p:grpSpPr>
          <p:sp>
            <p:nvSpPr>
              <p:cNvPr id="2292" name="Google Shape;2292;h26f5b0a23d79581a_2_178"/>
              <p:cNvSpPr/>
              <p:nvPr/>
            </p:nvSpPr>
            <p:spPr>
              <a:xfrm>
                <a:off x="0" y="0"/>
                <a:ext cx="971712" cy="201434"/>
              </a:xfrm>
              <a:custGeom>
                <a:rect b="b" l="l" r="r" t="t"/>
                <a:pathLst>
                  <a:path extrusionOk="0" h="201434" w="971712">
                    <a:moveTo>
                      <a:pt x="0" y="0"/>
                    </a:moveTo>
                    <a:lnTo>
                      <a:pt x="971712" y="0"/>
                    </a:lnTo>
                    <a:lnTo>
                      <a:pt x="971712" y="201434"/>
                    </a:lnTo>
                    <a:lnTo>
                      <a:pt x="0" y="201434"/>
                    </a:lnTo>
                    <a:close/>
                  </a:path>
                </a:pathLst>
              </a:custGeom>
              <a:solidFill>
                <a:srgbClr val="94B6DA"/>
              </a:solidFill>
              <a:ln cap="sq" cmpd="sng" w="9525">
                <a:solidFill>
                  <a:srgbClr val="20538B"/>
                </a:solidFill>
                <a:prstDash val="solid"/>
                <a:miter lim="80"/>
                <a:headEnd len="sm" w="sm" type="none"/>
                <a:tailEnd len="sm" w="sm" type="none"/>
              </a:ln>
            </p:spPr>
          </p:sp>
          <p:sp>
            <p:nvSpPr>
              <p:cNvPr id="2293" name="Google Shape;2293;h26f5b0a23d79581a_2_178"/>
              <p:cNvSpPr txBox="1"/>
              <p:nvPr/>
            </p:nvSpPr>
            <p:spPr>
              <a:xfrm>
                <a:off x="0" y="-47625"/>
                <a:ext cx="971712" cy="249059"/>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Clr>
                    <a:srgbClr val="000000"/>
                  </a:buClr>
                  <a:buSzPts val="1800"/>
                  <a:buFont typeface="Arial"/>
                  <a:buNone/>
                </a:pPr>
                <a:r>
                  <a:t/>
                </a:r>
                <a:endParaRPr b="0" i="0" spc="0" sz="1800" u="none" cap="none" strike="noStrike">
                  <a:solidFill>
                    <a:schemeClr val="dk1"/>
                  </a:solidFill>
                  <a:latin typeface="Arial"/>
                  <a:ea typeface="Arial"/>
                  <a:cs typeface="Arial"/>
                  <a:sym typeface="Arial"/>
                </a:endParaRPr>
              </a:p>
            </p:txBody>
          </p:sp>
        </p:grpSp>
      </p:grpSp>
      <p:grpSp>
        <p:nvGrpSpPr>
          <p:cNvPr id="2294" name="Google Shape;2294;h26f5b0a23d79581a_2_178"/>
          <p:cNvGrpSpPr/>
          <p:nvPr/>
        </p:nvGrpSpPr>
        <p:grpSpPr>
          <a:xfrm>
            <a:off x="2332509" y="4206770"/>
            <a:ext cx="13622982" cy="939886"/>
            <a:chOff x="0" y="-239633"/>
            <a:chExt cx="18163976" cy="1253181"/>
          </a:xfrm>
        </p:grpSpPr>
        <p:grpSp>
          <p:nvGrpSpPr>
            <p:cNvPr id="2295" name="Google Shape;2295;h26f5b0a23d79581a_2_178"/>
            <p:cNvGrpSpPr/>
            <p:nvPr/>
          </p:nvGrpSpPr>
          <p:grpSpPr>
            <a:xfrm>
              <a:off x="3996106" y="-239633"/>
              <a:ext cx="14167870" cy="1253181"/>
              <a:chOff x="0" y="-47625"/>
              <a:chExt cx="2815747" cy="249059"/>
            </a:xfrm>
          </p:grpSpPr>
          <p:sp>
            <p:nvSpPr>
              <p:cNvPr id="2296" name="Google Shape;2296;h26f5b0a23d79581a_2_178"/>
              <p:cNvSpPr/>
              <p:nvPr/>
            </p:nvSpPr>
            <p:spPr>
              <a:xfrm>
                <a:off x="0" y="0"/>
                <a:ext cx="2815747" cy="201434"/>
              </a:xfrm>
              <a:custGeom>
                <a:rect b="b" l="l" r="r" t="t"/>
                <a:pathLst>
                  <a:path extrusionOk="0" h="201434" w="2815747">
                    <a:moveTo>
                      <a:pt x="0" y="0"/>
                    </a:moveTo>
                    <a:lnTo>
                      <a:pt x="2815747" y="0"/>
                    </a:lnTo>
                    <a:lnTo>
                      <a:pt x="2815747" y="201434"/>
                    </a:lnTo>
                    <a:lnTo>
                      <a:pt x="0" y="201434"/>
                    </a:lnTo>
                    <a:close/>
                  </a:path>
                </a:pathLst>
              </a:custGeom>
              <a:solidFill>
                <a:srgbClr val="EEF6FF"/>
              </a:solidFill>
              <a:ln cap="sq" cmpd="sng" w="9525">
                <a:solidFill>
                  <a:srgbClr val="20538B"/>
                </a:solidFill>
                <a:prstDash val="solid"/>
                <a:miter lim="80"/>
                <a:headEnd len="sm" w="sm" type="none"/>
                <a:tailEnd len="sm" w="sm" type="none"/>
              </a:ln>
            </p:spPr>
          </p:sp>
          <p:sp>
            <p:nvSpPr>
              <p:cNvPr id="2297" name="Google Shape;2297;h26f5b0a23d79581a_2_178"/>
              <p:cNvSpPr txBox="1"/>
              <p:nvPr/>
            </p:nvSpPr>
            <p:spPr>
              <a:xfrm>
                <a:off x="0" y="-47625"/>
                <a:ext cx="2815747" cy="249059"/>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Clr>
                    <a:srgbClr val="000000"/>
                  </a:buClr>
                  <a:buSzPts val="1800"/>
                  <a:buFont typeface="Arial"/>
                  <a:buNone/>
                </a:pPr>
                <a:r>
                  <a:t/>
                </a:r>
                <a:endParaRPr b="0" i="0" spc="0" sz="1800" u="none" cap="none" strike="noStrike">
                  <a:solidFill>
                    <a:schemeClr val="dk1"/>
                  </a:solidFill>
                  <a:latin typeface="Arial"/>
                  <a:ea typeface="Arial"/>
                  <a:cs typeface="Arial"/>
                  <a:sym typeface="Arial"/>
                </a:endParaRPr>
              </a:p>
            </p:txBody>
          </p:sp>
        </p:grpSp>
        <p:grpSp>
          <p:nvGrpSpPr>
            <p:cNvPr id="2298" name="Google Shape;2298;h26f5b0a23d79581a_2_178"/>
            <p:cNvGrpSpPr/>
            <p:nvPr/>
          </p:nvGrpSpPr>
          <p:grpSpPr>
            <a:xfrm>
              <a:off x="0" y="-239633"/>
              <a:ext cx="4889318" cy="1253181"/>
              <a:chOff x="0" y="-47625"/>
              <a:chExt cx="971712" cy="249059"/>
            </a:xfrm>
          </p:grpSpPr>
          <p:sp>
            <p:nvSpPr>
              <p:cNvPr id="2299" name="Google Shape;2299;h26f5b0a23d79581a_2_178"/>
              <p:cNvSpPr/>
              <p:nvPr/>
            </p:nvSpPr>
            <p:spPr>
              <a:xfrm>
                <a:off x="0" y="0"/>
                <a:ext cx="971712" cy="201434"/>
              </a:xfrm>
              <a:custGeom>
                <a:rect b="b" l="l" r="r" t="t"/>
                <a:pathLst>
                  <a:path extrusionOk="0" h="201434" w="971712">
                    <a:moveTo>
                      <a:pt x="0" y="0"/>
                    </a:moveTo>
                    <a:lnTo>
                      <a:pt x="971712" y="0"/>
                    </a:lnTo>
                    <a:lnTo>
                      <a:pt x="971712" y="201434"/>
                    </a:lnTo>
                    <a:lnTo>
                      <a:pt x="0" y="201434"/>
                    </a:lnTo>
                    <a:close/>
                  </a:path>
                </a:pathLst>
              </a:custGeom>
              <a:solidFill>
                <a:srgbClr val="94B6DA"/>
              </a:solidFill>
              <a:ln cap="sq" cmpd="sng" w="9525">
                <a:solidFill>
                  <a:srgbClr val="20538B"/>
                </a:solidFill>
                <a:prstDash val="solid"/>
                <a:miter lim="80"/>
                <a:headEnd len="sm" w="sm" type="none"/>
                <a:tailEnd len="sm" w="sm" type="none"/>
              </a:ln>
            </p:spPr>
          </p:sp>
          <p:sp>
            <p:nvSpPr>
              <p:cNvPr id="2300" name="Google Shape;2300;h26f5b0a23d79581a_2_178"/>
              <p:cNvSpPr txBox="1"/>
              <p:nvPr/>
            </p:nvSpPr>
            <p:spPr>
              <a:xfrm>
                <a:off x="0" y="-47625"/>
                <a:ext cx="971712" cy="249059"/>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Clr>
                    <a:srgbClr val="000000"/>
                  </a:buClr>
                  <a:buSzPts val="1800"/>
                  <a:buFont typeface="Arial"/>
                  <a:buNone/>
                </a:pPr>
                <a:r>
                  <a:t/>
                </a:r>
                <a:endParaRPr b="0" i="0" spc="0" sz="1800" u="none" cap="none" strike="noStrike">
                  <a:solidFill>
                    <a:schemeClr val="dk1"/>
                  </a:solidFill>
                  <a:latin typeface="Arial"/>
                  <a:ea typeface="Arial"/>
                  <a:cs typeface="Arial"/>
                  <a:sym typeface="Arial"/>
                </a:endParaRPr>
              </a:p>
            </p:txBody>
          </p:sp>
        </p:grpSp>
      </p:grpSp>
      <p:grpSp>
        <p:nvGrpSpPr>
          <p:cNvPr id="2301" name="Google Shape;2301;h26f5b0a23d79581a_2_178"/>
          <p:cNvGrpSpPr/>
          <p:nvPr/>
        </p:nvGrpSpPr>
        <p:grpSpPr>
          <a:xfrm>
            <a:off x="2332509" y="5335314"/>
            <a:ext cx="13622982" cy="941372"/>
            <a:chOff x="0" y="-239633"/>
            <a:chExt cx="18163976" cy="1255163"/>
          </a:xfrm>
        </p:grpSpPr>
        <p:grpSp>
          <p:nvGrpSpPr>
            <p:cNvPr id="2302" name="Google Shape;2302;h26f5b0a23d79581a_2_178"/>
            <p:cNvGrpSpPr/>
            <p:nvPr/>
          </p:nvGrpSpPr>
          <p:grpSpPr>
            <a:xfrm>
              <a:off x="3996106" y="-239633"/>
              <a:ext cx="14167870" cy="1253181"/>
              <a:chOff x="0" y="-47625"/>
              <a:chExt cx="2815747" cy="249059"/>
            </a:xfrm>
          </p:grpSpPr>
          <p:sp>
            <p:nvSpPr>
              <p:cNvPr id="2303" name="Google Shape;2303;h26f5b0a23d79581a_2_178"/>
              <p:cNvSpPr/>
              <p:nvPr/>
            </p:nvSpPr>
            <p:spPr>
              <a:xfrm>
                <a:off x="0" y="0"/>
                <a:ext cx="2815747" cy="201434"/>
              </a:xfrm>
              <a:custGeom>
                <a:rect b="b" l="l" r="r" t="t"/>
                <a:pathLst>
                  <a:path extrusionOk="0" h="201434" w="2815747">
                    <a:moveTo>
                      <a:pt x="0" y="0"/>
                    </a:moveTo>
                    <a:lnTo>
                      <a:pt x="2815747" y="0"/>
                    </a:lnTo>
                    <a:lnTo>
                      <a:pt x="2815747" y="201434"/>
                    </a:lnTo>
                    <a:lnTo>
                      <a:pt x="0" y="201434"/>
                    </a:lnTo>
                    <a:close/>
                  </a:path>
                </a:pathLst>
              </a:custGeom>
              <a:solidFill>
                <a:srgbClr val="EEF6FF"/>
              </a:solidFill>
              <a:ln cap="sq" cmpd="sng" w="9525">
                <a:solidFill>
                  <a:srgbClr val="20538B"/>
                </a:solidFill>
                <a:prstDash val="solid"/>
                <a:miter lim="80"/>
                <a:headEnd len="sm" w="sm" type="none"/>
                <a:tailEnd len="sm" w="sm" type="none"/>
              </a:ln>
            </p:spPr>
          </p:sp>
          <p:sp>
            <p:nvSpPr>
              <p:cNvPr id="2304" name="Google Shape;2304;h26f5b0a23d79581a_2_178"/>
              <p:cNvSpPr txBox="1"/>
              <p:nvPr/>
            </p:nvSpPr>
            <p:spPr>
              <a:xfrm>
                <a:off x="0" y="-47625"/>
                <a:ext cx="2815747" cy="249059"/>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Clr>
                    <a:srgbClr val="000000"/>
                  </a:buClr>
                  <a:buSzPts val="1800"/>
                  <a:buFont typeface="Arial"/>
                  <a:buNone/>
                </a:pPr>
                <a:r>
                  <a:t/>
                </a:r>
                <a:endParaRPr b="0" i="0" spc="0" sz="1800" u="none" cap="none" strike="noStrike">
                  <a:solidFill>
                    <a:schemeClr val="dk1"/>
                  </a:solidFill>
                  <a:latin typeface="Arial"/>
                  <a:ea typeface="Arial"/>
                  <a:cs typeface="Arial"/>
                  <a:sym typeface="Arial"/>
                </a:endParaRPr>
              </a:p>
            </p:txBody>
          </p:sp>
        </p:grpSp>
        <p:grpSp>
          <p:nvGrpSpPr>
            <p:cNvPr id="2305" name="Google Shape;2305;h26f5b0a23d79581a_2_178"/>
            <p:cNvGrpSpPr/>
            <p:nvPr/>
          </p:nvGrpSpPr>
          <p:grpSpPr>
            <a:xfrm>
              <a:off x="0" y="-237651"/>
              <a:ext cx="4889318" cy="1253181"/>
              <a:chOff x="0" y="-47625"/>
              <a:chExt cx="971712" cy="249059"/>
            </a:xfrm>
          </p:grpSpPr>
          <p:sp>
            <p:nvSpPr>
              <p:cNvPr id="2306" name="Google Shape;2306;h26f5b0a23d79581a_2_178"/>
              <p:cNvSpPr/>
              <p:nvPr/>
            </p:nvSpPr>
            <p:spPr>
              <a:xfrm>
                <a:off x="0" y="0"/>
                <a:ext cx="971712" cy="201434"/>
              </a:xfrm>
              <a:custGeom>
                <a:rect b="b" l="l" r="r" t="t"/>
                <a:pathLst>
                  <a:path extrusionOk="0" h="201434" w="971712">
                    <a:moveTo>
                      <a:pt x="0" y="0"/>
                    </a:moveTo>
                    <a:lnTo>
                      <a:pt x="971712" y="0"/>
                    </a:lnTo>
                    <a:lnTo>
                      <a:pt x="971712" y="201434"/>
                    </a:lnTo>
                    <a:lnTo>
                      <a:pt x="0" y="201434"/>
                    </a:lnTo>
                    <a:close/>
                  </a:path>
                </a:pathLst>
              </a:custGeom>
              <a:solidFill>
                <a:srgbClr val="94B6DA"/>
              </a:solidFill>
              <a:ln cap="sq" cmpd="sng" w="9525">
                <a:solidFill>
                  <a:srgbClr val="20538B"/>
                </a:solidFill>
                <a:prstDash val="solid"/>
                <a:miter lim="80"/>
                <a:headEnd len="sm" w="sm" type="none"/>
                <a:tailEnd len="sm" w="sm" type="none"/>
              </a:ln>
            </p:spPr>
          </p:sp>
          <p:sp>
            <p:nvSpPr>
              <p:cNvPr id="2307" name="Google Shape;2307;h26f5b0a23d79581a_2_178"/>
              <p:cNvSpPr txBox="1"/>
              <p:nvPr/>
            </p:nvSpPr>
            <p:spPr>
              <a:xfrm>
                <a:off x="0" y="-47625"/>
                <a:ext cx="971712" cy="249059"/>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Clr>
                    <a:srgbClr val="000000"/>
                  </a:buClr>
                  <a:buSzPts val="1800"/>
                  <a:buFont typeface="Arial"/>
                  <a:buNone/>
                </a:pPr>
                <a:r>
                  <a:t/>
                </a:r>
                <a:endParaRPr b="0" i="0" spc="0" sz="1800" u="none" cap="none" strike="noStrike">
                  <a:solidFill>
                    <a:schemeClr val="dk1"/>
                  </a:solidFill>
                  <a:latin typeface="Arial"/>
                  <a:ea typeface="Arial"/>
                  <a:cs typeface="Arial"/>
                  <a:sym typeface="Arial"/>
                </a:endParaRPr>
              </a:p>
            </p:txBody>
          </p:sp>
        </p:grpSp>
      </p:grpSp>
      <p:grpSp>
        <p:nvGrpSpPr>
          <p:cNvPr id="2308" name="Google Shape;2308;h26f5b0a23d79581a_2_178"/>
          <p:cNvGrpSpPr/>
          <p:nvPr/>
        </p:nvGrpSpPr>
        <p:grpSpPr>
          <a:xfrm>
            <a:off x="2332509" y="6458911"/>
            <a:ext cx="13622982" cy="939886"/>
            <a:chOff x="0" y="-239633"/>
            <a:chExt cx="18163976" cy="1253181"/>
          </a:xfrm>
        </p:grpSpPr>
        <p:grpSp>
          <p:nvGrpSpPr>
            <p:cNvPr id="2309" name="Google Shape;2309;h26f5b0a23d79581a_2_178"/>
            <p:cNvGrpSpPr/>
            <p:nvPr/>
          </p:nvGrpSpPr>
          <p:grpSpPr>
            <a:xfrm>
              <a:off x="3996106" y="-239633"/>
              <a:ext cx="14167870" cy="1253181"/>
              <a:chOff x="0" y="-47625"/>
              <a:chExt cx="2815747" cy="249059"/>
            </a:xfrm>
          </p:grpSpPr>
          <p:sp>
            <p:nvSpPr>
              <p:cNvPr id="2310" name="Google Shape;2310;h26f5b0a23d79581a_2_178"/>
              <p:cNvSpPr/>
              <p:nvPr/>
            </p:nvSpPr>
            <p:spPr>
              <a:xfrm>
                <a:off x="0" y="0"/>
                <a:ext cx="2815747" cy="201434"/>
              </a:xfrm>
              <a:custGeom>
                <a:rect b="b" l="l" r="r" t="t"/>
                <a:pathLst>
                  <a:path extrusionOk="0" h="201434" w="2815747">
                    <a:moveTo>
                      <a:pt x="0" y="0"/>
                    </a:moveTo>
                    <a:lnTo>
                      <a:pt x="2815747" y="0"/>
                    </a:lnTo>
                    <a:lnTo>
                      <a:pt x="2815747" y="201434"/>
                    </a:lnTo>
                    <a:lnTo>
                      <a:pt x="0" y="201434"/>
                    </a:lnTo>
                    <a:close/>
                  </a:path>
                </a:pathLst>
              </a:custGeom>
              <a:solidFill>
                <a:srgbClr val="EEF6FF"/>
              </a:solidFill>
              <a:ln cap="sq" cmpd="sng" w="9525">
                <a:solidFill>
                  <a:srgbClr val="20538B"/>
                </a:solidFill>
                <a:prstDash val="solid"/>
                <a:miter lim="80"/>
                <a:headEnd len="sm" w="sm" type="none"/>
                <a:tailEnd len="sm" w="sm" type="none"/>
              </a:ln>
            </p:spPr>
          </p:sp>
          <p:sp>
            <p:nvSpPr>
              <p:cNvPr id="2311" name="Google Shape;2311;h26f5b0a23d79581a_2_178"/>
              <p:cNvSpPr txBox="1"/>
              <p:nvPr/>
            </p:nvSpPr>
            <p:spPr>
              <a:xfrm>
                <a:off x="0" y="-47625"/>
                <a:ext cx="2815747" cy="249059"/>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Clr>
                    <a:srgbClr val="000000"/>
                  </a:buClr>
                  <a:buSzPts val="1800"/>
                  <a:buFont typeface="Arial"/>
                  <a:buNone/>
                </a:pPr>
                <a:r>
                  <a:t/>
                </a:r>
                <a:endParaRPr b="0" i="0" spc="0" sz="1800" u="none" cap="none" strike="noStrike">
                  <a:solidFill>
                    <a:schemeClr val="dk1"/>
                  </a:solidFill>
                  <a:latin typeface="Arial"/>
                  <a:ea typeface="Arial"/>
                  <a:cs typeface="Arial"/>
                  <a:sym typeface="Arial"/>
                </a:endParaRPr>
              </a:p>
            </p:txBody>
          </p:sp>
        </p:grpSp>
        <p:grpSp>
          <p:nvGrpSpPr>
            <p:cNvPr id="2312" name="Google Shape;2312;h26f5b0a23d79581a_2_178"/>
            <p:cNvGrpSpPr/>
            <p:nvPr/>
          </p:nvGrpSpPr>
          <p:grpSpPr>
            <a:xfrm>
              <a:off x="0" y="-239633"/>
              <a:ext cx="4889318" cy="1253181"/>
              <a:chOff x="0" y="-47625"/>
              <a:chExt cx="971712" cy="249059"/>
            </a:xfrm>
          </p:grpSpPr>
          <p:sp>
            <p:nvSpPr>
              <p:cNvPr id="2313" name="Google Shape;2313;h26f5b0a23d79581a_2_178"/>
              <p:cNvSpPr/>
              <p:nvPr/>
            </p:nvSpPr>
            <p:spPr>
              <a:xfrm>
                <a:off x="0" y="0"/>
                <a:ext cx="971712" cy="201434"/>
              </a:xfrm>
              <a:custGeom>
                <a:rect b="b" l="l" r="r" t="t"/>
                <a:pathLst>
                  <a:path extrusionOk="0" h="201434" w="971712">
                    <a:moveTo>
                      <a:pt x="0" y="0"/>
                    </a:moveTo>
                    <a:lnTo>
                      <a:pt x="971712" y="0"/>
                    </a:lnTo>
                    <a:lnTo>
                      <a:pt x="971712" y="201434"/>
                    </a:lnTo>
                    <a:lnTo>
                      <a:pt x="0" y="201434"/>
                    </a:lnTo>
                    <a:close/>
                  </a:path>
                </a:pathLst>
              </a:custGeom>
              <a:solidFill>
                <a:srgbClr val="94B6DA"/>
              </a:solidFill>
              <a:ln cap="sq" cmpd="sng" w="9525">
                <a:solidFill>
                  <a:srgbClr val="20538B"/>
                </a:solidFill>
                <a:prstDash val="solid"/>
                <a:miter lim="80"/>
                <a:headEnd len="sm" w="sm" type="none"/>
                <a:tailEnd len="sm" w="sm" type="none"/>
              </a:ln>
            </p:spPr>
          </p:sp>
          <p:sp>
            <p:nvSpPr>
              <p:cNvPr id="2314" name="Google Shape;2314;h26f5b0a23d79581a_2_178"/>
              <p:cNvSpPr txBox="1"/>
              <p:nvPr/>
            </p:nvSpPr>
            <p:spPr>
              <a:xfrm>
                <a:off x="0" y="-47625"/>
                <a:ext cx="971712" cy="249059"/>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Clr>
                    <a:srgbClr val="000000"/>
                  </a:buClr>
                  <a:buSzPts val="1800"/>
                  <a:buFont typeface="Arial"/>
                  <a:buNone/>
                </a:pPr>
                <a:r>
                  <a:t/>
                </a:r>
                <a:endParaRPr b="0" i="0" spc="0" sz="1800" u="none" cap="none" strike="noStrike">
                  <a:solidFill>
                    <a:schemeClr val="dk1"/>
                  </a:solidFill>
                  <a:latin typeface="Arial"/>
                  <a:ea typeface="Arial"/>
                  <a:cs typeface="Arial"/>
                  <a:sym typeface="Arial"/>
                </a:endParaRPr>
              </a:p>
            </p:txBody>
          </p:sp>
        </p:grpSp>
      </p:grpSp>
      <p:grpSp>
        <p:nvGrpSpPr>
          <p:cNvPr id="2315" name="Google Shape;2315;h26f5b0a23d79581a_2_178"/>
          <p:cNvGrpSpPr/>
          <p:nvPr/>
        </p:nvGrpSpPr>
        <p:grpSpPr>
          <a:xfrm>
            <a:off x="2332509" y="7590547"/>
            <a:ext cx="13622982" cy="939886"/>
            <a:chOff x="0" y="-239633"/>
            <a:chExt cx="18163976" cy="1253181"/>
          </a:xfrm>
        </p:grpSpPr>
        <p:grpSp>
          <p:nvGrpSpPr>
            <p:cNvPr id="2316" name="Google Shape;2316;h26f5b0a23d79581a_2_178"/>
            <p:cNvGrpSpPr/>
            <p:nvPr/>
          </p:nvGrpSpPr>
          <p:grpSpPr>
            <a:xfrm>
              <a:off x="3996106" y="-239633"/>
              <a:ext cx="14167870" cy="1253181"/>
              <a:chOff x="0" y="-47625"/>
              <a:chExt cx="2815747" cy="249059"/>
            </a:xfrm>
          </p:grpSpPr>
          <p:sp>
            <p:nvSpPr>
              <p:cNvPr id="2317" name="Google Shape;2317;h26f5b0a23d79581a_2_178"/>
              <p:cNvSpPr/>
              <p:nvPr/>
            </p:nvSpPr>
            <p:spPr>
              <a:xfrm>
                <a:off x="0" y="0"/>
                <a:ext cx="2815747" cy="201434"/>
              </a:xfrm>
              <a:custGeom>
                <a:rect b="b" l="l" r="r" t="t"/>
                <a:pathLst>
                  <a:path extrusionOk="0" h="201434" w="2815747">
                    <a:moveTo>
                      <a:pt x="0" y="0"/>
                    </a:moveTo>
                    <a:lnTo>
                      <a:pt x="2815747" y="0"/>
                    </a:lnTo>
                    <a:lnTo>
                      <a:pt x="2815747" y="201434"/>
                    </a:lnTo>
                    <a:lnTo>
                      <a:pt x="0" y="201434"/>
                    </a:lnTo>
                    <a:close/>
                  </a:path>
                </a:pathLst>
              </a:custGeom>
              <a:solidFill>
                <a:srgbClr val="EEF6FF"/>
              </a:solidFill>
              <a:ln cap="sq" cmpd="sng" w="9525">
                <a:solidFill>
                  <a:srgbClr val="20538B"/>
                </a:solidFill>
                <a:prstDash val="solid"/>
                <a:miter lim="80"/>
                <a:headEnd len="sm" w="sm" type="none"/>
                <a:tailEnd len="sm" w="sm" type="none"/>
              </a:ln>
            </p:spPr>
          </p:sp>
          <p:sp>
            <p:nvSpPr>
              <p:cNvPr id="2318" name="Google Shape;2318;h26f5b0a23d79581a_2_178"/>
              <p:cNvSpPr txBox="1"/>
              <p:nvPr/>
            </p:nvSpPr>
            <p:spPr>
              <a:xfrm>
                <a:off x="0" y="-47625"/>
                <a:ext cx="2815747" cy="249059"/>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Clr>
                    <a:srgbClr val="000000"/>
                  </a:buClr>
                  <a:buSzPts val="1800"/>
                  <a:buFont typeface="Arial"/>
                  <a:buNone/>
                </a:pPr>
                <a:r>
                  <a:t/>
                </a:r>
                <a:endParaRPr b="0" i="0" spc="0" sz="1800" u="none" cap="none" strike="noStrike">
                  <a:solidFill>
                    <a:schemeClr val="dk1"/>
                  </a:solidFill>
                  <a:latin typeface="Arial"/>
                  <a:ea typeface="Arial"/>
                  <a:cs typeface="Arial"/>
                  <a:sym typeface="Arial"/>
                </a:endParaRPr>
              </a:p>
            </p:txBody>
          </p:sp>
        </p:grpSp>
        <p:grpSp>
          <p:nvGrpSpPr>
            <p:cNvPr id="2319" name="Google Shape;2319;h26f5b0a23d79581a_2_178"/>
            <p:cNvGrpSpPr/>
            <p:nvPr/>
          </p:nvGrpSpPr>
          <p:grpSpPr>
            <a:xfrm>
              <a:off x="0" y="-239633"/>
              <a:ext cx="4889318" cy="1253181"/>
              <a:chOff x="0" y="-47625"/>
              <a:chExt cx="971712" cy="249059"/>
            </a:xfrm>
          </p:grpSpPr>
          <p:sp>
            <p:nvSpPr>
              <p:cNvPr id="2320" name="Google Shape;2320;h26f5b0a23d79581a_2_178"/>
              <p:cNvSpPr/>
              <p:nvPr/>
            </p:nvSpPr>
            <p:spPr>
              <a:xfrm>
                <a:off x="0" y="0"/>
                <a:ext cx="971712" cy="201434"/>
              </a:xfrm>
              <a:custGeom>
                <a:rect b="b" l="l" r="r" t="t"/>
                <a:pathLst>
                  <a:path extrusionOk="0" h="201434" w="971712">
                    <a:moveTo>
                      <a:pt x="0" y="0"/>
                    </a:moveTo>
                    <a:lnTo>
                      <a:pt x="971712" y="0"/>
                    </a:lnTo>
                    <a:lnTo>
                      <a:pt x="971712" y="201434"/>
                    </a:lnTo>
                    <a:lnTo>
                      <a:pt x="0" y="201434"/>
                    </a:lnTo>
                    <a:close/>
                  </a:path>
                </a:pathLst>
              </a:custGeom>
              <a:solidFill>
                <a:srgbClr val="94B6DA"/>
              </a:solidFill>
              <a:ln cap="sq" cmpd="sng" w="9525">
                <a:solidFill>
                  <a:srgbClr val="20538B"/>
                </a:solidFill>
                <a:prstDash val="solid"/>
                <a:miter lim="80"/>
                <a:headEnd len="sm" w="sm" type="none"/>
                <a:tailEnd len="sm" w="sm" type="none"/>
              </a:ln>
            </p:spPr>
          </p:sp>
          <p:sp>
            <p:nvSpPr>
              <p:cNvPr id="2321" name="Google Shape;2321;h26f5b0a23d79581a_2_178"/>
              <p:cNvSpPr txBox="1"/>
              <p:nvPr/>
            </p:nvSpPr>
            <p:spPr>
              <a:xfrm>
                <a:off x="0" y="-47625"/>
                <a:ext cx="971712" cy="249059"/>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Clr>
                    <a:srgbClr val="000000"/>
                  </a:buClr>
                  <a:buSzPts val="1800"/>
                  <a:buFont typeface="Arial"/>
                  <a:buNone/>
                </a:pPr>
                <a:r>
                  <a:t/>
                </a:r>
                <a:endParaRPr b="0" i="0" spc="0" sz="1800" u="none" cap="none" strike="noStrike">
                  <a:solidFill>
                    <a:schemeClr val="dk1"/>
                  </a:solidFill>
                  <a:latin typeface="Arial"/>
                  <a:ea typeface="Arial"/>
                  <a:cs typeface="Arial"/>
                  <a:sym typeface="Arial"/>
                </a:endParaRPr>
              </a:p>
            </p:txBody>
          </p:sp>
        </p:grpSp>
      </p:grpSp>
      <p:sp>
        <p:nvSpPr>
          <p:cNvPr id="2322" name="Google Shape;2322;h26f5b0a23d79581a_2_178"/>
          <p:cNvSpPr/>
          <p:nvPr/>
        </p:nvSpPr>
        <p:spPr>
          <a:xfrm>
            <a:off x="6561524" y="3409708"/>
            <a:ext cx="338636" cy="509228"/>
          </a:xfrm>
          <a:custGeom>
            <a:rect b="b" l="l" r="r" t="t"/>
            <a:pathLst>
              <a:path extrusionOk="0" h="509228" w="338636">
                <a:moveTo>
                  <a:pt x="0" y="0"/>
                </a:moveTo>
                <a:lnTo>
                  <a:pt x="338636" y="0"/>
                </a:lnTo>
                <a:lnTo>
                  <a:pt x="338636" y="509228"/>
                </a:lnTo>
                <a:lnTo>
                  <a:pt x="0" y="509228"/>
                </a:lnTo>
                <a:lnTo>
                  <a:pt x="0" y="0"/>
                </a:lnTo>
                <a:close/>
              </a:path>
            </a:pathLst>
          </a:custGeom>
          <a:blipFill rotWithShape="1">
            <a:blip r:embed="rId4">
              <a:alphaModFix/>
            </a:blip>
            <a:stretch>
              <a:fillRect b="0" l="0" r="0" t="0"/>
            </a:stretch>
          </a:blipFill>
          <a:ln>
            <a:noFill/>
          </a:ln>
        </p:spPr>
      </p:sp>
      <p:sp>
        <p:nvSpPr>
          <p:cNvPr id="2323" name="Google Shape;2323;h26f5b0a23d79581a_2_178"/>
          <p:cNvSpPr/>
          <p:nvPr/>
        </p:nvSpPr>
        <p:spPr>
          <a:xfrm>
            <a:off x="6546230" y="4526341"/>
            <a:ext cx="470575" cy="470575"/>
          </a:xfrm>
          <a:custGeom>
            <a:rect b="b" l="l" r="r" t="t"/>
            <a:pathLst>
              <a:path extrusionOk="0" h="470575" w="470575">
                <a:moveTo>
                  <a:pt x="0" y="0"/>
                </a:moveTo>
                <a:lnTo>
                  <a:pt x="470575" y="0"/>
                </a:lnTo>
                <a:lnTo>
                  <a:pt x="470575" y="470575"/>
                </a:lnTo>
                <a:lnTo>
                  <a:pt x="0" y="470575"/>
                </a:lnTo>
                <a:lnTo>
                  <a:pt x="0" y="0"/>
                </a:lnTo>
                <a:close/>
              </a:path>
            </a:pathLst>
          </a:custGeom>
          <a:blipFill rotWithShape="1">
            <a:blip r:embed="rId5">
              <a:alphaModFix/>
            </a:blip>
            <a:stretch>
              <a:fillRect b="0" l="0" r="0" t="0"/>
            </a:stretch>
          </a:blipFill>
          <a:ln>
            <a:noFill/>
          </a:ln>
        </p:spPr>
      </p:sp>
      <p:sp>
        <p:nvSpPr>
          <p:cNvPr id="2324" name="Google Shape;2324;h26f5b0a23d79581a_2_178"/>
          <p:cNvSpPr/>
          <p:nvPr/>
        </p:nvSpPr>
        <p:spPr>
          <a:xfrm>
            <a:off x="6495554" y="5661318"/>
            <a:ext cx="470575" cy="470575"/>
          </a:xfrm>
          <a:custGeom>
            <a:rect b="b" l="l" r="r" t="t"/>
            <a:pathLst>
              <a:path extrusionOk="0" h="470575" w="470575">
                <a:moveTo>
                  <a:pt x="0" y="0"/>
                </a:moveTo>
                <a:lnTo>
                  <a:pt x="470576" y="0"/>
                </a:lnTo>
                <a:lnTo>
                  <a:pt x="470576" y="470576"/>
                </a:lnTo>
                <a:lnTo>
                  <a:pt x="0" y="470576"/>
                </a:lnTo>
                <a:lnTo>
                  <a:pt x="0" y="0"/>
                </a:lnTo>
                <a:close/>
              </a:path>
            </a:pathLst>
          </a:custGeom>
          <a:blipFill rotWithShape="1">
            <a:blip r:embed="rId6">
              <a:alphaModFix/>
            </a:blip>
            <a:stretch>
              <a:fillRect b="0" l="0" r="0" t="0"/>
            </a:stretch>
          </a:blipFill>
          <a:ln>
            <a:noFill/>
          </a:ln>
        </p:spPr>
      </p:sp>
      <p:sp>
        <p:nvSpPr>
          <p:cNvPr id="2325" name="Google Shape;2325;h26f5b0a23d79581a_2_178"/>
          <p:cNvSpPr/>
          <p:nvPr/>
        </p:nvSpPr>
        <p:spPr>
          <a:xfrm>
            <a:off x="6510848" y="6770500"/>
            <a:ext cx="439988" cy="470575"/>
          </a:xfrm>
          <a:custGeom>
            <a:rect b="b" l="l" r="r" t="t"/>
            <a:pathLst>
              <a:path extrusionOk="0" h="470575" w="439988">
                <a:moveTo>
                  <a:pt x="0" y="0"/>
                </a:moveTo>
                <a:lnTo>
                  <a:pt x="439988" y="0"/>
                </a:lnTo>
                <a:lnTo>
                  <a:pt x="439988" y="470575"/>
                </a:lnTo>
                <a:lnTo>
                  <a:pt x="0" y="470575"/>
                </a:lnTo>
                <a:lnTo>
                  <a:pt x="0" y="0"/>
                </a:lnTo>
                <a:close/>
              </a:path>
            </a:pathLst>
          </a:custGeom>
          <a:blipFill rotWithShape="1">
            <a:blip r:embed="rId7">
              <a:alphaModFix/>
            </a:blip>
            <a:stretch>
              <a:fillRect b="0" l="0" r="0" t="0"/>
            </a:stretch>
          </a:blipFill>
          <a:ln>
            <a:noFill/>
          </a:ln>
        </p:spPr>
      </p:sp>
      <p:sp>
        <p:nvSpPr>
          <p:cNvPr id="2326" name="Google Shape;2326;h26f5b0a23d79581a_2_178"/>
          <p:cNvSpPr/>
          <p:nvPr/>
        </p:nvSpPr>
        <p:spPr>
          <a:xfrm>
            <a:off x="6495554" y="7913147"/>
            <a:ext cx="454105" cy="470575"/>
          </a:xfrm>
          <a:custGeom>
            <a:rect b="b" l="l" r="r" t="t"/>
            <a:pathLst>
              <a:path extrusionOk="0" h="470575" w="454105">
                <a:moveTo>
                  <a:pt x="0" y="0"/>
                </a:moveTo>
                <a:lnTo>
                  <a:pt x="454106" y="0"/>
                </a:lnTo>
                <a:lnTo>
                  <a:pt x="454106" y="470575"/>
                </a:lnTo>
                <a:lnTo>
                  <a:pt x="0" y="470575"/>
                </a:lnTo>
                <a:lnTo>
                  <a:pt x="0" y="0"/>
                </a:lnTo>
                <a:close/>
              </a:path>
            </a:pathLst>
          </a:custGeom>
          <a:blipFill rotWithShape="1">
            <a:blip r:embed="rId8">
              <a:alphaModFix/>
            </a:blip>
            <a:stretch>
              <a:fillRect b="0" l="0" r="0" t="0"/>
            </a:stretch>
          </a:blipFill>
          <a:ln>
            <a:noFill/>
          </a:ln>
        </p:spPr>
      </p:sp>
      <p:sp>
        <p:nvSpPr>
          <p:cNvPr id="2327" name="Google Shape;2327;h26f5b0a23d79581a_2_178"/>
          <p:cNvSpPr txBox="1"/>
          <p:nvPr/>
        </p:nvSpPr>
        <p:spPr>
          <a:xfrm>
            <a:off x="2583842" y="3385557"/>
            <a:ext cx="3164322" cy="490855"/>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2500"/>
              <a:buFont typeface="Arial"/>
              <a:buNone/>
            </a:pPr>
            <a:r>
              <a:rPr b="1" i="0" lang="en-US" spc="0" sz="2500" u="none" cap="none" strike="noStrike">
                <a:solidFill>
                  <a:srgbClr val="FFFFFF"/>
                </a:solidFill>
                <a:latin typeface="Arial"/>
                <a:ea typeface="Arial"/>
                <a:cs typeface="Arial"/>
                <a:sym typeface="Arial"/>
              </a:rPr>
              <a:t>판단 기준 공통화</a:t>
            </a:r>
            <a:endParaRPr b="0" i="0" spc="0" sz="1400" u="none" cap="none" strike="noStrike">
              <a:solidFill>
                <a:srgbClr val="000000"/>
              </a:solidFill>
              <a:latin typeface="Arial"/>
              <a:ea typeface="Arial"/>
              <a:cs typeface="Arial"/>
              <a:sym typeface="Arial"/>
            </a:endParaRPr>
          </a:p>
        </p:txBody>
      </p:sp>
      <p:sp>
        <p:nvSpPr>
          <p:cNvPr id="2328" name="Google Shape;2328;h26f5b0a23d79581a_2_178"/>
          <p:cNvSpPr txBox="1"/>
          <p:nvPr/>
        </p:nvSpPr>
        <p:spPr>
          <a:xfrm>
            <a:off x="7370577" y="3358570"/>
            <a:ext cx="7954961" cy="30670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600"/>
              <a:buFont typeface="Arial"/>
              <a:buNone/>
            </a:pPr>
            <a:r>
              <a:rPr b="0" i="0" lang="en-US" spc="0" sz="1600" u="none" cap="none" strike="noStrike">
                <a:solidFill>
                  <a:srgbClr val="20538B"/>
                </a:solidFill>
                <a:latin typeface="Arial"/>
                <a:ea typeface="Arial"/>
                <a:cs typeface="Arial"/>
                <a:sym typeface="Arial"/>
              </a:rPr>
              <a:t>팀 합의 판단 기준(criteria.md)을 1차·2차 프롬프트에 주입. 실행마다 판정이 흔들리던 문제를 기준으로 고정</a:t>
            </a:r>
            <a:endParaRPr b="0" i="0" spc="0" sz="1400" u="none" cap="none" strike="noStrike">
              <a:solidFill>
                <a:srgbClr val="000000"/>
              </a:solidFill>
              <a:latin typeface="Arial"/>
              <a:ea typeface="Arial"/>
              <a:cs typeface="Arial"/>
              <a:sym typeface="Arial"/>
            </a:endParaRPr>
          </a:p>
        </p:txBody>
      </p:sp>
      <p:sp>
        <p:nvSpPr>
          <p:cNvPr id="2329" name="Google Shape;2329;h26f5b0a23d79581a_2_178"/>
          <p:cNvSpPr txBox="1"/>
          <p:nvPr/>
        </p:nvSpPr>
        <p:spPr>
          <a:xfrm>
            <a:off x="2583842" y="4492757"/>
            <a:ext cx="3164322" cy="490855"/>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2500"/>
              <a:buFont typeface="Arial"/>
              <a:buNone/>
            </a:pPr>
            <a:r>
              <a:rPr b="1" i="0" lang="en-US" spc="0" sz="2500" u="none" cap="none" strike="noStrike">
                <a:solidFill>
                  <a:srgbClr val="FFFFFF"/>
                </a:solidFill>
                <a:latin typeface="Arial"/>
                <a:ea typeface="Arial"/>
                <a:cs typeface="Arial"/>
                <a:sym typeface="Arial"/>
              </a:rPr>
              <a:t>원문 복사·현행본</a:t>
            </a:r>
            <a:endParaRPr b="0" i="0" spc="0" sz="1400" u="none" cap="none" strike="noStrike">
              <a:solidFill>
                <a:srgbClr val="000000"/>
              </a:solidFill>
              <a:latin typeface="Arial"/>
              <a:ea typeface="Arial"/>
              <a:cs typeface="Arial"/>
              <a:sym typeface="Arial"/>
            </a:endParaRPr>
          </a:p>
        </p:txBody>
      </p:sp>
      <p:sp>
        <p:nvSpPr>
          <p:cNvPr id="2330" name="Google Shape;2330;h26f5b0a23d79581a_2_178"/>
          <p:cNvSpPr txBox="1"/>
          <p:nvPr/>
        </p:nvSpPr>
        <p:spPr>
          <a:xfrm>
            <a:off x="7370577" y="4465770"/>
            <a:ext cx="7954961" cy="30670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600"/>
              <a:buFont typeface="Arial"/>
              <a:buNone/>
            </a:pPr>
            <a:r>
              <a:rPr b="0" i="0" lang="en-US" spc="0" sz="1600" u="none" cap="none" strike="noStrike">
                <a:solidFill>
                  <a:srgbClr val="20538B"/>
                </a:solidFill>
                <a:latin typeface="Arial"/>
                <a:ea typeface="Arial"/>
                <a:cs typeface="Arial"/>
                <a:sym typeface="Arial"/>
              </a:rPr>
              <a:t>법제처 PDF를 txt로 변환해 조문 원문을 복사. 부칙 제외, 같은 조문이 두 벌이면 현행본, 2027년 시행 예정은 in_force false</a:t>
            </a:r>
            <a:endParaRPr b="0" i="0" spc="0" sz="1400" u="none" cap="none" strike="noStrike">
              <a:solidFill>
                <a:srgbClr val="000000"/>
              </a:solidFill>
              <a:latin typeface="Arial"/>
              <a:ea typeface="Arial"/>
              <a:cs typeface="Arial"/>
              <a:sym typeface="Arial"/>
            </a:endParaRPr>
          </a:p>
        </p:txBody>
      </p:sp>
      <p:sp>
        <p:nvSpPr>
          <p:cNvPr id="2331" name="Google Shape;2331;h26f5b0a23d79581a_2_178"/>
          <p:cNvSpPr txBox="1"/>
          <p:nvPr/>
        </p:nvSpPr>
        <p:spPr>
          <a:xfrm>
            <a:off x="2583842" y="5614382"/>
            <a:ext cx="3164322" cy="490855"/>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2500"/>
              <a:buFont typeface="Arial"/>
              <a:buNone/>
            </a:pPr>
            <a:r>
              <a:rPr b="1" i="0" lang="en-US" spc="0" sz="2500" u="none" cap="none" strike="noStrike">
                <a:solidFill>
                  <a:srgbClr val="FFFFFF"/>
                </a:solidFill>
                <a:latin typeface="Arial"/>
                <a:ea typeface="Arial"/>
                <a:cs typeface="Arial"/>
                <a:sym typeface="Arial"/>
              </a:rPr>
              <a:t>불일치·제외 기록</a:t>
            </a:r>
            <a:endParaRPr b="0" i="0" spc="0" sz="1400" u="none" cap="none" strike="noStrike">
              <a:solidFill>
                <a:srgbClr val="000000"/>
              </a:solidFill>
              <a:latin typeface="Arial"/>
              <a:ea typeface="Arial"/>
              <a:cs typeface="Arial"/>
              <a:sym typeface="Arial"/>
            </a:endParaRPr>
          </a:p>
        </p:txBody>
      </p:sp>
      <p:sp>
        <p:nvSpPr>
          <p:cNvPr id="2332" name="Google Shape;2332;h26f5b0a23d79581a_2_178"/>
          <p:cNvSpPr txBox="1"/>
          <p:nvPr/>
        </p:nvSpPr>
        <p:spPr>
          <a:xfrm>
            <a:off x="7370577" y="5572970"/>
            <a:ext cx="8119724" cy="30670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600"/>
              <a:buFont typeface="Arial"/>
              <a:buNone/>
            </a:pPr>
            <a:r>
              <a:rPr b="0" i="0" lang="en-US" spc="0" sz="1600" u="none" cap="none" strike="noStrike">
                <a:solidFill>
                  <a:srgbClr val="20538B"/>
                </a:solidFill>
                <a:latin typeface="Arial"/>
                <a:ea typeface="Arial"/>
                <a:cs typeface="Arial"/>
                <a:sym typeface="Arial"/>
              </a:rPr>
              <a:t>같은 유형 항목끼리 결과를 비교해 다르면 '판단 불일치' 표시. AI가 뺀 조문·API 실패는 review_note, 최종 확인은 reviewed</a:t>
            </a:r>
            <a:endParaRPr b="0" i="0" spc="0" sz="1400" u="none" cap="none" strike="noStrike">
              <a:solidFill>
                <a:srgbClr val="000000"/>
              </a:solidFill>
              <a:latin typeface="Arial"/>
              <a:ea typeface="Arial"/>
              <a:cs typeface="Arial"/>
              <a:sym typeface="Arial"/>
            </a:endParaRPr>
          </a:p>
        </p:txBody>
      </p:sp>
      <p:sp>
        <p:nvSpPr>
          <p:cNvPr id="2333" name="Google Shape;2333;h26f5b0a23d79581a_2_178"/>
          <p:cNvSpPr txBox="1"/>
          <p:nvPr/>
        </p:nvSpPr>
        <p:spPr>
          <a:xfrm>
            <a:off x="2583842" y="6750220"/>
            <a:ext cx="3164322" cy="490855"/>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2500"/>
              <a:buFont typeface="Arial"/>
              <a:buNone/>
            </a:pPr>
            <a:r>
              <a:rPr b="1" i="0" lang="en-US" spc="0" sz="2500" u="none" cap="none" strike="noStrike">
                <a:solidFill>
                  <a:srgbClr val="FFFFFF"/>
                </a:solidFill>
                <a:latin typeface="Arial"/>
                <a:ea typeface="Arial"/>
                <a:cs typeface="Arial"/>
                <a:sym typeface="Arial"/>
              </a:rPr>
              <a:t>상위 의무 유지</a:t>
            </a:r>
            <a:endParaRPr b="0" i="0" spc="0" sz="1400" u="none" cap="none" strike="noStrike">
              <a:solidFill>
                <a:srgbClr val="000000"/>
              </a:solidFill>
              <a:latin typeface="Arial"/>
              <a:ea typeface="Arial"/>
              <a:cs typeface="Arial"/>
              <a:sym typeface="Arial"/>
            </a:endParaRPr>
          </a:p>
        </p:txBody>
      </p:sp>
      <p:sp>
        <p:nvSpPr>
          <p:cNvPr id="2334" name="Google Shape;2334;h26f5b0a23d79581a_2_178"/>
          <p:cNvSpPr txBox="1"/>
          <p:nvPr/>
        </p:nvSpPr>
        <p:spPr>
          <a:xfrm>
            <a:off x="7370577" y="6713350"/>
            <a:ext cx="7954961" cy="30670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600"/>
              <a:buFont typeface="Arial"/>
              <a:buNone/>
            </a:pPr>
            <a:r>
              <a:rPr b="0" i="0" lang="en-US" spc="0" sz="1600" u="none" cap="none" strike="noStrike">
                <a:solidFill>
                  <a:srgbClr val="20538B"/>
                </a:solidFill>
                <a:latin typeface="Arial"/>
                <a:ea typeface="Arial"/>
                <a:cs typeface="Arial"/>
                <a:sym typeface="Arial"/>
              </a:rPr>
              <a:t>고시 조문이 하나라도 남으면 개인정보 보호법 제29조(안전조치의무)는 코드가 유지. AI가 빼도 복원</a:t>
            </a:r>
            <a:endParaRPr b="0" i="0" spc="0" sz="1400" u="none" cap="none" strike="noStrike">
              <a:solidFill>
                <a:srgbClr val="000000"/>
              </a:solidFill>
              <a:latin typeface="Arial"/>
              <a:ea typeface="Arial"/>
              <a:cs typeface="Arial"/>
              <a:sym typeface="Arial"/>
            </a:endParaRPr>
          </a:p>
        </p:txBody>
      </p:sp>
      <p:sp>
        <p:nvSpPr>
          <p:cNvPr id="2335" name="Google Shape;2335;h26f5b0a23d79581a_2_178"/>
          <p:cNvSpPr txBox="1"/>
          <p:nvPr/>
        </p:nvSpPr>
        <p:spPr>
          <a:xfrm>
            <a:off x="2583842" y="7884572"/>
            <a:ext cx="3164322" cy="490855"/>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2500"/>
              <a:buFont typeface="Arial"/>
              <a:buNone/>
            </a:pPr>
            <a:r>
              <a:rPr b="1" i="0" lang="en-US" spc="0" sz="2500" u="none" cap="none" strike="noStrike">
                <a:solidFill>
                  <a:srgbClr val="FFFFFF"/>
                </a:solidFill>
                <a:latin typeface="Arial"/>
                <a:ea typeface="Arial"/>
                <a:cs typeface="Arial"/>
                <a:sym typeface="Arial"/>
              </a:rPr>
              <a:t>캐시·비용</a:t>
            </a:r>
            <a:endParaRPr b="0" i="0" spc="0" sz="1400" u="none" cap="none" strike="noStrike">
              <a:solidFill>
                <a:srgbClr val="000000"/>
              </a:solidFill>
              <a:latin typeface="Arial"/>
              <a:ea typeface="Arial"/>
              <a:cs typeface="Arial"/>
              <a:sym typeface="Arial"/>
            </a:endParaRPr>
          </a:p>
        </p:txBody>
      </p:sp>
      <p:sp>
        <p:nvSpPr>
          <p:cNvPr id="2336" name="Google Shape;2336;h26f5b0a23d79581a_2_178"/>
          <p:cNvSpPr txBox="1"/>
          <p:nvPr/>
        </p:nvSpPr>
        <p:spPr>
          <a:xfrm>
            <a:off x="7370577" y="7836947"/>
            <a:ext cx="8119724" cy="30670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600"/>
              <a:buFont typeface="Arial"/>
              <a:buNone/>
            </a:pPr>
            <a:r>
              <a:rPr b="0" i="0" lang="en-US" spc="0" sz="1600" u="none" cap="none" strike="noStrike">
                <a:solidFill>
                  <a:srgbClr val="20538B"/>
                </a:solidFill>
                <a:latin typeface="Arial"/>
                <a:ea typeface="Arial"/>
                <a:cs typeface="Arial"/>
                <a:sym typeface="Arial"/>
              </a:rPr>
              <a:t>입력 해시로 응답 캐시(같은 입력은 API 없이 즉시). 101개 기준 목록을 프롬프트 앞에 둬 프롬프트 캐싱. 취약 1건당 호출 2회·약 10초</a:t>
            </a:r>
            <a:endParaRPr b="0" i="0" spc="0" sz="1400" u="none" cap="none" strike="noStrike">
              <a:solidFill>
                <a:srgbClr val="000000"/>
              </a:solidFill>
              <a:latin typeface="Arial"/>
              <a:ea typeface="Arial"/>
              <a:cs typeface="Arial"/>
              <a:sym typeface="Arial"/>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0" name="Shape 2340"/>
        <p:cNvGrpSpPr/>
        <p:nvPr/>
      </p:nvGrpSpPr>
      <p:grpSpPr>
        <a:xfrm>
          <a:off x="0" y="0"/>
          <a:ext cx="0" cy="0"/>
          <a:chOff x="0" y="0"/>
          <a:chExt cx="0" cy="0"/>
        </a:xfrm>
      </p:grpSpPr>
      <p:grpSp>
        <p:nvGrpSpPr>
          <p:cNvPr id="2341" name="Google Shape;2341;h26f5b0a23d79581a_2_251"/>
          <p:cNvGrpSpPr/>
          <p:nvPr/>
        </p:nvGrpSpPr>
        <p:grpSpPr>
          <a:xfrm>
            <a:off x="-1081199" y="3274283"/>
            <a:ext cx="20615733" cy="7012716"/>
            <a:chOff x="-99238" y="-87"/>
            <a:chExt cx="27487644" cy="9350289"/>
          </a:xfrm>
        </p:grpSpPr>
        <p:grpSp>
          <p:nvGrpSpPr>
            <p:cNvPr id="2342" name="Google Shape;2342;h26f5b0a23d79581a_2_251"/>
            <p:cNvGrpSpPr/>
            <p:nvPr/>
          </p:nvGrpSpPr>
          <p:grpSpPr>
            <a:xfrm rot="-5400000">
              <a:off x="11107617" y="-11206942"/>
              <a:ext cx="4770761" cy="27184472"/>
              <a:chOff x="0" y="-38100"/>
              <a:chExt cx="1831597" cy="10436700"/>
            </a:xfrm>
          </p:grpSpPr>
          <p:sp>
            <p:nvSpPr>
              <p:cNvPr id="2343" name="Google Shape;2343;h26f5b0a23d79581a_2_251"/>
              <p:cNvSpPr/>
              <p:nvPr/>
            </p:nvSpPr>
            <p:spPr>
              <a:xfrm>
                <a:off x="0" y="0"/>
                <a:ext cx="1831597" cy="10398600"/>
              </a:xfrm>
              <a:custGeom>
                <a:rect b="b" l="l" r="r" t="t"/>
                <a:pathLst>
                  <a:path extrusionOk="0" h="10398600" w="1831597">
                    <a:moveTo>
                      <a:pt x="0" y="0"/>
                    </a:moveTo>
                    <a:lnTo>
                      <a:pt x="1831597" y="0"/>
                    </a:lnTo>
                    <a:lnTo>
                      <a:pt x="1831597" y="10398600"/>
                    </a:lnTo>
                    <a:lnTo>
                      <a:pt x="0" y="10398600"/>
                    </a:lnTo>
                    <a:close/>
                  </a:path>
                </a:pathLst>
              </a:custGeom>
              <a:solidFill>
                <a:srgbClr val="CBDDEF"/>
              </a:solidFill>
              <a:ln>
                <a:noFill/>
              </a:ln>
            </p:spPr>
          </p:sp>
          <p:sp>
            <p:nvSpPr>
              <p:cNvPr id="2344" name="Google Shape;2344;h26f5b0a23d79581a_2_251"/>
              <p:cNvSpPr txBox="1"/>
              <p:nvPr/>
            </p:nvSpPr>
            <p:spPr>
              <a:xfrm>
                <a:off x="0" y="-38100"/>
                <a:ext cx="1831500" cy="10436700"/>
              </a:xfrm>
              <a:prstGeom prst="rect">
                <a:avLst/>
              </a:prstGeom>
              <a:noFill/>
              <a:ln>
                <a:noFill/>
              </a:ln>
            </p:spPr>
            <p:txBody>
              <a:bodyPr anchorCtr="0" anchor="ctr" bIns="27000" lIns="27000" spcFirstLastPara="1" rIns="27000" wrap="square" tIns="27000">
                <a:noAutofit/>
              </a:bodyPr>
              <a:lstStyle/>
              <a:p>
                <a:pPr indent="0" lvl="0" marL="0" marR="0" rtl="0" algn="ctr">
                  <a:lnSpc>
                    <a:spcPct val="155500"/>
                  </a:lnSpc>
                  <a:spcBef>
                    <a:spcPts val="0"/>
                  </a:spcBef>
                  <a:spcAft>
                    <a:spcPts val="0"/>
                  </a:spcAft>
                  <a:buClr>
                    <a:srgbClr val="000000"/>
                  </a:buClr>
                  <a:buSzPts val="1800"/>
                  <a:buFont typeface="Arial"/>
                  <a:buNone/>
                </a:pPr>
                <a:r>
                  <a:t/>
                </a:r>
                <a:endParaRPr b="0" i="0" spc="0" sz="1800" u="none" cap="none" strike="noStrike">
                  <a:solidFill>
                    <a:schemeClr val="dk1"/>
                  </a:solidFill>
                  <a:latin typeface="Arial"/>
                  <a:ea typeface="Arial"/>
                  <a:cs typeface="Arial"/>
                  <a:sym typeface="Arial"/>
                </a:endParaRPr>
              </a:p>
            </p:txBody>
          </p:sp>
        </p:grpSp>
        <p:grpSp>
          <p:nvGrpSpPr>
            <p:cNvPr id="2345" name="Google Shape;2345;h26f5b0a23d79581a_2_251"/>
            <p:cNvGrpSpPr/>
            <p:nvPr/>
          </p:nvGrpSpPr>
          <p:grpSpPr>
            <a:xfrm rot="-5400000">
              <a:off x="11637133" y="-6401070"/>
              <a:ext cx="4579844" cy="26922700"/>
              <a:chOff x="0" y="-38100"/>
              <a:chExt cx="1758300" cy="10336200"/>
            </a:xfrm>
          </p:grpSpPr>
          <p:sp>
            <p:nvSpPr>
              <p:cNvPr id="2346" name="Google Shape;2346;h26f5b0a23d79581a_2_251"/>
              <p:cNvSpPr/>
              <p:nvPr/>
            </p:nvSpPr>
            <p:spPr>
              <a:xfrm>
                <a:off x="0" y="0"/>
                <a:ext cx="1758210" cy="10298040"/>
              </a:xfrm>
              <a:custGeom>
                <a:rect b="b" l="l" r="r" t="t"/>
                <a:pathLst>
                  <a:path extrusionOk="0" h="10298040" w="1758210">
                    <a:moveTo>
                      <a:pt x="0" y="0"/>
                    </a:moveTo>
                    <a:lnTo>
                      <a:pt x="1758210" y="0"/>
                    </a:lnTo>
                    <a:lnTo>
                      <a:pt x="1758210" y="10298040"/>
                    </a:lnTo>
                    <a:lnTo>
                      <a:pt x="0" y="10298040"/>
                    </a:lnTo>
                    <a:close/>
                  </a:path>
                </a:pathLst>
              </a:custGeom>
              <a:solidFill>
                <a:srgbClr val="94B6DA"/>
              </a:solidFill>
              <a:ln>
                <a:noFill/>
              </a:ln>
            </p:spPr>
          </p:sp>
          <p:sp>
            <p:nvSpPr>
              <p:cNvPr id="2347" name="Google Shape;2347;h26f5b0a23d79581a_2_251"/>
              <p:cNvSpPr txBox="1"/>
              <p:nvPr/>
            </p:nvSpPr>
            <p:spPr>
              <a:xfrm>
                <a:off x="0" y="-38100"/>
                <a:ext cx="1758300" cy="10336200"/>
              </a:xfrm>
              <a:prstGeom prst="rect">
                <a:avLst/>
              </a:prstGeom>
              <a:noFill/>
              <a:ln>
                <a:noFill/>
              </a:ln>
            </p:spPr>
            <p:txBody>
              <a:bodyPr anchorCtr="0" anchor="ctr" bIns="27000" lIns="27000" spcFirstLastPara="1" rIns="27000" wrap="square" tIns="27000">
                <a:noAutofit/>
              </a:bodyPr>
              <a:lstStyle/>
              <a:p>
                <a:pPr indent="0" lvl="0" marL="0" marR="0" rtl="0" algn="ctr">
                  <a:lnSpc>
                    <a:spcPct val="155500"/>
                  </a:lnSpc>
                  <a:spcBef>
                    <a:spcPts val="0"/>
                  </a:spcBef>
                  <a:spcAft>
                    <a:spcPts val="0"/>
                  </a:spcAft>
                  <a:buClr>
                    <a:srgbClr val="000000"/>
                  </a:buClr>
                  <a:buSzPts val="1800"/>
                  <a:buFont typeface="Arial"/>
                  <a:buNone/>
                </a:pPr>
                <a:r>
                  <a:t/>
                </a:r>
                <a:endParaRPr b="0" i="0" spc="0" sz="1800" u="none" cap="none" strike="noStrike">
                  <a:solidFill>
                    <a:schemeClr val="dk1"/>
                  </a:solidFill>
                  <a:latin typeface="Arial"/>
                  <a:ea typeface="Arial"/>
                  <a:cs typeface="Arial"/>
                  <a:sym typeface="Arial"/>
                </a:endParaRPr>
              </a:p>
            </p:txBody>
          </p:sp>
        </p:grpSp>
      </p:grpSp>
      <p:grpSp>
        <p:nvGrpSpPr>
          <p:cNvPr id="2348" name="Google Shape;2348;h26f5b0a23d79581a_2_251"/>
          <p:cNvGrpSpPr/>
          <p:nvPr/>
        </p:nvGrpSpPr>
        <p:grpSpPr>
          <a:xfrm>
            <a:off x="731085" y="622850"/>
            <a:ext cx="16825838" cy="9050174"/>
            <a:chOff x="0" y="-108814"/>
            <a:chExt cx="22434451" cy="12066898"/>
          </a:xfrm>
        </p:grpSpPr>
        <p:grpSp>
          <p:nvGrpSpPr>
            <p:cNvPr id="2349" name="Google Shape;2349;h26f5b0a23d79581a_2_251"/>
            <p:cNvGrpSpPr/>
            <p:nvPr/>
          </p:nvGrpSpPr>
          <p:grpSpPr>
            <a:xfrm>
              <a:off x="26537" y="10214891"/>
              <a:ext cx="22386840" cy="1743193"/>
              <a:chOff x="0" y="-47625"/>
              <a:chExt cx="9809754" cy="763855"/>
            </a:xfrm>
          </p:grpSpPr>
          <p:sp>
            <p:nvSpPr>
              <p:cNvPr id="2350" name="Google Shape;2350;h26f5b0a23d79581a_2_251"/>
              <p:cNvSpPr/>
              <p:nvPr/>
            </p:nvSpPr>
            <p:spPr>
              <a:xfrm>
                <a:off x="0" y="0"/>
                <a:ext cx="9809754" cy="716230"/>
              </a:xfrm>
              <a:custGeom>
                <a:rect b="b" l="l" r="r" t="t"/>
                <a:pathLst>
                  <a:path extrusionOk="0" h="716230" w="9809754">
                    <a:moveTo>
                      <a:pt x="0" y="0"/>
                    </a:moveTo>
                    <a:lnTo>
                      <a:pt x="9809754" y="0"/>
                    </a:lnTo>
                    <a:lnTo>
                      <a:pt x="9809754" y="716230"/>
                    </a:lnTo>
                    <a:lnTo>
                      <a:pt x="0" y="716230"/>
                    </a:lnTo>
                    <a:close/>
                  </a:path>
                </a:pathLst>
              </a:custGeom>
              <a:solidFill>
                <a:srgbClr val="20538B"/>
              </a:solidFill>
              <a:ln cap="sq" cmpd="sng" w="38100">
                <a:solidFill>
                  <a:srgbClr val="20538B"/>
                </a:solidFill>
                <a:prstDash val="solid"/>
                <a:miter lim="80"/>
                <a:headEnd len="sm" w="sm" type="none"/>
                <a:tailEnd len="sm" w="sm" type="none"/>
              </a:ln>
            </p:spPr>
          </p:sp>
          <p:sp>
            <p:nvSpPr>
              <p:cNvPr id="2351" name="Google Shape;2351;h26f5b0a23d79581a_2_251"/>
              <p:cNvSpPr txBox="1"/>
              <p:nvPr/>
            </p:nvSpPr>
            <p:spPr>
              <a:xfrm>
                <a:off x="0" y="-47625"/>
                <a:ext cx="9809700" cy="763800"/>
              </a:xfrm>
              <a:prstGeom prst="rect">
                <a:avLst/>
              </a:prstGeom>
              <a:noFill/>
              <a:ln>
                <a:noFill/>
              </a:ln>
            </p:spPr>
            <p:txBody>
              <a:bodyPr anchorCtr="0" anchor="ctr" bIns="50800" lIns="50800" spcFirstLastPara="1" rIns="50800" wrap="square" tIns="50800">
                <a:noAutofit/>
              </a:bodyPr>
              <a:lstStyle/>
              <a:p>
                <a:pPr indent="0" lvl="0" marL="0" marR="0" rtl="0" algn="ctr">
                  <a:lnSpc>
                    <a:spcPct val="175722"/>
                  </a:lnSpc>
                  <a:spcBef>
                    <a:spcPts val="0"/>
                  </a:spcBef>
                  <a:spcAft>
                    <a:spcPts val="0"/>
                  </a:spcAft>
                  <a:buClr>
                    <a:srgbClr val="000000"/>
                  </a:buClr>
                  <a:buSzPts val="1800"/>
                  <a:buFont typeface="Arial"/>
                  <a:buNone/>
                </a:pPr>
                <a:r>
                  <a:t/>
                </a:r>
                <a:endParaRPr b="0" i="0" spc="0" sz="1800" u="none" cap="none" strike="noStrike">
                  <a:solidFill>
                    <a:schemeClr val="dk1"/>
                  </a:solidFill>
                  <a:latin typeface="Arial"/>
                  <a:ea typeface="Arial"/>
                  <a:cs typeface="Arial"/>
                  <a:sym typeface="Arial"/>
                </a:endParaRPr>
              </a:p>
            </p:txBody>
          </p:sp>
        </p:grpSp>
        <p:grpSp>
          <p:nvGrpSpPr>
            <p:cNvPr id="2352" name="Google Shape;2352;h26f5b0a23d79581a_2_251"/>
            <p:cNvGrpSpPr/>
            <p:nvPr/>
          </p:nvGrpSpPr>
          <p:grpSpPr>
            <a:xfrm>
              <a:off x="0" y="-108814"/>
              <a:ext cx="22434451" cy="11946166"/>
              <a:chOff x="0" y="-47625"/>
              <a:chExt cx="9819000" cy="5228539"/>
            </a:xfrm>
          </p:grpSpPr>
          <p:sp>
            <p:nvSpPr>
              <p:cNvPr id="2353" name="Google Shape;2353;h26f5b0a23d79581a_2_251"/>
              <p:cNvSpPr/>
              <p:nvPr/>
            </p:nvSpPr>
            <p:spPr>
              <a:xfrm>
                <a:off x="0" y="0"/>
                <a:ext cx="9818922" cy="5180914"/>
              </a:xfrm>
              <a:custGeom>
                <a:rect b="b" l="l" r="r" t="t"/>
                <a:pathLst>
                  <a:path extrusionOk="0" h="5180914" w="9818922">
                    <a:moveTo>
                      <a:pt x="0" y="0"/>
                    </a:moveTo>
                    <a:lnTo>
                      <a:pt x="9818922" y="0"/>
                    </a:lnTo>
                    <a:lnTo>
                      <a:pt x="9818922" y="5180914"/>
                    </a:lnTo>
                    <a:lnTo>
                      <a:pt x="0" y="5180914"/>
                    </a:lnTo>
                    <a:close/>
                  </a:path>
                </a:pathLst>
              </a:custGeom>
              <a:solidFill>
                <a:srgbClr val="FFFFFF"/>
              </a:solidFill>
              <a:ln cap="sq" cmpd="sng" w="38100">
                <a:solidFill>
                  <a:srgbClr val="20538B"/>
                </a:solidFill>
                <a:prstDash val="solid"/>
                <a:miter lim="80"/>
                <a:headEnd len="sm" w="sm" type="none"/>
                <a:tailEnd len="sm" w="sm" type="none"/>
              </a:ln>
            </p:spPr>
          </p:sp>
          <p:sp>
            <p:nvSpPr>
              <p:cNvPr id="2354" name="Google Shape;2354;h26f5b0a23d79581a_2_251"/>
              <p:cNvSpPr txBox="1"/>
              <p:nvPr/>
            </p:nvSpPr>
            <p:spPr>
              <a:xfrm>
                <a:off x="0" y="-47625"/>
                <a:ext cx="9819000" cy="5228400"/>
              </a:xfrm>
              <a:prstGeom prst="rect">
                <a:avLst/>
              </a:prstGeom>
              <a:noFill/>
              <a:ln>
                <a:noFill/>
              </a:ln>
            </p:spPr>
            <p:txBody>
              <a:bodyPr anchorCtr="0" anchor="ctr" bIns="50800" lIns="50800" spcFirstLastPara="1" rIns="50800" wrap="square" tIns="50800">
                <a:noAutofit/>
              </a:bodyPr>
              <a:lstStyle/>
              <a:p>
                <a:pPr indent="0" lvl="0" marL="0" marR="0" rtl="0" algn="ctr">
                  <a:lnSpc>
                    <a:spcPct val="175722"/>
                  </a:lnSpc>
                  <a:spcBef>
                    <a:spcPts val="0"/>
                  </a:spcBef>
                  <a:spcAft>
                    <a:spcPts val="0"/>
                  </a:spcAft>
                  <a:buClr>
                    <a:srgbClr val="000000"/>
                  </a:buClr>
                  <a:buSzPts val="1800"/>
                  <a:buFont typeface="Arial"/>
                  <a:buNone/>
                </a:pPr>
                <a:r>
                  <a:t/>
                </a:r>
                <a:endParaRPr b="0" i="0" spc="0" sz="1800" u="none" cap="none" strike="noStrike">
                  <a:solidFill>
                    <a:schemeClr val="dk1"/>
                  </a:solidFill>
                  <a:latin typeface="Arial"/>
                  <a:ea typeface="Arial"/>
                  <a:cs typeface="Arial"/>
                  <a:sym typeface="Arial"/>
                </a:endParaRPr>
              </a:p>
            </p:txBody>
          </p:sp>
        </p:grpSp>
      </p:grpSp>
      <p:grpSp>
        <p:nvGrpSpPr>
          <p:cNvPr id="2355" name="Google Shape;2355;h26f5b0a23d79581a_2_251"/>
          <p:cNvGrpSpPr/>
          <p:nvPr/>
        </p:nvGrpSpPr>
        <p:grpSpPr>
          <a:xfrm>
            <a:off x="763743" y="662704"/>
            <a:ext cx="16759942" cy="1561150"/>
            <a:chOff x="0" y="-38100"/>
            <a:chExt cx="8581200" cy="799319"/>
          </a:xfrm>
        </p:grpSpPr>
        <p:sp>
          <p:nvSpPr>
            <p:cNvPr id="2356" name="Google Shape;2356;h26f5b0a23d79581a_2_251"/>
            <p:cNvSpPr/>
            <p:nvPr/>
          </p:nvSpPr>
          <p:spPr>
            <a:xfrm>
              <a:off x="0" y="0"/>
              <a:ext cx="8581180" cy="761219"/>
            </a:xfrm>
            <a:custGeom>
              <a:rect b="b" l="l" r="r" t="t"/>
              <a:pathLst>
                <a:path extrusionOk="0" h="761219" w="8581180">
                  <a:moveTo>
                    <a:pt x="0" y="0"/>
                  </a:moveTo>
                  <a:lnTo>
                    <a:pt x="8581180" y="0"/>
                  </a:lnTo>
                  <a:lnTo>
                    <a:pt x="8581180" y="761219"/>
                  </a:lnTo>
                  <a:lnTo>
                    <a:pt x="0" y="761219"/>
                  </a:lnTo>
                  <a:close/>
                </a:path>
              </a:pathLst>
            </a:custGeom>
            <a:solidFill>
              <a:srgbClr val="EEF6FF"/>
            </a:solidFill>
            <a:ln cap="sq" cmpd="sng" w="9525">
              <a:solidFill>
                <a:srgbClr val="20538B"/>
              </a:solidFill>
              <a:prstDash val="solid"/>
              <a:miter lim="80"/>
              <a:headEnd len="sm" w="sm" type="none"/>
              <a:tailEnd len="sm" w="sm" type="none"/>
            </a:ln>
          </p:spPr>
        </p:sp>
        <p:sp>
          <p:nvSpPr>
            <p:cNvPr id="2357" name="Google Shape;2357;h26f5b0a23d79581a_2_251"/>
            <p:cNvSpPr txBox="1"/>
            <p:nvPr/>
          </p:nvSpPr>
          <p:spPr>
            <a:xfrm>
              <a:off x="0" y="-38100"/>
              <a:ext cx="8581200" cy="799200"/>
            </a:xfrm>
            <a:prstGeom prst="rect">
              <a:avLst/>
            </a:prstGeom>
            <a:noFill/>
            <a:ln>
              <a:noFill/>
            </a:ln>
          </p:spPr>
          <p:txBody>
            <a:bodyPr anchorCtr="0" anchor="ctr" bIns="39175" lIns="39175" spcFirstLastPara="1" rIns="39175" wrap="square" tIns="39175">
              <a:noAutofit/>
            </a:bodyPr>
            <a:lstStyle/>
            <a:p>
              <a:pPr indent="0" lvl="0" marL="0" marR="0" rtl="0" algn="ctr">
                <a:lnSpc>
                  <a:spcPct val="155500"/>
                </a:lnSpc>
                <a:spcBef>
                  <a:spcPts val="0"/>
                </a:spcBef>
                <a:spcAft>
                  <a:spcPts val="0"/>
                </a:spcAft>
                <a:buClr>
                  <a:srgbClr val="000000"/>
                </a:buClr>
                <a:buSzPts val="1800"/>
                <a:buFont typeface="Arial"/>
                <a:buNone/>
              </a:pPr>
              <a:r>
                <a:t/>
              </a:r>
              <a:endParaRPr b="0" i="0" spc="0" sz="1800" u="none" cap="none" strike="noStrike">
                <a:solidFill>
                  <a:schemeClr val="dk1"/>
                </a:solidFill>
                <a:latin typeface="Arial"/>
                <a:ea typeface="Arial"/>
                <a:cs typeface="Arial"/>
                <a:sym typeface="Arial"/>
              </a:endParaRPr>
            </a:p>
          </p:txBody>
        </p:sp>
      </p:grpSp>
      <p:sp>
        <p:nvSpPr>
          <p:cNvPr id="2358" name="Google Shape;2358;h26f5b0a23d79581a_2_251"/>
          <p:cNvSpPr/>
          <p:nvPr/>
        </p:nvSpPr>
        <p:spPr>
          <a:xfrm>
            <a:off x="15531691" y="160918"/>
            <a:ext cx="996214" cy="1021758"/>
          </a:xfrm>
          <a:custGeom>
            <a:rect b="b" l="l" r="r" t="t"/>
            <a:pathLst>
              <a:path extrusionOk="0" h="1021758" w="996214">
                <a:moveTo>
                  <a:pt x="0" y="0"/>
                </a:moveTo>
                <a:lnTo>
                  <a:pt x="996214" y="0"/>
                </a:lnTo>
                <a:lnTo>
                  <a:pt x="996214" y="1021758"/>
                </a:lnTo>
                <a:lnTo>
                  <a:pt x="0" y="1021758"/>
                </a:lnTo>
                <a:lnTo>
                  <a:pt x="0" y="0"/>
                </a:lnTo>
                <a:close/>
              </a:path>
            </a:pathLst>
          </a:custGeom>
          <a:blipFill rotWithShape="1">
            <a:blip r:embed="rId3">
              <a:alphaModFix/>
            </a:blip>
            <a:stretch>
              <a:fillRect b="0" l="0" r="0" t="0"/>
            </a:stretch>
          </a:blipFill>
          <a:ln>
            <a:noFill/>
          </a:ln>
        </p:spPr>
      </p:sp>
      <p:sp>
        <p:nvSpPr>
          <p:cNvPr id="2359" name="Google Shape;2359;h26f5b0a23d79581a_2_251"/>
          <p:cNvSpPr/>
          <p:nvPr/>
        </p:nvSpPr>
        <p:spPr>
          <a:xfrm>
            <a:off x="9363698" y="3007766"/>
            <a:ext cx="272321" cy="272321"/>
          </a:xfrm>
          <a:custGeom>
            <a:rect b="b" l="l" r="r" t="t"/>
            <a:pathLst>
              <a:path extrusionOk="0" h="272321" w="272321">
                <a:moveTo>
                  <a:pt x="0" y="0"/>
                </a:moveTo>
                <a:lnTo>
                  <a:pt x="272321" y="0"/>
                </a:lnTo>
                <a:lnTo>
                  <a:pt x="272321" y="272321"/>
                </a:lnTo>
                <a:lnTo>
                  <a:pt x="0" y="272321"/>
                </a:lnTo>
                <a:lnTo>
                  <a:pt x="0" y="0"/>
                </a:lnTo>
                <a:close/>
              </a:path>
            </a:pathLst>
          </a:custGeom>
          <a:blipFill rotWithShape="1">
            <a:blip r:embed="rId4">
              <a:alphaModFix/>
            </a:blip>
            <a:stretch>
              <a:fillRect b="0" l="0" r="0" t="0"/>
            </a:stretch>
          </a:blipFill>
          <a:ln>
            <a:noFill/>
          </a:ln>
        </p:spPr>
      </p:sp>
      <p:sp>
        <p:nvSpPr>
          <p:cNvPr id="2360" name="Google Shape;2360;h26f5b0a23d79581a_2_251"/>
          <p:cNvSpPr txBox="1"/>
          <p:nvPr/>
        </p:nvSpPr>
        <p:spPr>
          <a:xfrm>
            <a:off x="2412975" y="965900"/>
            <a:ext cx="13335000" cy="2247300"/>
          </a:xfrm>
          <a:prstGeom prst="rect">
            <a:avLst/>
          </a:prstGeom>
          <a:noFill/>
          <a:ln>
            <a:noFill/>
          </a:ln>
        </p:spPr>
        <p:txBody>
          <a:bodyPr anchorCtr="0" anchor="t" bIns="0" lIns="0" spcFirstLastPara="1" rIns="0" wrap="square" tIns="0">
            <a:spAutoFit/>
          </a:bodyPr>
          <a:lstStyle/>
          <a:p>
            <a:pPr indent="0" lvl="0" marL="0" marR="0" rtl="0" algn="l">
              <a:lnSpc>
                <a:spcPct val="192000"/>
              </a:lnSpc>
              <a:spcBef>
                <a:spcPts val="0"/>
              </a:spcBef>
              <a:spcAft>
                <a:spcPts val="0"/>
              </a:spcAft>
              <a:buClr>
                <a:srgbClr val="000000"/>
              </a:buClr>
              <a:buSzPts val="5000"/>
              <a:buFont typeface="Arial"/>
              <a:buNone/>
            </a:pPr>
            <a:r>
              <a:rPr b="1" i="0" lang="en-US" spc="0" sz="5000" u="none" cap="none" strike="noStrike">
                <a:solidFill>
                  <a:srgbClr val="20538B"/>
                </a:solidFill>
                <a:latin typeface="Arial"/>
                <a:ea typeface="Arial"/>
                <a:cs typeface="Arial"/>
                <a:sym typeface="Arial"/>
              </a:rPr>
              <a:t>ISMS-P 연계 및 대응 - </a:t>
            </a:r>
            <a:r>
              <a:rPr b="1" i="0" lang="en-US" spc="0" sz="3500" u="none" cap="none" strike="noStrike">
                <a:solidFill>
                  <a:srgbClr val="20538B"/>
                </a:solidFill>
                <a:latin typeface="Arial"/>
                <a:ea typeface="Arial"/>
                <a:cs typeface="Arial"/>
                <a:sym typeface="Arial"/>
              </a:rPr>
              <a:t>매핑 결과</a:t>
            </a:r>
            <a:endParaRPr b="0" i="0" spc="0" sz="3500" u="none" cap="none" strike="noStrike">
              <a:solidFill>
                <a:srgbClr val="000000"/>
              </a:solidFill>
              <a:latin typeface="Arial"/>
              <a:ea typeface="Arial"/>
              <a:cs typeface="Arial"/>
              <a:sym typeface="Arial"/>
            </a:endParaRPr>
          </a:p>
          <a:p>
            <a:pPr indent="0" lvl="0" marL="0" marR="0" rtl="0" algn="l">
              <a:lnSpc>
                <a:spcPct val="192000"/>
              </a:lnSpc>
              <a:spcBef>
                <a:spcPts val="0"/>
              </a:spcBef>
              <a:spcAft>
                <a:spcPts val="0"/>
              </a:spcAft>
              <a:buClr>
                <a:srgbClr val="000000"/>
              </a:buClr>
              <a:buSzPts val="5000"/>
              <a:buFont typeface="Arial"/>
              <a:buNone/>
            </a:pPr>
            <a:r>
              <a:t/>
            </a:r>
            <a:endParaRPr b="1" i="0" spc="0" sz="5000" u="none" cap="none" strike="noStrike">
              <a:solidFill>
                <a:srgbClr val="20538B"/>
              </a:solidFill>
              <a:latin typeface="Arial"/>
              <a:ea typeface="Arial"/>
              <a:cs typeface="Arial"/>
              <a:sym typeface="Arial"/>
            </a:endParaRPr>
          </a:p>
        </p:txBody>
      </p:sp>
      <p:sp>
        <p:nvSpPr>
          <p:cNvPr id="2361" name="Google Shape;2361;h26f5b0a23d79581a_2_251"/>
          <p:cNvSpPr txBox="1"/>
          <p:nvPr/>
        </p:nvSpPr>
        <p:spPr>
          <a:xfrm>
            <a:off x="1437501" y="920715"/>
            <a:ext cx="834600" cy="751200"/>
          </a:xfrm>
          <a:prstGeom prst="rect">
            <a:avLst/>
          </a:prstGeom>
          <a:noFill/>
          <a:ln>
            <a:noFill/>
          </a:ln>
        </p:spPr>
        <p:txBody>
          <a:bodyPr anchorCtr="0" anchor="t" bIns="0" lIns="0" spcFirstLastPara="1" rIns="0" wrap="square" tIns="0">
            <a:spAutoFit/>
          </a:bodyPr>
          <a:lstStyle/>
          <a:p>
            <a:pPr indent="0" lvl="0" marL="0" marR="0" rtl="0" algn="l">
              <a:lnSpc>
                <a:spcPct val="192009"/>
              </a:lnSpc>
              <a:spcBef>
                <a:spcPts val="0"/>
              </a:spcBef>
              <a:spcAft>
                <a:spcPts val="0"/>
              </a:spcAft>
              <a:buClr>
                <a:srgbClr val="000000"/>
              </a:buClr>
              <a:buSzPts val="4881"/>
              <a:buFont typeface="Arial"/>
              <a:buNone/>
            </a:pPr>
            <a:r>
              <a:rPr b="1" i="0" lang="en-US" spc="0" sz="4881" u="none" cap="none" strike="noStrike">
                <a:solidFill>
                  <a:srgbClr val="CBDDEF"/>
                </a:solidFill>
                <a:latin typeface="Arial"/>
                <a:ea typeface="Arial"/>
                <a:cs typeface="Arial"/>
                <a:sym typeface="Arial"/>
              </a:rPr>
              <a:t>0</a:t>
            </a:r>
            <a:r>
              <a:rPr b="1" lang="en-US" sz="4881">
                <a:solidFill>
                  <a:srgbClr val="CBDDEF"/>
                </a:solidFill>
              </a:rPr>
              <a:t>4</a:t>
            </a:r>
            <a:endParaRPr b="0" i="0" spc="0" sz="1400" u="none" cap="none" strike="noStrike">
              <a:solidFill>
                <a:srgbClr val="000000"/>
              </a:solidFill>
              <a:latin typeface="Arial"/>
              <a:ea typeface="Arial"/>
              <a:cs typeface="Arial"/>
              <a:sym typeface="Arial"/>
            </a:endParaRPr>
          </a:p>
        </p:txBody>
      </p:sp>
      <p:sp>
        <p:nvSpPr>
          <p:cNvPr id="2362" name="Google Shape;2362;h26f5b0a23d79581a_2_251"/>
          <p:cNvSpPr txBox="1"/>
          <p:nvPr/>
        </p:nvSpPr>
        <p:spPr>
          <a:xfrm>
            <a:off x="9757649" y="2853963"/>
            <a:ext cx="6140400" cy="4311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2800"/>
              <a:buFont typeface="Arial"/>
              <a:buNone/>
            </a:pPr>
            <a:r>
              <a:rPr b="1" i="0" lang="en-US" spc="0" sz="2800" u="none" cap="none" strike="noStrike">
                <a:solidFill>
                  <a:srgbClr val="20538B"/>
                </a:solidFill>
                <a:latin typeface="Arial"/>
                <a:ea typeface="Arial"/>
                <a:cs typeface="Arial"/>
                <a:sym typeface="Arial"/>
              </a:rPr>
              <a:t>입력: 정보 누출 스캐너 결과</a:t>
            </a:r>
            <a:endParaRPr b="0" i="0" spc="0" sz="1400" u="none" cap="none" strike="noStrike">
              <a:solidFill>
                <a:srgbClr val="000000"/>
              </a:solidFill>
              <a:latin typeface="Arial"/>
              <a:ea typeface="Arial"/>
              <a:cs typeface="Arial"/>
              <a:sym typeface="Arial"/>
            </a:endParaRPr>
          </a:p>
        </p:txBody>
      </p:sp>
      <p:sp>
        <p:nvSpPr>
          <p:cNvPr id="2363" name="Google Shape;2363;h26f5b0a23d79581a_2_251"/>
          <p:cNvSpPr txBox="1"/>
          <p:nvPr/>
        </p:nvSpPr>
        <p:spPr>
          <a:xfrm>
            <a:off x="9757650" y="3424765"/>
            <a:ext cx="6567300" cy="730500"/>
          </a:xfrm>
          <a:prstGeom prst="rect">
            <a:avLst/>
          </a:prstGeom>
          <a:noFill/>
          <a:ln>
            <a:noFill/>
          </a:ln>
        </p:spPr>
        <p:txBody>
          <a:bodyPr anchorCtr="0" anchor="t" bIns="0" lIns="0" spcFirstLastPara="1" rIns="0" wrap="square" tIns="0">
            <a:spAutoFit/>
          </a:bodyPr>
          <a:lstStyle/>
          <a:p>
            <a:pPr indent="0" lvl="0" marL="0" marR="0" rtl="0" algn="l">
              <a:lnSpc>
                <a:spcPct val="155000"/>
              </a:lnSpc>
              <a:spcBef>
                <a:spcPts val="0"/>
              </a:spcBef>
              <a:spcAft>
                <a:spcPts val="0"/>
              </a:spcAft>
              <a:buClr>
                <a:srgbClr val="000000"/>
              </a:buClr>
              <a:buSzPts val="1900"/>
              <a:buFont typeface="Arial"/>
              <a:buNone/>
            </a:pPr>
            <a:r>
              <a:rPr b="0" i="0" lang="en-US" spc="0" sz="1900" u="none" cap="none" strike="noStrike">
                <a:solidFill>
                  <a:srgbClr val="20538B"/>
                </a:solidFill>
                <a:latin typeface="Arial"/>
                <a:ea typeface="Arial"/>
                <a:cs typeface="Arial"/>
                <a:sym typeface="Arial"/>
              </a:rPr>
              <a:t>로그인 페이지 HTML 주석에 테스트 계정 노출 → 취약(상)</a:t>
            </a:r>
            <a:endParaRPr b="0" i="0" spc="0" sz="1900" u="none" cap="none" strike="noStrike">
              <a:solidFill>
                <a:srgbClr val="20538B"/>
              </a:solidFill>
              <a:latin typeface="Arial"/>
              <a:ea typeface="Arial"/>
              <a:cs typeface="Arial"/>
              <a:sym typeface="Arial"/>
            </a:endParaRPr>
          </a:p>
        </p:txBody>
      </p:sp>
      <p:sp>
        <p:nvSpPr>
          <p:cNvPr id="2364" name="Google Shape;2364;h26f5b0a23d79581a_2_251"/>
          <p:cNvSpPr/>
          <p:nvPr/>
        </p:nvSpPr>
        <p:spPr>
          <a:xfrm>
            <a:off x="9363698" y="4327691"/>
            <a:ext cx="272321" cy="272321"/>
          </a:xfrm>
          <a:custGeom>
            <a:rect b="b" l="l" r="r" t="t"/>
            <a:pathLst>
              <a:path extrusionOk="0" h="272321" w="272321">
                <a:moveTo>
                  <a:pt x="0" y="0"/>
                </a:moveTo>
                <a:lnTo>
                  <a:pt x="272321" y="0"/>
                </a:lnTo>
                <a:lnTo>
                  <a:pt x="272321" y="272321"/>
                </a:lnTo>
                <a:lnTo>
                  <a:pt x="0" y="272321"/>
                </a:lnTo>
                <a:lnTo>
                  <a:pt x="0" y="0"/>
                </a:lnTo>
                <a:close/>
              </a:path>
            </a:pathLst>
          </a:custGeom>
          <a:blipFill rotWithShape="1">
            <a:blip r:embed="rId4">
              <a:alphaModFix/>
            </a:blip>
            <a:stretch>
              <a:fillRect b="0" l="0" r="0" t="0"/>
            </a:stretch>
          </a:blipFill>
          <a:ln>
            <a:noFill/>
          </a:ln>
        </p:spPr>
      </p:sp>
      <p:sp>
        <p:nvSpPr>
          <p:cNvPr id="2365" name="Google Shape;2365;h26f5b0a23d79581a_2_251"/>
          <p:cNvSpPr txBox="1"/>
          <p:nvPr/>
        </p:nvSpPr>
        <p:spPr>
          <a:xfrm>
            <a:off x="9757649" y="4221188"/>
            <a:ext cx="6140400" cy="4311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2800"/>
              <a:buFont typeface="Arial"/>
              <a:buNone/>
            </a:pPr>
            <a:r>
              <a:rPr b="1" i="0" lang="en-US" spc="0" sz="2800" u="none" cap="none" strike="noStrike">
                <a:solidFill>
                  <a:srgbClr val="20538B"/>
                </a:solidFill>
                <a:latin typeface="Arial"/>
                <a:ea typeface="Arial"/>
                <a:cs typeface="Arial"/>
                <a:sym typeface="Arial"/>
              </a:rPr>
              <a:t>매핑 결과</a:t>
            </a:r>
            <a:endParaRPr b="0" i="0" spc="0" sz="1400" u="none" cap="none" strike="noStrike">
              <a:solidFill>
                <a:srgbClr val="000000"/>
              </a:solidFill>
              <a:latin typeface="Arial"/>
              <a:ea typeface="Arial"/>
              <a:cs typeface="Arial"/>
              <a:sym typeface="Arial"/>
            </a:endParaRPr>
          </a:p>
        </p:txBody>
      </p:sp>
      <p:sp>
        <p:nvSpPr>
          <p:cNvPr id="2366" name="Google Shape;2366;h26f5b0a23d79581a_2_251"/>
          <p:cNvSpPr txBox="1"/>
          <p:nvPr/>
        </p:nvSpPr>
        <p:spPr>
          <a:xfrm>
            <a:off x="9757650" y="4801975"/>
            <a:ext cx="7331400" cy="3903600"/>
          </a:xfrm>
          <a:prstGeom prst="rect">
            <a:avLst/>
          </a:prstGeom>
          <a:noFill/>
          <a:ln>
            <a:noFill/>
          </a:ln>
        </p:spPr>
        <p:txBody>
          <a:bodyPr anchorCtr="0" anchor="t" bIns="0" lIns="0" spcFirstLastPara="1" rIns="0" wrap="square" tIns="0">
            <a:spAutoFit/>
          </a:bodyPr>
          <a:lstStyle/>
          <a:p>
            <a:pPr indent="-349250" lvl="0" marL="457200" marR="0" rtl="0" algn="l">
              <a:lnSpc>
                <a:spcPct val="155000"/>
              </a:lnSpc>
              <a:spcBef>
                <a:spcPts val="0"/>
              </a:spcBef>
              <a:spcAft>
                <a:spcPts val="0"/>
              </a:spcAft>
              <a:buClr>
                <a:srgbClr val="20538B"/>
              </a:buClr>
              <a:buSzPts val="1900"/>
              <a:buFont typeface="Arial"/>
              <a:buChar char="-"/>
            </a:pPr>
            <a:r>
              <a:rPr b="1" i="0" lang="en-US" spc="0" sz="1900" u="none" cap="none" strike="noStrike">
                <a:solidFill>
                  <a:srgbClr val="20538B"/>
                </a:solidFill>
                <a:latin typeface="Arial"/>
                <a:ea typeface="Arial"/>
                <a:cs typeface="Arial"/>
                <a:sym typeface="Arial"/>
              </a:rPr>
              <a:t>ISMS-P 인증기준</a:t>
            </a:r>
            <a:endParaRPr b="0" i="0" spc="0" sz="1900" u="none" cap="none" strike="noStrike">
              <a:solidFill>
                <a:srgbClr val="20538B"/>
              </a:solidFill>
              <a:latin typeface="Arial"/>
              <a:ea typeface="Arial"/>
              <a:cs typeface="Arial"/>
              <a:sym typeface="Arial"/>
            </a:endParaRPr>
          </a:p>
          <a:p>
            <a:pPr indent="0" lvl="0" marL="457200" marR="0" rtl="0" algn="l">
              <a:lnSpc>
                <a:spcPct val="155000"/>
              </a:lnSpc>
              <a:spcBef>
                <a:spcPts val="0"/>
              </a:spcBef>
              <a:spcAft>
                <a:spcPts val="0"/>
              </a:spcAft>
              <a:buClr>
                <a:srgbClr val="000000"/>
              </a:buClr>
              <a:buSzPts val="1900"/>
              <a:buFont typeface="Arial"/>
              <a:buNone/>
            </a:pPr>
            <a:r>
              <a:rPr b="0" i="0" lang="en-US" spc="0" sz="1900" u="none" cap="none" strike="noStrike">
                <a:solidFill>
                  <a:srgbClr val="20538B"/>
                </a:solidFill>
                <a:latin typeface="Arial"/>
                <a:ea typeface="Arial"/>
                <a:cs typeface="Arial"/>
                <a:sym typeface="Arial"/>
              </a:rPr>
              <a:t>2.10.3 공개서버 보안 · 2.5.4 비밀번호 관리</a:t>
            </a:r>
            <a:endParaRPr b="0" i="0" spc="0" sz="1900" u="none" cap="none" strike="noStrike">
              <a:solidFill>
                <a:srgbClr val="20538B"/>
              </a:solidFill>
              <a:latin typeface="Arial"/>
              <a:ea typeface="Arial"/>
              <a:cs typeface="Arial"/>
              <a:sym typeface="Arial"/>
            </a:endParaRPr>
          </a:p>
          <a:p>
            <a:pPr indent="-349250" lvl="0" marL="457200" marR="0" rtl="0" algn="l">
              <a:lnSpc>
                <a:spcPct val="155000"/>
              </a:lnSpc>
              <a:spcBef>
                <a:spcPts val="0"/>
              </a:spcBef>
              <a:spcAft>
                <a:spcPts val="0"/>
              </a:spcAft>
              <a:buClr>
                <a:srgbClr val="20538B"/>
              </a:buClr>
              <a:buSzPts val="1900"/>
              <a:buFont typeface="Arial"/>
              <a:buChar char="-"/>
            </a:pPr>
            <a:r>
              <a:rPr b="1" i="0" lang="en-US" spc="0" sz="1900" u="none" cap="none" strike="noStrike">
                <a:solidFill>
                  <a:srgbClr val="20538B"/>
                </a:solidFill>
                <a:latin typeface="Arial"/>
                <a:ea typeface="Arial"/>
                <a:cs typeface="Arial"/>
                <a:sym typeface="Arial"/>
              </a:rPr>
              <a:t>위반 조문·항</a:t>
            </a:r>
            <a:endParaRPr b="0" i="0" spc="0" sz="1900" u="none" cap="none" strike="noStrike">
              <a:solidFill>
                <a:srgbClr val="20538B"/>
              </a:solidFill>
              <a:latin typeface="Arial"/>
              <a:ea typeface="Arial"/>
              <a:cs typeface="Arial"/>
              <a:sym typeface="Arial"/>
            </a:endParaRPr>
          </a:p>
          <a:p>
            <a:pPr indent="0" lvl="0" marL="457200" marR="0" rtl="0" algn="l">
              <a:lnSpc>
                <a:spcPct val="155000"/>
              </a:lnSpc>
              <a:spcBef>
                <a:spcPts val="0"/>
              </a:spcBef>
              <a:spcAft>
                <a:spcPts val="0"/>
              </a:spcAft>
              <a:buClr>
                <a:srgbClr val="000000"/>
              </a:buClr>
              <a:buSzPts val="1900"/>
              <a:buFont typeface="Arial"/>
              <a:buNone/>
            </a:pPr>
            <a:r>
              <a:rPr b="0" i="0" lang="en-US" spc="0" sz="1900" u="none" cap="none" strike="noStrike">
                <a:solidFill>
                  <a:srgbClr val="20538B"/>
                </a:solidFill>
                <a:latin typeface="Arial"/>
                <a:ea typeface="Arial"/>
                <a:cs typeface="Arial"/>
                <a:sym typeface="Arial"/>
              </a:rPr>
              <a:t>개인정보 보호법 제29조(안전조치의무)</a:t>
            </a:r>
            <a:endParaRPr b="0" i="0" spc="0" sz="1900" u="none" cap="none" strike="noStrike">
              <a:solidFill>
                <a:srgbClr val="20538B"/>
              </a:solidFill>
              <a:latin typeface="Arial"/>
              <a:ea typeface="Arial"/>
              <a:cs typeface="Arial"/>
              <a:sym typeface="Arial"/>
            </a:endParaRPr>
          </a:p>
          <a:p>
            <a:pPr indent="0" lvl="0" marL="457200" marR="0" rtl="0" algn="l">
              <a:lnSpc>
                <a:spcPct val="155000"/>
              </a:lnSpc>
              <a:spcBef>
                <a:spcPts val="0"/>
              </a:spcBef>
              <a:spcAft>
                <a:spcPts val="0"/>
              </a:spcAft>
              <a:buClr>
                <a:srgbClr val="000000"/>
              </a:buClr>
              <a:buSzPts val="1900"/>
              <a:buFont typeface="Arial"/>
              <a:buNone/>
            </a:pPr>
            <a:r>
              <a:rPr b="0" i="0" lang="en-US" spc="0" sz="1900" u="none" cap="none" strike="noStrike">
                <a:solidFill>
                  <a:srgbClr val="20538B"/>
                </a:solidFill>
                <a:latin typeface="Arial"/>
                <a:ea typeface="Arial"/>
                <a:cs typeface="Arial"/>
                <a:sym typeface="Arial"/>
              </a:rPr>
              <a:t>안전성 확보조치 기준 제5조 제5항(인증수단 안전 관리)</a:t>
            </a:r>
            <a:endParaRPr b="0" i="0" spc="0" sz="1900" u="none" cap="none" strike="noStrike">
              <a:solidFill>
                <a:srgbClr val="20538B"/>
              </a:solidFill>
              <a:latin typeface="Arial"/>
              <a:ea typeface="Arial"/>
              <a:cs typeface="Arial"/>
              <a:sym typeface="Arial"/>
            </a:endParaRPr>
          </a:p>
          <a:p>
            <a:pPr indent="-349250" lvl="0" marL="457200" marR="0" rtl="0" algn="l">
              <a:lnSpc>
                <a:spcPct val="155000"/>
              </a:lnSpc>
              <a:spcBef>
                <a:spcPts val="0"/>
              </a:spcBef>
              <a:spcAft>
                <a:spcPts val="0"/>
              </a:spcAft>
              <a:buClr>
                <a:srgbClr val="20538B"/>
              </a:buClr>
              <a:buSzPts val="1900"/>
              <a:buFont typeface="Arial"/>
              <a:buChar char="-"/>
            </a:pPr>
            <a:r>
              <a:rPr b="1" i="0" lang="en-US" spc="0" sz="1900" u="none" cap="none" strike="noStrike">
                <a:solidFill>
                  <a:srgbClr val="20538B"/>
                </a:solidFill>
                <a:latin typeface="Arial"/>
                <a:ea typeface="Arial"/>
                <a:cs typeface="Arial"/>
                <a:sym typeface="Arial"/>
              </a:rPr>
              <a:t>같은 스캔의 마이페이지 본인 정보 표시 건</a:t>
            </a:r>
            <a:endParaRPr b="0" i="0" spc="0" sz="1900" u="none" cap="none" strike="noStrike">
              <a:solidFill>
                <a:srgbClr val="20538B"/>
              </a:solidFill>
              <a:latin typeface="Arial"/>
              <a:ea typeface="Arial"/>
              <a:cs typeface="Arial"/>
              <a:sym typeface="Arial"/>
            </a:endParaRPr>
          </a:p>
          <a:p>
            <a:pPr indent="0" lvl="0" marL="457200" marR="0" rtl="0" algn="l">
              <a:lnSpc>
                <a:spcPct val="155000"/>
              </a:lnSpc>
              <a:spcBef>
                <a:spcPts val="0"/>
              </a:spcBef>
              <a:spcAft>
                <a:spcPts val="0"/>
              </a:spcAft>
              <a:buClr>
                <a:srgbClr val="000000"/>
              </a:buClr>
              <a:buSzPts val="1900"/>
              <a:buFont typeface="Arial"/>
              <a:buNone/>
            </a:pPr>
            <a:r>
              <a:rPr b="0" i="0" lang="en-US" spc="0" sz="1900" u="none" cap="none" strike="noStrike">
                <a:solidFill>
                  <a:srgbClr val="20538B"/>
                </a:solidFill>
                <a:latin typeface="Arial"/>
                <a:ea typeface="Arial"/>
                <a:cs typeface="Arial"/>
                <a:sym typeface="Arial"/>
              </a:rPr>
              <a:t>조문 없음, 사유만 기록 (판단 기준 B1: 본인에게 본인 정보 표시는 유출이 아님)</a:t>
            </a:r>
            <a:endParaRPr b="0" i="0" spc="0" sz="1900" u="none" cap="none" strike="noStrike">
              <a:solidFill>
                <a:srgbClr val="20538B"/>
              </a:solidFill>
              <a:latin typeface="Arial"/>
              <a:ea typeface="Arial"/>
              <a:cs typeface="Arial"/>
              <a:sym typeface="Arial"/>
            </a:endParaRPr>
          </a:p>
        </p:txBody>
      </p:sp>
      <p:pic>
        <p:nvPicPr>
          <p:cNvPr descr="json_dark.png" id="2367" name="Google Shape;2367;h26f5b0a23d79581a_2_251"/>
          <p:cNvPicPr preferRelativeResize="0"/>
          <p:nvPr/>
        </p:nvPicPr>
        <p:blipFill rotWithShape="1">
          <a:blip r:embed="rId5">
            <a:alphaModFix/>
          </a:blip>
          <a:srcRect b="0" l="0" r="0" t="0"/>
          <a:stretch/>
        </p:blipFill>
        <p:spPr>
          <a:xfrm>
            <a:off x="1844140" y="3285075"/>
            <a:ext cx="6949724" cy="4744000"/>
          </a:xfrm>
          <a:prstGeom prst="rect">
            <a:avLst/>
          </a:prstGeom>
          <a:noFill/>
          <a:ln>
            <a:noFill/>
          </a:ln>
        </p:spPr>
      </p:pic>
      <p:sp>
        <p:nvSpPr>
          <p:cNvPr id="2368" name="Google Shape;2368;h26f5b0a23d79581a_2_251"/>
          <p:cNvSpPr/>
          <p:nvPr/>
        </p:nvSpPr>
        <p:spPr>
          <a:xfrm>
            <a:off x="1826200" y="3183275"/>
            <a:ext cx="7154100" cy="4845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pc="0" sz="1400" u="none" cap="none" strike="noStrike">
              <a:solidFill>
                <a:srgbClr val="20538B"/>
              </a:solidFill>
              <a:latin typeface="Arial"/>
              <a:ea typeface="Arial"/>
              <a:cs typeface="Arial"/>
              <a:sym typeface="Arial"/>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3" name="Shape 2373"/>
        <p:cNvGrpSpPr/>
        <p:nvPr/>
      </p:nvGrpSpPr>
      <p:grpSpPr>
        <a:xfrm>
          <a:off x="0" y="0"/>
          <a:ext cx="0" cy="0"/>
          <a:chOff x="0" y="0"/>
          <a:chExt cx="0" cy="0"/>
        </a:xfrm>
      </p:grpSpPr>
      <p:sp>
        <p:nvSpPr>
          <p:cNvPr id="2374" name="Google Shape;2374;h29ad1a1c935308b6_12_9"/>
          <p:cNvSpPr txBox="1"/>
          <p:nvPr/>
        </p:nvSpPr>
        <p:spPr>
          <a:xfrm>
            <a:off x="1325880" y="868680"/>
            <a:ext cx="960120" cy="10972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BDDEF"/>
              </a:buClr>
              <a:buSzPts val="4900"/>
              <a:buFont typeface="Arial"/>
              <a:buNone/>
            </a:pPr>
            <a:r>
              <a:rPr b="1" i="0" lang="en-US" sz="4900" u="none" cap="none" strike="noStrike">
                <a:solidFill>
                  <a:srgbClr val="CBDDEF"/>
                </a:solidFill>
                <a:latin typeface="Arial"/>
                <a:ea typeface="Arial"/>
                <a:cs typeface="Arial"/>
                <a:sym typeface="Arial"/>
              </a:rPr>
              <a:t>04</a:t>
            </a:r>
            <a:endParaRPr b="0" i="0" sz="4900" u="none" cap="none" strike="noStrike">
              <a:solidFill>
                <a:schemeClr val="dk1"/>
              </a:solidFill>
              <a:latin typeface="Calibri"/>
              <a:ea typeface="Calibri"/>
              <a:cs typeface="Calibri"/>
              <a:sym typeface="Calibri"/>
            </a:endParaRPr>
          </a:p>
        </p:txBody>
      </p:sp>
      <p:sp>
        <p:nvSpPr>
          <p:cNvPr id="2375" name="Google Shape;2375;h29ad1a1c935308b6_12_9"/>
          <p:cNvSpPr txBox="1"/>
          <p:nvPr/>
        </p:nvSpPr>
        <p:spPr>
          <a:xfrm>
            <a:off x="2331720" y="841248"/>
            <a:ext cx="12984480" cy="11704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0538B"/>
              </a:buClr>
              <a:buSzPts val="5000"/>
              <a:buFont typeface="Arial"/>
              <a:buNone/>
            </a:pPr>
            <a:r>
              <a:rPr b="1" i="0" lang="en-US" sz="5000" u="none" cap="none" strike="noStrike">
                <a:solidFill>
                  <a:srgbClr val="20538B"/>
                </a:solidFill>
                <a:latin typeface="Arial"/>
                <a:ea typeface="Arial"/>
                <a:cs typeface="Arial"/>
                <a:sym typeface="Arial"/>
              </a:rPr>
              <a:t>보고서 생성</a:t>
            </a:r>
            <a:r>
              <a:rPr b="1" i="0" lang="en-US" sz="3100" u="none" cap="none" strike="noStrike">
                <a:solidFill>
                  <a:srgbClr val="5A83B8"/>
                </a:solidFill>
                <a:latin typeface="Arial"/>
                <a:ea typeface="Arial"/>
                <a:cs typeface="Arial"/>
                <a:sym typeface="Arial"/>
              </a:rPr>
              <a:t>  -  설계 원칙</a:t>
            </a:r>
            <a:endParaRPr b="0" i="0" sz="5000" u="none" cap="none" strike="noStrike">
              <a:solidFill>
                <a:schemeClr val="dk1"/>
              </a:solidFill>
              <a:latin typeface="Calibri"/>
              <a:ea typeface="Calibri"/>
              <a:cs typeface="Calibri"/>
              <a:sym typeface="Calibri"/>
            </a:endParaRPr>
          </a:p>
        </p:txBody>
      </p:sp>
      <p:sp>
        <p:nvSpPr>
          <p:cNvPr id="2376" name="Google Shape;2376;h29ad1a1c935308b6_12_9"/>
          <p:cNvSpPr/>
          <p:nvPr/>
        </p:nvSpPr>
        <p:spPr>
          <a:xfrm>
            <a:off x="1143000" y="2487168"/>
            <a:ext cx="5120640" cy="475488"/>
          </a:xfrm>
          <a:prstGeom prst="rect">
            <a:avLst/>
          </a:prstGeom>
          <a:solidFill>
            <a:srgbClr val="2053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7" name="Google Shape;2377;h29ad1a1c935308b6_12_9"/>
          <p:cNvSpPr txBox="1"/>
          <p:nvPr/>
        </p:nvSpPr>
        <p:spPr>
          <a:xfrm>
            <a:off x="1344168" y="2487168"/>
            <a:ext cx="475488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700"/>
              <a:buFont typeface="Arial"/>
              <a:buNone/>
            </a:pPr>
            <a:r>
              <a:rPr b="1" i="0" lang="en-US" sz="1700" u="none" cap="none" strike="noStrike">
                <a:solidFill>
                  <a:srgbClr val="FFFFFF"/>
                </a:solidFill>
                <a:latin typeface="Arial"/>
                <a:ea typeface="Arial"/>
                <a:cs typeface="Arial"/>
                <a:sym typeface="Arial"/>
              </a:rPr>
              <a:t>① 왜 엔진이 필요한가</a:t>
            </a:r>
            <a:r>
              <a:rPr b="0" i="0" lang="en-US" sz="1300" u="none" cap="none" strike="noStrike">
                <a:solidFill>
                  <a:srgbClr val="BFD4EC"/>
                </a:solidFill>
                <a:latin typeface="Arial"/>
                <a:ea typeface="Arial"/>
                <a:cs typeface="Arial"/>
                <a:sym typeface="Arial"/>
              </a:rPr>
              <a:t>   LLM 단독 → 보고서 엔진</a:t>
            </a:r>
            <a:endParaRPr b="0" i="0" sz="1700" u="none" cap="none" strike="noStrike">
              <a:solidFill>
                <a:schemeClr val="dk1"/>
              </a:solidFill>
              <a:latin typeface="Calibri"/>
              <a:ea typeface="Calibri"/>
              <a:cs typeface="Calibri"/>
              <a:sym typeface="Calibri"/>
            </a:endParaRPr>
          </a:p>
        </p:txBody>
      </p:sp>
      <p:sp>
        <p:nvSpPr>
          <p:cNvPr id="2378" name="Google Shape;2378;h29ad1a1c935308b6_12_9"/>
          <p:cNvSpPr/>
          <p:nvPr/>
        </p:nvSpPr>
        <p:spPr>
          <a:xfrm>
            <a:off x="1143000" y="3145536"/>
            <a:ext cx="5120640" cy="457200"/>
          </a:xfrm>
          <a:prstGeom prst="roundRect">
            <a:avLst>
              <a:gd fmla="val 20000" name="adj"/>
            </a:avLst>
          </a:prstGeom>
          <a:solidFill>
            <a:srgbClr val="EFF1F5"/>
          </a:solidFill>
          <a:ln cap="flat" cmpd="sng" w="12700">
            <a:solidFill>
              <a:srgbClr val="DFE3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9" name="Google Shape;2379;h29ad1a1c935308b6_12_9"/>
          <p:cNvSpPr txBox="1"/>
          <p:nvPr/>
        </p:nvSpPr>
        <p:spPr>
          <a:xfrm>
            <a:off x="1325880" y="3145536"/>
            <a:ext cx="47548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748A"/>
              </a:buClr>
              <a:buSzPts val="1300"/>
              <a:buFont typeface="Arial"/>
              <a:buNone/>
            </a:pPr>
            <a:r>
              <a:rPr b="0" i="0" lang="en-US" sz="1300" u="none" cap="none" strike="noStrike">
                <a:solidFill>
                  <a:srgbClr val="66748A"/>
                </a:solidFill>
                <a:latin typeface="Arial"/>
                <a:ea typeface="Arial"/>
                <a:cs typeface="Arial"/>
                <a:sym typeface="Arial"/>
              </a:rPr>
              <a:t>✕  과징금 금액을 잘못 옮김</a:t>
            </a:r>
            <a:endParaRPr b="0" i="0" sz="1300" u="none" cap="none" strike="noStrike">
              <a:solidFill>
                <a:schemeClr val="dk1"/>
              </a:solidFill>
              <a:latin typeface="Calibri"/>
              <a:ea typeface="Calibri"/>
              <a:cs typeface="Calibri"/>
              <a:sym typeface="Calibri"/>
            </a:endParaRPr>
          </a:p>
        </p:txBody>
      </p:sp>
      <p:sp>
        <p:nvSpPr>
          <p:cNvPr id="2380" name="Google Shape;2380;h29ad1a1c935308b6_12_9"/>
          <p:cNvSpPr txBox="1"/>
          <p:nvPr/>
        </p:nvSpPr>
        <p:spPr>
          <a:xfrm>
            <a:off x="1143000" y="3584448"/>
            <a:ext cx="512064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B6DA"/>
              </a:buClr>
              <a:buSzPts val="1200"/>
              <a:buFont typeface="Arial"/>
              <a:buNone/>
            </a:pPr>
            <a:r>
              <a:rPr b="1" i="0" lang="en-US" sz="1200" u="none" cap="none" strike="noStrike">
                <a:solidFill>
                  <a:srgbClr val="94B6DA"/>
                </a:solidFill>
                <a:latin typeface="Arial"/>
                <a:ea typeface="Arial"/>
                <a:cs typeface="Arial"/>
                <a:sym typeface="Arial"/>
              </a:rPr>
              <a:t>↓</a:t>
            </a:r>
            <a:endParaRPr b="0" i="0" sz="1200" u="none" cap="none" strike="noStrike">
              <a:solidFill>
                <a:schemeClr val="dk1"/>
              </a:solidFill>
              <a:latin typeface="Calibri"/>
              <a:ea typeface="Calibri"/>
              <a:cs typeface="Calibri"/>
              <a:sym typeface="Calibri"/>
            </a:endParaRPr>
          </a:p>
        </p:txBody>
      </p:sp>
      <p:sp>
        <p:nvSpPr>
          <p:cNvPr id="2381" name="Google Shape;2381;h29ad1a1c935308b6_12_9"/>
          <p:cNvSpPr/>
          <p:nvPr/>
        </p:nvSpPr>
        <p:spPr>
          <a:xfrm>
            <a:off x="1143000" y="3840480"/>
            <a:ext cx="5120640" cy="457200"/>
          </a:xfrm>
          <a:prstGeom prst="roundRect">
            <a:avLst>
              <a:gd fmla="val 20000" name="adj"/>
            </a:avLst>
          </a:prstGeom>
          <a:solidFill>
            <a:srgbClr val="CBDD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2" name="Google Shape;2382;h29ad1a1c935308b6_12_9"/>
          <p:cNvSpPr txBox="1"/>
          <p:nvPr/>
        </p:nvSpPr>
        <p:spPr>
          <a:xfrm>
            <a:off x="1325880" y="3840480"/>
            <a:ext cx="47548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0538B"/>
              </a:buClr>
              <a:buSzPts val="1300"/>
              <a:buFont typeface="Arial"/>
              <a:buNone/>
            </a:pPr>
            <a:r>
              <a:rPr b="1" i="0" lang="en-US" sz="1300" u="none" cap="none" strike="noStrike">
                <a:solidFill>
                  <a:srgbClr val="20538B"/>
                </a:solidFill>
                <a:latin typeface="Arial"/>
                <a:ea typeface="Arial"/>
                <a:cs typeface="Arial"/>
                <a:sym typeface="Arial"/>
              </a:rPr>
              <a:t>✓  금액은 LLM에 안 넘김</a:t>
            </a:r>
            <a:endParaRPr b="0" i="0" sz="1300" u="none" cap="none" strike="noStrike">
              <a:solidFill>
                <a:schemeClr val="dk1"/>
              </a:solidFill>
              <a:latin typeface="Calibri"/>
              <a:ea typeface="Calibri"/>
              <a:cs typeface="Calibri"/>
              <a:sym typeface="Calibri"/>
            </a:endParaRPr>
          </a:p>
        </p:txBody>
      </p:sp>
      <p:sp>
        <p:nvSpPr>
          <p:cNvPr id="2383" name="Google Shape;2383;h29ad1a1c935308b6_12_9"/>
          <p:cNvSpPr/>
          <p:nvPr/>
        </p:nvSpPr>
        <p:spPr>
          <a:xfrm>
            <a:off x="1143000" y="4517136"/>
            <a:ext cx="5120640" cy="457200"/>
          </a:xfrm>
          <a:prstGeom prst="roundRect">
            <a:avLst>
              <a:gd fmla="val 20000" name="adj"/>
            </a:avLst>
          </a:prstGeom>
          <a:solidFill>
            <a:srgbClr val="EFF1F5"/>
          </a:solidFill>
          <a:ln cap="flat" cmpd="sng" w="12700">
            <a:solidFill>
              <a:srgbClr val="DFE3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4" name="Google Shape;2384;h29ad1a1c935308b6_12_9"/>
          <p:cNvSpPr txBox="1"/>
          <p:nvPr/>
        </p:nvSpPr>
        <p:spPr>
          <a:xfrm>
            <a:off x="1325880" y="4517136"/>
            <a:ext cx="47548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748A"/>
              </a:buClr>
              <a:buSzPts val="1300"/>
              <a:buFont typeface="Arial"/>
              <a:buNone/>
            </a:pPr>
            <a:r>
              <a:rPr b="0" i="0" lang="en-US" sz="1300" u="none" cap="none" strike="noStrike">
                <a:solidFill>
                  <a:srgbClr val="66748A"/>
                </a:solidFill>
                <a:latin typeface="Arial"/>
                <a:ea typeface="Arial"/>
                <a:cs typeface="Arial"/>
                <a:sym typeface="Arial"/>
              </a:rPr>
              <a:t>✕  없는 조문·사례 인용</a:t>
            </a:r>
            <a:endParaRPr b="0" i="0" sz="1300" u="none" cap="none" strike="noStrike">
              <a:solidFill>
                <a:schemeClr val="dk1"/>
              </a:solidFill>
              <a:latin typeface="Calibri"/>
              <a:ea typeface="Calibri"/>
              <a:cs typeface="Calibri"/>
              <a:sym typeface="Calibri"/>
            </a:endParaRPr>
          </a:p>
        </p:txBody>
      </p:sp>
      <p:sp>
        <p:nvSpPr>
          <p:cNvPr id="2385" name="Google Shape;2385;h29ad1a1c935308b6_12_9"/>
          <p:cNvSpPr txBox="1"/>
          <p:nvPr/>
        </p:nvSpPr>
        <p:spPr>
          <a:xfrm>
            <a:off x="1143000" y="4956048"/>
            <a:ext cx="512064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B6DA"/>
              </a:buClr>
              <a:buSzPts val="1200"/>
              <a:buFont typeface="Arial"/>
              <a:buNone/>
            </a:pPr>
            <a:r>
              <a:rPr b="1" i="0" lang="en-US" sz="1200" u="none" cap="none" strike="noStrike">
                <a:solidFill>
                  <a:srgbClr val="94B6DA"/>
                </a:solidFill>
                <a:latin typeface="Arial"/>
                <a:ea typeface="Arial"/>
                <a:cs typeface="Arial"/>
                <a:sym typeface="Arial"/>
              </a:rPr>
              <a:t>↓</a:t>
            </a:r>
            <a:endParaRPr b="0" i="0" sz="1200" u="none" cap="none" strike="noStrike">
              <a:solidFill>
                <a:schemeClr val="dk1"/>
              </a:solidFill>
              <a:latin typeface="Calibri"/>
              <a:ea typeface="Calibri"/>
              <a:cs typeface="Calibri"/>
              <a:sym typeface="Calibri"/>
            </a:endParaRPr>
          </a:p>
        </p:txBody>
      </p:sp>
      <p:sp>
        <p:nvSpPr>
          <p:cNvPr id="2386" name="Google Shape;2386;h29ad1a1c935308b6_12_9"/>
          <p:cNvSpPr/>
          <p:nvPr/>
        </p:nvSpPr>
        <p:spPr>
          <a:xfrm>
            <a:off x="1143000" y="5212080"/>
            <a:ext cx="5120640" cy="457200"/>
          </a:xfrm>
          <a:prstGeom prst="roundRect">
            <a:avLst>
              <a:gd fmla="val 20000" name="adj"/>
            </a:avLst>
          </a:prstGeom>
          <a:solidFill>
            <a:srgbClr val="CBDD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7" name="Google Shape;2387;h29ad1a1c935308b6_12_9"/>
          <p:cNvSpPr txBox="1"/>
          <p:nvPr/>
        </p:nvSpPr>
        <p:spPr>
          <a:xfrm>
            <a:off x="1325880" y="5212080"/>
            <a:ext cx="47548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0538B"/>
              </a:buClr>
              <a:buSzPts val="1300"/>
              <a:buFont typeface="Arial"/>
              <a:buNone/>
            </a:pPr>
            <a:r>
              <a:rPr b="1" i="0" lang="en-US" sz="1300" u="none" cap="none" strike="noStrike">
                <a:solidFill>
                  <a:srgbClr val="20538B"/>
                </a:solidFill>
                <a:latin typeface="Arial"/>
                <a:ea typeface="Arial"/>
                <a:cs typeface="Arial"/>
                <a:sym typeface="Arial"/>
              </a:rPr>
              <a:t>✓  ID로만 참조 → 코드 검증</a:t>
            </a:r>
            <a:endParaRPr b="0" i="0" sz="1300" u="none" cap="none" strike="noStrike">
              <a:solidFill>
                <a:schemeClr val="dk1"/>
              </a:solidFill>
              <a:latin typeface="Calibri"/>
              <a:ea typeface="Calibri"/>
              <a:cs typeface="Calibri"/>
              <a:sym typeface="Calibri"/>
            </a:endParaRPr>
          </a:p>
        </p:txBody>
      </p:sp>
      <p:sp>
        <p:nvSpPr>
          <p:cNvPr id="2388" name="Google Shape;2388;h29ad1a1c935308b6_12_9"/>
          <p:cNvSpPr/>
          <p:nvPr/>
        </p:nvSpPr>
        <p:spPr>
          <a:xfrm>
            <a:off x="1143000" y="5888736"/>
            <a:ext cx="5120640" cy="457200"/>
          </a:xfrm>
          <a:prstGeom prst="roundRect">
            <a:avLst>
              <a:gd fmla="val 20000" name="adj"/>
            </a:avLst>
          </a:prstGeom>
          <a:solidFill>
            <a:srgbClr val="EFF1F5"/>
          </a:solidFill>
          <a:ln cap="flat" cmpd="sng" w="12700">
            <a:solidFill>
              <a:srgbClr val="DFE3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9" name="Google Shape;2389;h29ad1a1c935308b6_12_9"/>
          <p:cNvSpPr txBox="1"/>
          <p:nvPr/>
        </p:nvSpPr>
        <p:spPr>
          <a:xfrm>
            <a:off x="1325880" y="5888736"/>
            <a:ext cx="47548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748A"/>
              </a:buClr>
              <a:buSzPts val="1300"/>
              <a:buFont typeface="Arial"/>
              <a:buNone/>
            </a:pPr>
            <a:r>
              <a:rPr b="0" i="0" lang="en-US" sz="1300" u="none" cap="none" strike="noStrike">
                <a:solidFill>
                  <a:srgbClr val="66748A"/>
                </a:solidFill>
                <a:latin typeface="Arial"/>
                <a:ea typeface="Arial"/>
                <a:cs typeface="Arial"/>
                <a:sym typeface="Arial"/>
              </a:rPr>
              <a:t>✕  무관한 사례 연결</a:t>
            </a:r>
            <a:endParaRPr b="0" i="0" sz="1300" u="none" cap="none" strike="noStrike">
              <a:solidFill>
                <a:schemeClr val="dk1"/>
              </a:solidFill>
              <a:latin typeface="Calibri"/>
              <a:ea typeface="Calibri"/>
              <a:cs typeface="Calibri"/>
              <a:sym typeface="Calibri"/>
            </a:endParaRPr>
          </a:p>
        </p:txBody>
      </p:sp>
      <p:sp>
        <p:nvSpPr>
          <p:cNvPr id="2390" name="Google Shape;2390;h29ad1a1c935308b6_12_9"/>
          <p:cNvSpPr txBox="1"/>
          <p:nvPr/>
        </p:nvSpPr>
        <p:spPr>
          <a:xfrm>
            <a:off x="1143000" y="6327648"/>
            <a:ext cx="512064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B6DA"/>
              </a:buClr>
              <a:buSzPts val="1200"/>
              <a:buFont typeface="Arial"/>
              <a:buNone/>
            </a:pPr>
            <a:r>
              <a:rPr b="1" i="0" lang="en-US" sz="1200" u="none" cap="none" strike="noStrike">
                <a:solidFill>
                  <a:srgbClr val="94B6DA"/>
                </a:solidFill>
                <a:latin typeface="Arial"/>
                <a:ea typeface="Arial"/>
                <a:cs typeface="Arial"/>
                <a:sym typeface="Arial"/>
              </a:rPr>
              <a:t>↓</a:t>
            </a:r>
            <a:endParaRPr b="0" i="0" sz="1200" u="none" cap="none" strike="noStrike">
              <a:solidFill>
                <a:schemeClr val="dk1"/>
              </a:solidFill>
              <a:latin typeface="Calibri"/>
              <a:ea typeface="Calibri"/>
              <a:cs typeface="Calibri"/>
              <a:sym typeface="Calibri"/>
            </a:endParaRPr>
          </a:p>
        </p:txBody>
      </p:sp>
      <p:sp>
        <p:nvSpPr>
          <p:cNvPr id="2391" name="Google Shape;2391;h29ad1a1c935308b6_12_9"/>
          <p:cNvSpPr/>
          <p:nvPr/>
        </p:nvSpPr>
        <p:spPr>
          <a:xfrm>
            <a:off x="1143000" y="6583680"/>
            <a:ext cx="5120640" cy="457200"/>
          </a:xfrm>
          <a:prstGeom prst="roundRect">
            <a:avLst>
              <a:gd fmla="val 20000" name="adj"/>
            </a:avLst>
          </a:prstGeom>
          <a:solidFill>
            <a:srgbClr val="CBDD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2" name="Google Shape;2392;h29ad1a1c935308b6_12_9"/>
          <p:cNvSpPr txBox="1"/>
          <p:nvPr/>
        </p:nvSpPr>
        <p:spPr>
          <a:xfrm>
            <a:off x="1325880" y="6583680"/>
            <a:ext cx="47548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0538B"/>
              </a:buClr>
              <a:buSzPts val="1300"/>
              <a:buFont typeface="Arial"/>
              <a:buNone/>
            </a:pPr>
            <a:r>
              <a:rPr b="1" i="0" lang="en-US" sz="1300" u="none" cap="none" strike="noStrike">
                <a:solidFill>
                  <a:srgbClr val="20538B"/>
                </a:solidFill>
                <a:latin typeface="Arial"/>
                <a:ea typeface="Arial"/>
                <a:cs typeface="Arial"/>
                <a:sym typeface="Arial"/>
              </a:rPr>
              <a:t>✓  후보 안에서만 사례 선택</a:t>
            </a:r>
            <a:endParaRPr b="0" i="0" sz="1300" u="none" cap="none" strike="noStrike">
              <a:solidFill>
                <a:schemeClr val="dk1"/>
              </a:solidFill>
              <a:latin typeface="Calibri"/>
              <a:ea typeface="Calibri"/>
              <a:cs typeface="Calibri"/>
              <a:sym typeface="Calibri"/>
            </a:endParaRPr>
          </a:p>
        </p:txBody>
      </p:sp>
      <p:sp>
        <p:nvSpPr>
          <p:cNvPr id="2393" name="Google Shape;2393;h29ad1a1c935308b6_12_9"/>
          <p:cNvSpPr/>
          <p:nvPr/>
        </p:nvSpPr>
        <p:spPr>
          <a:xfrm>
            <a:off x="1143000" y="7260336"/>
            <a:ext cx="5120640" cy="457200"/>
          </a:xfrm>
          <a:prstGeom prst="roundRect">
            <a:avLst>
              <a:gd fmla="val 20000" name="adj"/>
            </a:avLst>
          </a:prstGeom>
          <a:solidFill>
            <a:srgbClr val="EFF1F5"/>
          </a:solidFill>
          <a:ln cap="flat" cmpd="sng" w="12700">
            <a:solidFill>
              <a:srgbClr val="DFE3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4" name="Google Shape;2394;h29ad1a1c935308b6_12_9"/>
          <p:cNvSpPr txBox="1"/>
          <p:nvPr/>
        </p:nvSpPr>
        <p:spPr>
          <a:xfrm>
            <a:off x="1325880" y="7260336"/>
            <a:ext cx="47548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748A"/>
              </a:buClr>
              <a:buSzPts val="1300"/>
              <a:buFont typeface="Arial"/>
              <a:buNone/>
            </a:pPr>
            <a:r>
              <a:rPr b="0" i="0" lang="en-US" sz="1300" u="none" cap="none" strike="noStrike">
                <a:solidFill>
                  <a:srgbClr val="66748A"/>
                </a:solidFill>
                <a:latin typeface="Arial"/>
                <a:ea typeface="Arial"/>
                <a:cs typeface="Arial"/>
                <a:sym typeface="Arial"/>
              </a:rPr>
              <a:t>✕  양호 항목을 취약으로 보고</a:t>
            </a:r>
            <a:endParaRPr b="0" i="0" sz="1300" u="none" cap="none" strike="noStrike">
              <a:solidFill>
                <a:schemeClr val="dk1"/>
              </a:solidFill>
              <a:latin typeface="Calibri"/>
              <a:ea typeface="Calibri"/>
              <a:cs typeface="Calibri"/>
              <a:sym typeface="Calibri"/>
            </a:endParaRPr>
          </a:p>
        </p:txBody>
      </p:sp>
      <p:sp>
        <p:nvSpPr>
          <p:cNvPr id="2395" name="Google Shape;2395;h29ad1a1c935308b6_12_9"/>
          <p:cNvSpPr txBox="1"/>
          <p:nvPr/>
        </p:nvSpPr>
        <p:spPr>
          <a:xfrm>
            <a:off x="1143000" y="7699248"/>
            <a:ext cx="512064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B6DA"/>
              </a:buClr>
              <a:buSzPts val="1200"/>
              <a:buFont typeface="Arial"/>
              <a:buNone/>
            </a:pPr>
            <a:r>
              <a:rPr b="1" i="0" lang="en-US" sz="1200" u="none" cap="none" strike="noStrike">
                <a:solidFill>
                  <a:srgbClr val="94B6DA"/>
                </a:solidFill>
                <a:latin typeface="Arial"/>
                <a:ea typeface="Arial"/>
                <a:cs typeface="Arial"/>
                <a:sym typeface="Arial"/>
              </a:rPr>
              <a:t>↓</a:t>
            </a:r>
            <a:endParaRPr b="0" i="0" sz="1200" u="none" cap="none" strike="noStrike">
              <a:solidFill>
                <a:schemeClr val="dk1"/>
              </a:solidFill>
              <a:latin typeface="Calibri"/>
              <a:ea typeface="Calibri"/>
              <a:cs typeface="Calibri"/>
              <a:sym typeface="Calibri"/>
            </a:endParaRPr>
          </a:p>
        </p:txBody>
      </p:sp>
      <p:sp>
        <p:nvSpPr>
          <p:cNvPr id="2396" name="Google Shape;2396;h29ad1a1c935308b6_12_9"/>
          <p:cNvSpPr/>
          <p:nvPr/>
        </p:nvSpPr>
        <p:spPr>
          <a:xfrm>
            <a:off x="1143000" y="7955280"/>
            <a:ext cx="5120640" cy="457200"/>
          </a:xfrm>
          <a:prstGeom prst="roundRect">
            <a:avLst>
              <a:gd fmla="val 20000" name="adj"/>
            </a:avLst>
          </a:prstGeom>
          <a:solidFill>
            <a:srgbClr val="CBDD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7" name="Google Shape;2397;h29ad1a1c935308b6_12_9"/>
          <p:cNvSpPr txBox="1"/>
          <p:nvPr/>
        </p:nvSpPr>
        <p:spPr>
          <a:xfrm>
            <a:off x="1325880" y="7955280"/>
            <a:ext cx="47548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0538B"/>
              </a:buClr>
              <a:buSzPts val="1300"/>
              <a:buFont typeface="Arial"/>
              <a:buNone/>
            </a:pPr>
            <a:r>
              <a:rPr b="1" i="0" lang="en-US" sz="1300" u="none" cap="none" strike="noStrike">
                <a:solidFill>
                  <a:srgbClr val="20538B"/>
                </a:solidFill>
                <a:latin typeface="Arial"/>
                <a:ea typeface="Arial"/>
                <a:cs typeface="Arial"/>
                <a:sym typeface="Arial"/>
              </a:rPr>
              <a:t>✓  취약·양호 판정은 코드 값</a:t>
            </a:r>
            <a:endParaRPr b="0" i="0" sz="1300" u="none" cap="none" strike="noStrike">
              <a:solidFill>
                <a:schemeClr val="dk1"/>
              </a:solidFill>
              <a:latin typeface="Calibri"/>
              <a:ea typeface="Calibri"/>
              <a:cs typeface="Calibri"/>
              <a:sym typeface="Calibri"/>
            </a:endParaRPr>
          </a:p>
        </p:txBody>
      </p:sp>
      <p:sp>
        <p:nvSpPr>
          <p:cNvPr id="2398" name="Google Shape;2398;h29ad1a1c935308b6_12_9"/>
          <p:cNvSpPr/>
          <p:nvPr/>
        </p:nvSpPr>
        <p:spPr>
          <a:xfrm>
            <a:off x="6583680" y="2487168"/>
            <a:ext cx="5120640" cy="475488"/>
          </a:xfrm>
          <a:prstGeom prst="rect">
            <a:avLst/>
          </a:prstGeom>
          <a:solidFill>
            <a:srgbClr val="2053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9" name="Google Shape;2399;h29ad1a1c935308b6_12_9"/>
          <p:cNvSpPr txBox="1"/>
          <p:nvPr/>
        </p:nvSpPr>
        <p:spPr>
          <a:xfrm>
            <a:off x="6784848" y="2487168"/>
            <a:ext cx="475488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700"/>
              <a:buFont typeface="Arial"/>
              <a:buNone/>
            </a:pPr>
            <a:r>
              <a:rPr b="1" i="0" lang="en-US" sz="1700" u="none" cap="none" strike="noStrike">
                <a:solidFill>
                  <a:srgbClr val="FFFFFF"/>
                </a:solidFill>
                <a:latin typeface="Arial"/>
                <a:ea typeface="Arial"/>
                <a:cs typeface="Arial"/>
                <a:sym typeface="Arial"/>
              </a:rPr>
              <a:t>② 판정은 코드로</a:t>
            </a:r>
            <a:r>
              <a:rPr b="0" i="0" lang="en-US" sz="1300" u="none" cap="none" strike="noStrike">
                <a:solidFill>
                  <a:srgbClr val="BFD4EC"/>
                </a:solidFill>
                <a:latin typeface="Arial"/>
                <a:ea typeface="Arial"/>
                <a:cs typeface="Arial"/>
                <a:sym typeface="Arial"/>
              </a:rPr>
              <a:t>   LLM이 판단하면 안 되는 3가지</a:t>
            </a:r>
            <a:endParaRPr b="0" i="0" sz="1700" u="none" cap="none" strike="noStrike">
              <a:solidFill>
                <a:schemeClr val="dk1"/>
              </a:solidFill>
              <a:latin typeface="Calibri"/>
              <a:ea typeface="Calibri"/>
              <a:cs typeface="Calibri"/>
              <a:sym typeface="Calibri"/>
            </a:endParaRPr>
          </a:p>
        </p:txBody>
      </p:sp>
      <p:sp>
        <p:nvSpPr>
          <p:cNvPr id="2400" name="Google Shape;2400;h29ad1a1c935308b6_12_9"/>
          <p:cNvSpPr/>
          <p:nvPr/>
        </p:nvSpPr>
        <p:spPr>
          <a:xfrm>
            <a:off x="6583680" y="3145536"/>
            <a:ext cx="5120640" cy="1828800"/>
          </a:xfrm>
          <a:prstGeom prst="rect">
            <a:avLst/>
          </a:prstGeom>
          <a:solidFill>
            <a:srgbClr val="F3F6FB"/>
          </a:solidFill>
          <a:ln cap="flat" cmpd="sng" w="12700">
            <a:solidFill>
              <a:srgbClr val="D7E1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1" name="Google Shape;2401;h29ad1a1c935308b6_12_9"/>
          <p:cNvSpPr txBox="1"/>
          <p:nvPr/>
        </p:nvSpPr>
        <p:spPr>
          <a:xfrm>
            <a:off x="6766560" y="3255264"/>
            <a:ext cx="475488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0538B"/>
              </a:buClr>
              <a:buSzPts val="1500"/>
              <a:buFont typeface="Arial"/>
              <a:buNone/>
            </a:pPr>
            <a:r>
              <a:rPr b="1" i="0" lang="en-US" sz="1500" u="none" cap="none" strike="noStrike">
                <a:solidFill>
                  <a:srgbClr val="20538B"/>
                </a:solidFill>
                <a:latin typeface="Arial"/>
                <a:ea typeface="Arial"/>
                <a:cs typeface="Arial"/>
                <a:sym typeface="Arial"/>
              </a:rPr>
              <a:t>사례 지식베이스</a:t>
            </a:r>
            <a:endParaRPr b="0" i="0" sz="1500" u="none" cap="none" strike="noStrike">
              <a:solidFill>
                <a:schemeClr val="dk1"/>
              </a:solidFill>
              <a:latin typeface="Calibri"/>
              <a:ea typeface="Calibri"/>
              <a:cs typeface="Calibri"/>
              <a:sym typeface="Calibri"/>
            </a:endParaRPr>
          </a:p>
        </p:txBody>
      </p:sp>
      <p:sp>
        <p:nvSpPr>
          <p:cNvPr id="2402" name="Google Shape;2402;h29ad1a1c935308b6_12_9"/>
          <p:cNvSpPr txBox="1"/>
          <p:nvPr/>
        </p:nvSpPr>
        <p:spPr>
          <a:xfrm>
            <a:off x="6812280" y="3675888"/>
            <a:ext cx="4663440" cy="1188720"/>
          </a:xfrm>
          <a:prstGeom prst="rect">
            <a:avLst/>
          </a:prstGeom>
          <a:noFill/>
          <a:ln>
            <a:noFill/>
          </a:ln>
        </p:spPr>
        <p:txBody>
          <a:bodyPr anchorCtr="0" anchor="t" bIns="0" lIns="0" spcFirstLastPara="1" rIns="0" wrap="square" tIns="0">
            <a:noAutofit/>
          </a:bodyPr>
          <a:lstStyle/>
          <a:p>
            <a:pPr indent="-342900" lvl="0" marL="342900" marR="0" rtl="0" algn="l">
              <a:lnSpc>
                <a:spcPct val="112000"/>
              </a:lnSpc>
              <a:spcBef>
                <a:spcPts val="0"/>
              </a:spcBef>
              <a:spcAft>
                <a:spcPts val="0"/>
              </a:spcAft>
              <a:buClr>
                <a:srgbClr val="2E3F57"/>
              </a:buClr>
              <a:buSzPts val="1250"/>
              <a:buFont typeface="Arial"/>
              <a:buChar char="•"/>
            </a:pPr>
            <a:r>
              <a:rPr b="0" i="0" lang="en-US" sz="1250" u="none" cap="none" strike="noStrike">
                <a:solidFill>
                  <a:srgbClr val="2E3F57"/>
                </a:solidFill>
                <a:latin typeface="Arial"/>
                <a:ea typeface="Arial"/>
                <a:cs typeface="Arial"/>
                <a:sym typeface="Arial"/>
              </a:rPr>
              <a:t>개인정보위 처분 보도자료 15건 → 사례 카드 30장</a:t>
            </a:r>
            <a:endParaRPr b="0" i="0" sz="1250" u="none" cap="none" strike="noStrike">
              <a:solidFill>
                <a:schemeClr val="dk1"/>
              </a:solidFill>
              <a:latin typeface="Calibri"/>
              <a:ea typeface="Calibri"/>
              <a:cs typeface="Calibri"/>
              <a:sym typeface="Calibri"/>
            </a:endParaRPr>
          </a:p>
          <a:p>
            <a:pPr indent="-342900" lvl="0" marL="342900" marR="0" rtl="0" algn="l">
              <a:lnSpc>
                <a:spcPct val="112000"/>
              </a:lnSpc>
              <a:spcBef>
                <a:spcPts val="300"/>
              </a:spcBef>
              <a:spcAft>
                <a:spcPts val="0"/>
              </a:spcAft>
              <a:buClr>
                <a:srgbClr val="2E3F57"/>
              </a:buClr>
              <a:buSzPts val="1250"/>
              <a:buFont typeface="Arial"/>
              <a:buChar char="•"/>
            </a:pPr>
            <a:r>
              <a:rPr b="0" i="0" lang="en-US" sz="1250" u="none" cap="none" strike="noStrike">
                <a:solidFill>
                  <a:srgbClr val="2E3F57"/>
                </a:solidFill>
                <a:latin typeface="Arial"/>
                <a:ea typeface="Arial"/>
                <a:cs typeface="Arial"/>
                <a:sym typeface="Arial"/>
              </a:rPr>
              <a:t>4단계 등급 검색: 동일 결함 / 같은 유형 / 관련 통제 / 참고</a:t>
            </a:r>
            <a:endParaRPr b="0" i="0" sz="1250" u="none" cap="none" strike="noStrike">
              <a:solidFill>
                <a:schemeClr val="dk1"/>
              </a:solidFill>
              <a:latin typeface="Calibri"/>
              <a:ea typeface="Calibri"/>
              <a:cs typeface="Calibri"/>
              <a:sym typeface="Calibri"/>
            </a:endParaRPr>
          </a:p>
          <a:p>
            <a:pPr indent="-342900" lvl="0" marL="342900" marR="0" rtl="0" algn="l">
              <a:lnSpc>
                <a:spcPct val="112000"/>
              </a:lnSpc>
              <a:spcBef>
                <a:spcPts val="300"/>
              </a:spcBef>
              <a:spcAft>
                <a:spcPts val="0"/>
              </a:spcAft>
              <a:buClr>
                <a:srgbClr val="2E3F57"/>
              </a:buClr>
              <a:buSzPts val="1250"/>
              <a:buFont typeface="Arial"/>
              <a:buChar char="•"/>
            </a:pPr>
            <a:r>
              <a:rPr b="0" i="0" lang="en-US" sz="1250" u="none" cap="none" strike="noStrike">
                <a:solidFill>
                  <a:srgbClr val="2E3F57"/>
                </a:solidFill>
                <a:latin typeface="Arial"/>
                <a:ea typeface="Arial"/>
                <a:cs typeface="Arial"/>
                <a:sym typeface="Arial"/>
              </a:rPr>
              <a:t>'참고' 등급은 인용 금지 — 무관한 사례가 근거처럼 보이지 않게</a:t>
            </a:r>
            <a:endParaRPr b="0" i="0" sz="1250" u="none" cap="none" strike="noStrike">
              <a:solidFill>
                <a:schemeClr val="dk1"/>
              </a:solidFill>
              <a:latin typeface="Calibri"/>
              <a:ea typeface="Calibri"/>
              <a:cs typeface="Calibri"/>
              <a:sym typeface="Calibri"/>
            </a:endParaRPr>
          </a:p>
        </p:txBody>
      </p:sp>
      <p:sp>
        <p:nvSpPr>
          <p:cNvPr id="2403" name="Google Shape;2403;h29ad1a1c935308b6_12_9"/>
          <p:cNvSpPr/>
          <p:nvPr/>
        </p:nvSpPr>
        <p:spPr>
          <a:xfrm>
            <a:off x="6583680" y="5102352"/>
            <a:ext cx="5120640" cy="1828800"/>
          </a:xfrm>
          <a:prstGeom prst="rect">
            <a:avLst/>
          </a:prstGeom>
          <a:solidFill>
            <a:srgbClr val="F3F6FB"/>
          </a:solidFill>
          <a:ln cap="flat" cmpd="sng" w="12700">
            <a:solidFill>
              <a:srgbClr val="D7E1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4" name="Google Shape;2404;h29ad1a1c935308b6_12_9"/>
          <p:cNvSpPr txBox="1"/>
          <p:nvPr/>
        </p:nvSpPr>
        <p:spPr>
          <a:xfrm>
            <a:off x="6766560" y="5212080"/>
            <a:ext cx="475488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0538B"/>
              </a:buClr>
              <a:buSzPts val="1500"/>
              <a:buFont typeface="Arial"/>
              <a:buNone/>
            </a:pPr>
            <a:r>
              <a:rPr b="1" i="0" lang="en-US" sz="1500" u="none" cap="none" strike="noStrike">
                <a:solidFill>
                  <a:srgbClr val="20538B"/>
                </a:solidFill>
                <a:latin typeface="Arial"/>
                <a:ea typeface="Arial"/>
                <a:cs typeface="Arial"/>
                <a:sym typeface="Arial"/>
              </a:rPr>
              <a:t>과징금 노출</a:t>
            </a:r>
            <a:endParaRPr b="0" i="0" sz="1500" u="none" cap="none" strike="noStrike">
              <a:solidFill>
                <a:schemeClr val="dk1"/>
              </a:solidFill>
              <a:latin typeface="Calibri"/>
              <a:ea typeface="Calibri"/>
              <a:cs typeface="Calibri"/>
              <a:sym typeface="Calibri"/>
            </a:endParaRPr>
          </a:p>
        </p:txBody>
      </p:sp>
      <p:sp>
        <p:nvSpPr>
          <p:cNvPr id="2405" name="Google Shape;2405;h29ad1a1c935308b6_12_9"/>
          <p:cNvSpPr txBox="1"/>
          <p:nvPr/>
        </p:nvSpPr>
        <p:spPr>
          <a:xfrm>
            <a:off x="6812280" y="5632704"/>
            <a:ext cx="4663440" cy="1188720"/>
          </a:xfrm>
          <a:prstGeom prst="rect">
            <a:avLst/>
          </a:prstGeom>
          <a:noFill/>
          <a:ln>
            <a:noFill/>
          </a:ln>
        </p:spPr>
        <p:txBody>
          <a:bodyPr anchorCtr="0" anchor="t" bIns="0" lIns="0" spcFirstLastPara="1" rIns="0" wrap="square" tIns="0">
            <a:noAutofit/>
          </a:bodyPr>
          <a:lstStyle/>
          <a:p>
            <a:pPr indent="-342900" lvl="0" marL="342900" marR="0" rtl="0" algn="l">
              <a:lnSpc>
                <a:spcPct val="112000"/>
              </a:lnSpc>
              <a:spcBef>
                <a:spcPts val="0"/>
              </a:spcBef>
              <a:spcAft>
                <a:spcPts val="0"/>
              </a:spcAft>
              <a:buClr>
                <a:srgbClr val="2E3F57"/>
              </a:buClr>
              <a:buSzPts val="1250"/>
              <a:buFont typeface="Arial"/>
              <a:buChar char="•"/>
            </a:pPr>
            <a:r>
              <a:rPr b="0" i="0" lang="en-US" sz="1250" u="none" cap="none" strike="noStrike">
                <a:solidFill>
                  <a:srgbClr val="2E3F57"/>
                </a:solidFill>
                <a:latin typeface="Arial"/>
                <a:ea typeface="Arial"/>
                <a:cs typeface="Arial"/>
                <a:sym typeface="Arial"/>
              </a:rPr>
              <a:t>2026.9 시행 개정 개인정보 보호법 기준</a:t>
            </a:r>
            <a:endParaRPr b="0" i="0" sz="1250" u="none" cap="none" strike="noStrike">
              <a:solidFill>
                <a:schemeClr val="dk1"/>
              </a:solidFill>
              <a:latin typeface="Calibri"/>
              <a:ea typeface="Calibri"/>
              <a:cs typeface="Calibri"/>
              <a:sym typeface="Calibri"/>
            </a:endParaRPr>
          </a:p>
          <a:p>
            <a:pPr indent="-342900" lvl="0" marL="342900" marR="0" rtl="0" algn="l">
              <a:lnSpc>
                <a:spcPct val="112000"/>
              </a:lnSpc>
              <a:spcBef>
                <a:spcPts val="300"/>
              </a:spcBef>
              <a:spcAft>
                <a:spcPts val="0"/>
              </a:spcAft>
              <a:buClr>
                <a:srgbClr val="2E3F57"/>
              </a:buClr>
              <a:buSzPts val="1250"/>
              <a:buFont typeface="Arial"/>
              <a:buChar char="•"/>
            </a:pPr>
            <a:r>
              <a:rPr b="0" i="0" lang="en-US" sz="1250" u="none" cap="none" strike="noStrike">
                <a:solidFill>
                  <a:srgbClr val="2E3F57"/>
                </a:solidFill>
                <a:latin typeface="Arial"/>
                <a:ea typeface="Arial"/>
                <a:cs typeface="Arial"/>
                <a:sym typeface="Arial"/>
              </a:rPr>
              <a:t>법정 상한 매출 3% · 투자 감경 최대 40% · ISMS-P 감경 최대 30%</a:t>
            </a:r>
            <a:endParaRPr b="0" i="0" sz="1250" u="none" cap="none" strike="noStrike">
              <a:solidFill>
                <a:schemeClr val="dk1"/>
              </a:solidFill>
              <a:latin typeface="Calibri"/>
              <a:ea typeface="Calibri"/>
              <a:cs typeface="Calibri"/>
              <a:sym typeface="Calibri"/>
            </a:endParaRPr>
          </a:p>
          <a:p>
            <a:pPr indent="-342900" lvl="0" marL="342900" marR="0" rtl="0" algn="l">
              <a:lnSpc>
                <a:spcPct val="112000"/>
              </a:lnSpc>
              <a:spcBef>
                <a:spcPts val="300"/>
              </a:spcBef>
              <a:spcAft>
                <a:spcPts val="0"/>
              </a:spcAft>
              <a:buClr>
                <a:srgbClr val="2E3F57"/>
              </a:buClr>
              <a:buSzPts val="1250"/>
              <a:buFont typeface="Arial"/>
              <a:buChar char="•"/>
            </a:pPr>
            <a:r>
              <a:rPr b="0" i="0" lang="en-US" sz="1250" u="none" cap="none" strike="noStrike">
                <a:solidFill>
                  <a:srgbClr val="2E3F57"/>
                </a:solidFill>
                <a:latin typeface="Arial"/>
                <a:ea typeface="Arial"/>
                <a:cs typeface="Arial"/>
                <a:sym typeface="Arial"/>
              </a:rPr>
              <a:t>유사 처분액 분포 병기 + '상한은 예상 부과액 아님' 경고</a:t>
            </a:r>
            <a:endParaRPr b="0" i="0" sz="1250" u="none" cap="none" strike="noStrike">
              <a:solidFill>
                <a:schemeClr val="dk1"/>
              </a:solidFill>
              <a:latin typeface="Calibri"/>
              <a:ea typeface="Calibri"/>
              <a:cs typeface="Calibri"/>
              <a:sym typeface="Calibri"/>
            </a:endParaRPr>
          </a:p>
        </p:txBody>
      </p:sp>
      <p:sp>
        <p:nvSpPr>
          <p:cNvPr id="2406" name="Google Shape;2406;h29ad1a1c935308b6_12_9"/>
          <p:cNvSpPr/>
          <p:nvPr/>
        </p:nvSpPr>
        <p:spPr>
          <a:xfrm>
            <a:off x="6583680" y="7059168"/>
            <a:ext cx="5120640" cy="1828800"/>
          </a:xfrm>
          <a:prstGeom prst="rect">
            <a:avLst/>
          </a:prstGeom>
          <a:solidFill>
            <a:srgbClr val="F3F6FB"/>
          </a:solidFill>
          <a:ln cap="flat" cmpd="sng" w="12700">
            <a:solidFill>
              <a:srgbClr val="D7E1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7" name="Google Shape;2407;h29ad1a1c935308b6_12_9"/>
          <p:cNvSpPr txBox="1"/>
          <p:nvPr/>
        </p:nvSpPr>
        <p:spPr>
          <a:xfrm>
            <a:off x="6766560" y="7168896"/>
            <a:ext cx="475488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0538B"/>
              </a:buClr>
              <a:buSzPts val="1500"/>
              <a:buFont typeface="Arial"/>
              <a:buNone/>
            </a:pPr>
            <a:r>
              <a:rPr b="1" i="0" lang="en-US" sz="1500" u="none" cap="none" strike="noStrike">
                <a:solidFill>
                  <a:srgbClr val="20538B"/>
                </a:solidFill>
                <a:latin typeface="Arial"/>
                <a:ea typeface="Arial"/>
                <a:cs typeface="Arial"/>
                <a:sym typeface="Arial"/>
              </a:rPr>
              <a:t>조치 우선순위</a:t>
            </a:r>
            <a:endParaRPr b="0" i="0" sz="1500" u="none" cap="none" strike="noStrike">
              <a:solidFill>
                <a:schemeClr val="dk1"/>
              </a:solidFill>
              <a:latin typeface="Calibri"/>
              <a:ea typeface="Calibri"/>
              <a:cs typeface="Calibri"/>
              <a:sym typeface="Calibri"/>
            </a:endParaRPr>
          </a:p>
        </p:txBody>
      </p:sp>
      <p:sp>
        <p:nvSpPr>
          <p:cNvPr id="2408" name="Google Shape;2408;h29ad1a1c935308b6_12_9"/>
          <p:cNvSpPr txBox="1"/>
          <p:nvPr/>
        </p:nvSpPr>
        <p:spPr>
          <a:xfrm>
            <a:off x="6812280" y="7589520"/>
            <a:ext cx="4663440" cy="1188720"/>
          </a:xfrm>
          <a:prstGeom prst="rect">
            <a:avLst/>
          </a:prstGeom>
          <a:noFill/>
          <a:ln>
            <a:noFill/>
          </a:ln>
        </p:spPr>
        <p:txBody>
          <a:bodyPr anchorCtr="0" anchor="t" bIns="0" lIns="0" spcFirstLastPara="1" rIns="0" wrap="square" tIns="0">
            <a:noAutofit/>
          </a:bodyPr>
          <a:lstStyle/>
          <a:p>
            <a:pPr indent="-342900" lvl="0" marL="342900" marR="0" rtl="0" algn="l">
              <a:lnSpc>
                <a:spcPct val="112000"/>
              </a:lnSpc>
              <a:spcBef>
                <a:spcPts val="0"/>
              </a:spcBef>
              <a:spcAft>
                <a:spcPts val="0"/>
              </a:spcAft>
              <a:buClr>
                <a:srgbClr val="2E3F57"/>
              </a:buClr>
              <a:buSzPts val="1250"/>
              <a:buFont typeface="Arial"/>
              <a:buChar char="•"/>
            </a:pPr>
            <a:r>
              <a:rPr b="0" i="0" lang="en-US" sz="1250" u="none" cap="none" strike="noStrike">
                <a:solidFill>
                  <a:srgbClr val="2E3F57"/>
                </a:solidFill>
                <a:latin typeface="Arial"/>
                <a:ea typeface="Arial"/>
                <a:cs typeface="Arial"/>
                <a:sym typeface="Arial"/>
              </a:rPr>
              <a:t>심각도(상3·중2·하1) × 개인정보 자산(1.0 / 0.3)</a:t>
            </a:r>
            <a:endParaRPr b="0" i="0" sz="1250" u="none" cap="none" strike="noStrike">
              <a:solidFill>
                <a:schemeClr val="dk1"/>
              </a:solidFill>
              <a:latin typeface="Calibri"/>
              <a:ea typeface="Calibri"/>
              <a:cs typeface="Calibri"/>
              <a:sym typeface="Calibri"/>
            </a:endParaRPr>
          </a:p>
          <a:p>
            <a:pPr indent="-342900" lvl="0" marL="342900" marR="0" rtl="0" algn="l">
              <a:lnSpc>
                <a:spcPct val="112000"/>
              </a:lnSpc>
              <a:spcBef>
                <a:spcPts val="300"/>
              </a:spcBef>
              <a:spcAft>
                <a:spcPts val="0"/>
              </a:spcAft>
              <a:buClr>
                <a:srgbClr val="2E3F57"/>
              </a:buClr>
              <a:buSzPts val="1250"/>
              <a:buFont typeface="Arial"/>
              <a:buChar char="•"/>
            </a:pPr>
            <a:r>
              <a:rPr b="0" i="0" lang="en-US" sz="1250" u="none" cap="none" strike="noStrike">
                <a:solidFill>
                  <a:srgbClr val="2E3F57"/>
                </a:solidFill>
                <a:latin typeface="Arial"/>
                <a:ea typeface="Arial"/>
                <a:cs typeface="Arial"/>
                <a:sym typeface="Arial"/>
              </a:rPr>
              <a:t>× (1 + 0.5 × 사례 근거 점수) — 최대 1.5배</a:t>
            </a:r>
            <a:endParaRPr b="0" i="0" sz="1250" u="none" cap="none" strike="noStrike">
              <a:solidFill>
                <a:schemeClr val="dk1"/>
              </a:solidFill>
              <a:latin typeface="Calibri"/>
              <a:ea typeface="Calibri"/>
              <a:cs typeface="Calibri"/>
              <a:sym typeface="Calibri"/>
            </a:endParaRPr>
          </a:p>
          <a:p>
            <a:pPr indent="-342900" lvl="0" marL="342900" marR="0" rtl="0" algn="l">
              <a:lnSpc>
                <a:spcPct val="112000"/>
              </a:lnSpc>
              <a:spcBef>
                <a:spcPts val="300"/>
              </a:spcBef>
              <a:spcAft>
                <a:spcPts val="0"/>
              </a:spcAft>
              <a:buClr>
                <a:srgbClr val="2E3F57"/>
              </a:buClr>
              <a:buSzPts val="1250"/>
              <a:buFont typeface="Arial"/>
              <a:buChar char="•"/>
            </a:pPr>
            <a:r>
              <a:rPr b="0" i="0" lang="en-US" sz="1250" u="none" cap="none" strike="noStrike">
                <a:solidFill>
                  <a:srgbClr val="2E3F57"/>
                </a:solidFill>
                <a:latin typeface="Arial"/>
                <a:ea typeface="Arial"/>
                <a:cs typeface="Arial"/>
                <a:sym typeface="Arial"/>
              </a:rPr>
              <a:t>공식은 실무진용 보고서 부록 4.4에 그대로 공개</a:t>
            </a:r>
            <a:endParaRPr b="0" i="0" sz="1250" u="none" cap="none" strike="noStrike">
              <a:solidFill>
                <a:schemeClr val="dk1"/>
              </a:solidFill>
              <a:latin typeface="Calibri"/>
              <a:ea typeface="Calibri"/>
              <a:cs typeface="Calibri"/>
              <a:sym typeface="Calibri"/>
            </a:endParaRPr>
          </a:p>
        </p:txBody>
      </p:sp>
      <p:sp>
        <p:nvSpPr>
          <p:cNvPr id="2409" name="Google Shape;2409;h29ad1a1c935308b6_12_9"/>
          <p:cNvSpPr/>
          <p:nvPr/>
        </p:nvSpPr>
        <p:spPr>
          <a:xfrm>
            <a:off x="12024360" y="2487168"/>
            <a:ext cx="5120640" cy="475488"/>
          </a:xfrm>
          <a:prstGeom prst="rect">
            <a:avLst/>
          </a:prstGeom>
          <a:solidFill>
            <a:srgbClr val="2053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0" name="Google Shape;2410;h29ad1a1c935308b6_12_9"/>
          <p:cNvSpPr txBox="1"/>
          <p:nvPr/>
        </p:nvSpPr>
        <p:spPr>
          <a:xfrm>
            <a:off x="12225528" y="2487168"/>
            <a:ext cx="475488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700"/>
              <a:buFont typeface="Arial"/>
              <a:buNone/>
            </a:pPr>
            <a:r>
              <a:rPr b="1" i="0" lang="en-US" sz="1700" u="none" cap="none" strike="noStrike">
                <a:solidFill>
                  <a:srgbClr val="FFFFFF"/>
                </a:solidFill>
                <a:latin typeface="Arial"/>
                <a:ea typeface="Arial"/>
                <a:cs typeface="Arial"/>
                <a:sym typeface="Arial"/>
              </a:rPr>
              <a:t>③ 프롬프트 설계 5원칙</a:t>
            </a:r>
            <a:endParaRPr b="0" i="0" sz="1700" u="none" cap="none" strike="noStrike">
              <a:solidFill>
                <a:schemeClr val="dk1"/>
              </a:solidFill>
              <a:latin typeface="Calibri"/>
              <a:ea typeface="Calibri"/>
              <a:cs typeface="Calibri"/>
              <a:sym typeface="Calibri"/>
            </a:endParaRPr>
          </a:p>
        </p:txBody>
      </p:sp>
      <p:sp>
        <p:nvSpPr>
          <p:cNvPr id="2411" name="Google Shape;2411;h29ad1a1c935308b6_12_9"/>
          <p:cNvSpPr/>
          <p:nvPr/>
        </p:nvSpPr>
        <p:spPr>
          <a:xfrm>
            <a:off x="12024360" y="3145536"/>
            <a:ext cx="64008" cy="969264"/>
          </a:xfrm>
          <a:prstGeom prst="rect">
            <a:avLst/>
          </a:prstGeom>
          <a:solidFill>
            <a:srgbClr val="2053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2" name="Google Shape;2412;h29ad1a1c935308b6_12_9"/>
          <p:cNvSpPr txBox="1"/>
          <p:nvPr/>
        </p:nvSpPr>
        <p:spPr>
          <a:xfrm>
            <a:off x="12252960" y="3163824"/>
            <a:ext cx="48463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0538B"/>
              </a:buClr>
              <a:buSzPts val="1500"/>
              <a:buFont typeface="Arial"/>
              <a:buNone/>
            </a:pPr>
            <a:r>
              <a:rPr b="1" i="0" lang="en-US" sz="1500" u="none" cap="none" strike="noStrike">
                <a:solidFill>
                  <a:srgbClr val="20538B"/>
                </a:solidFill>
                <a:latin typeface="Arial"/>
                <a:ea typeface="Arial"/>
                <a:cs typeface="Arial"/>
                <a:sym typeface="Arial"/>
              </a:rPr>
              <a:t>역할 분리</a:t>
            </a:r>
            <a:endParaRPr b="0" i="0" sz="1500" u="none" cap="none" strike="noStrike">
              <a:solidFill>
                <a:schemeClr val="dk1"/>
              </a:solidFill>
              <a:latin typeface="Calibri"/>
              <a:ea typeface="Calibri"/>
              <a:cs typeface="Calibri"/>
              <a:sym typeface="Calibri"/>
            </a:endParaRPr>
          </a:p>
        </p:txBody>
      </p:sp>
      <p:sp>
        <p:nvSpPr>
          <p:cNvPr id="2413" name="Google Shape;2413;h29ad1a1c935308b6_12_9"/>
          <p:cNvSpPr txBox="1"/>
          <p:nvPr/>
        </p:nvSpPr>
        <p:spPr>
          <a:xfrm>
            <a:off x="12252960" y="3529584"/>
            <a:ext cx="4800600" cy="56692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2E3F57"/>
              </a:buClr>
              <a:buSzPts val="1250"/>
              <a:buFont typeface="Arial"/>
              <a:buNone/>
            </a:pPr>
            <a:r>
              <a:rPr b="0" i="0" lang="en-US" sz="1250" u="none" cap="none" strike="noStrike">
                <a:solidFill>
                  <a:srgbClr val="2E3F57"/>
                </a:solidFill>
                <a:latin typeface="Arial"/>
                <a:ea typeface="Arial"/>
                <a:cs typeface="Arial"/>
                <a:sym typeface="Arial"/>
              </a:rPr>
              <a:t>판정은 코드가 끝내고 LLM은 문장만 작성 (시스템 규칙 16개)</a:t>
            </a:r>
            <a:endParaRPr b="0" i="0" sz="1250" u="none" cap="none" strike="noStrike">
              <a:solidFill>
                <a:schemeClr val="dk1"/>
              </a:solidFill>
              <a:latin typeface="Calibri"/>
              <a:ea typeface="Calibri"/>
              <a:cs typeface="Calibri"/>
              <a:sym typeface="Calibri"/>
            </a:endParaRPr>
          </a:p>
        </p:txBody>
      </p:sp>
      <p:sp>
        <p:nvSpPr>
          <p:cNvPr id="2414" name="Google Shape;2414;h29ad1a1c935308b6_12_9"/>
          <p:cNvSpPr/>
          <p:nvPr/>
        </p:nvSpPr>
        <p:spPr>
          <a:xfrm>
            <a:off x="12024360" y="4261104"/>
            <a:ext cx="64008" cy="969264"/>
          </a:xfrm>
          <a:prstGeom prst="rect">
            <a:avLst/>
          </a:prstGeom>
          <a:solidFill>
            <a:srgbClr val="2053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5" name="Google Shape;2415;h29ad1a1c935308b6_12_9"/>
          <p:cNvSpPr txBox="1"/>
          <p:nvPr/>
        </p:nvSpPr>
        <p:spPr>
          <a:xfrm>
            <a:off x="12252960" y="4279392"/>
            <a:ext cx="48463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0538B"/>
              </a:buClr>
              <a:buSzPts val="1500"/>
              <a:buFont typeface="Arial"/>
              <a:buNone/>
            </a:pPr>
            <a:r>
              <a:rPr b="1" i="0" lang="en-US" sz="1500" u="none" cap="none" strike="noStrike">
                <a:solidFill>
                  <a:srgbClr val="20538B"/>
                </a:solidFill>
                <a:latin typeface="Arial"/>
                <a:ea typeface="Arial"/>
                <a:cs typeface="Arial"/>
                <a:sym typeface="Arial"/>
              </a:rPr>
              <a:t>대조 예시</a:t>
            </a:r>
            <a:endParaRPr b="0" i="0" sz="1500" u="none" cap="none" strike="noStrike">
              <a:solidFill>
                <a:schemeClr val="dk1"/>
              </a:solidFill>
              <a:latin typeface="Calibri"/>
              <a:ea typeface="Calibri"/>
              <a:cs typeface="Calibri"/>
              <a:sym typeface="Calibri"/>
            </a:endParaRPr>
          </a:p>
        </p:txBody>
      </p:sp>
      <p:sp>
        <p:nvSpPr>
          <p:cNvPr id="2416" name="Google Shape;2416;h29ad1a1c935308b6_12_9"/>
          <p:cNvSpPr txBox="1"/>
          <p:nvPr/>
        </p:nvSpPr>
        <p:spPr>
          <a:xfrm>
            <a:off x="12252960" y="4645152"/>
            <a:ext cx="4800600" cy="56692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2E3F57"/>
              </a:buClr>
              <a:buSzPts val="1250"/>
              <a:buFont typeface="Arial"/>
              <a:buNone/>
            </a:pPr>
            <a:r>
              <a:rPr b="0" i="0" lang="en-US" sz="1250" u="none" cap="none" strike="noStrike">
                <a:solidFill>
                  <a:srgbClr val="2E3F57"/>
                </a:solidFill>
                <a:latin typeface="Arial"/>
                <a:ea typeface="Arial"/>
                <a:cs typeface="Arial"/>
                <a:sym typeface="Arial"/>
              </a:rPr>
              <a:t>나쁨/좋음 예시 문장으로 기대 수준 제시 (Few-shot)</a:t>
            </a:r>
            <a:endParaRPr b="0" i="0" sz="1250" u="none" cap="none" strike="noStrike">
              <a:solidFill>
                <a:schemeClr val="dk1"/>
              </a:solidFill>
              <a:latin typeface="Calibri"/>
              <a:ea typeface="Calibri"/>
              <a:cs typeface="Calibri"/>
              <a:sym typeface="Calibri"/>
            </a:endParaRPr>
          </a:p>
        </p:txBody>
      </p:sp>
      <p:sp>
        <p:nvSpPr>
          <p:cNvPr id="2417" name="Google Shape;2417;h29ad1a1c935308b6_12_9"/>
          <p:cNvSpPr/>
          <p:nvPr/>
        </p:nvSpPr>
        <p:spPr>
          <a:xfrm>
            <a:off x="12024360" y="5376672"/>
            <a:ext cx="64008" cy="969264"/>
          </a:xfrm>
          <a:prstGeom prst="rect">
            <a:avLst/>
          </a:prstGeom>
          <a:solidFill>
            <a:srgbClr val="2053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8" name="Google Shape;2418;h29ad1a1c935308b6_12_9"/>
          <p:cNvSpPr txBox="1"/>
          <p:nvPr/>
        </p:nvSpPr>
        <p:spPr>
          <a:xfrm>
            <a:off x="12252960" y="5394960"/>
            <a:ext cx="48463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0538B"/>
              </a:buClr>
              <a:buSzPts val="1500"/>
              <a:buFont typeface="Arial"/>
              <a:buNone/>
            </a:pPr>
            <a:r>
              <a:rPr b="1" i="0" lang="en-US" sz="1500" u="none" cap="none" strike="noStrike">
                <a:solidFill>
                  <a:srgbClr val="20538B"/>
                </a:solidFill>
                <a:latin typeface="Arial"/>
                <a:ea typeface="Arial"/>
                <a:cs typeface="Arial"/>
                <a:sym typeface="Arial"/>
              </a:rPr>
              <a:t>JSON 출력</a:t>
            </a:r>
            <a:endParaRPr b="0" i="0" sz="1500" u="none" cap="none" strike="noStrike">
              <a:solidFill>
                <a:schemeClr val="dk1"/>
              </a:solidFill>
              <a:latin typeface="Calibri"/>
              <a:ea typeface="Calibri"/>
              <a:cs typeface="Calibri"/>
              <a:sym typeface="Calibri"/>
            </a:endParaRPr>
          </a:p>
        </p:txBody>
      </p:sp>
      <p:sp>
        <p:nvSpPr>
          <p:cNvPr id="2419" name="Google Shape;2419;h29ad1a1c935308b6_12_9"/>
          <p:cNvSpPr txBox="1"/>
          <p:nvPr/>
        </p:nvSpPr>
        <p:spPr>
          <a:xfrm>
            <a:off x="12252960" y="5760720"/>
            <a:ext cx="4800600" cy="56692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2E3F57"/>
              </a:buClr>
              <a:buSzPts val="1250"/>
              <a:buFont typeface="Arial"/>
              <a:buNone/>
            </a:pPr>
            <a:r>
              <a:rPr b="0" i="0" lang="en-US" sz="1250" u="none" cap="none" strike="noStrike">
                <a:solidFill>
                  <a:srgbClr val="2E3F57"/>
                </a:solidFill>
                <a:latin typeface="Arial"/>
                <a:ea typeface="Arial"/>
                <a:cs typeface="Arial"/>
                <a:sym typeface="Arial"/>
              </a:rPr>
              <a:t>출력 스키마 고정 + JSON 모드, temperature 0.2</a:t>
            </a:r>
            <a:endParaRPr b="0" i="0" sz="1250" u="none" cap="none" strike="noStrike">
              <a:solidFill>
                <a:schemeClr val="dk1"/>
              </a:solidFill>
              <a:latin typeface="Calibri"/>
              <a:ea typeface="Calibri"/>
              <a:cs typeface="Calibri"/>
              <a:sym typeface="Calibri"/>
            </a:endParaRPr>
          </a:p>
        </p:txBody>
      </p:sp>
      <p:sp>
        <p:nvSpPr>
          <p:cNvPr id="2420" name="Google Shape;2420;h29ad1a1c935308b6_12_9"/>
          <p:cNvSpPr/>
          <p:nvPr/>
        </p:nvSpPr>
        <p:spPr>
          <a:xfrm>
            <a:off x="12024360" y="6492240"/>
            <a:ext cx="64008" cy="969264"/>
          </a:xfrm>
          <a:prstGeom prst="rect">
            <a:avLst/>
          </a:prstGeom>
          <a:solidFill>
            <a:srgbClr val="2053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1" name="Google Shape;2421;h29ad1a1c935308b6_12_9"/>
          <p:cNvSpPr txBox="1"/>
          <p:nvPr/>
        </p:nvSpPr>
        <p:spPr>
          <a:xfrm>
            <a:off x="12252960" y="6510528"/>
            <a:ext cx="48463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0538B"/>
              </a:buClr>
              <a:buSzPts val="1500"/>
              <a:buFont typeface="Arial"/>
              <a:buNone/>
            </a:pPr>
            <a:r>
              <a:rPr b="1" i="0" lang="en-US" sz="1500" u="none" cap="none" strike="noStrike">
                <a:solidFill>
                  <a:srgbClr val="20538B"/>
                </a:solidFill>
                <a:latin typeface="Arial"/>
                <a:ea typeface="Arial"/>
                <a:cs typeface="Arial"/>
                <a:sym typeface="Arial"/>
              </a:rPr>
              <a:t>후보 주입</a:t>
            </a:r>
            <a:endParaRPr b="0" i="0" sz="1500" u="none" cap="none" strike="noStrike">
              <a:solidFill>
                <a:schemeClr val="dk1"/>
              </a:solidFill>
              <a:latin typeface="Calibri"/>
              <a:ea typeface="Calibri"/>
              <a:cs typeface="Calibri"/>
              <a:sym typeface="Calibri"/>
            </a:endParaRPr>
          </a:p>
        </p:txBody>
      </p:sp>
      <p:sp>
        <p:nvSpPr>
          <p:cNvPr id="2422" name="Google Shape;2422;h29ad1a1c935308b6_12_9"/>
          <p:cNvSpPr txBox="1"/>
          <p:nvPr/>
        </p:nvSpPr>
        <p:spPr>
          <a:xfrm>
            <a:off x="12252960" y="6876288"/>
            <a:ext cx="4800600" cy="56692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2E3F57"/>
              </a:buClr>
              <a:buSzPts val="1250"/>
              <a:buFont typeface="Arial"/>
              <a:buNone/>
            </a:pPr>
            <a:r>
              <a:rPr b="0" i="0" lang="en-US" sz="1250" u="none" cap="none" strike="noStrike">
                <a:solidFill>
                  <a:srgbClr val="2E3F57"/>
                </a:solidFill>
                <a:latin typeface="Arial"/>
                <a:ea typeface="Arial"/>
                <a:cs typeface="Arial"/>
                <a:sym typeface="Arial"/>
              </a:rPr>
              <a:t>검색된 사례 후보만 넣고 그 안에서만 인용 (RAG)</a:t>
            </a:r>
            <a:endParaRPr b="0" i="0" sz="1250" u="none" cap="none" strike="noStrike">
              <a:solidFill>
                <a:schemeClr val="dk1"/>
              </a:solidFill>
              <a:latin typeface="Calibri"/>
              <a:ea typeface="Calibri"/>
              <a:cs typeface="Calibri"/>
              <a:sym typeface="Calibri"/>
            </a:endParaRPr>
          </a:p>
        </p:txBody>
      </p:sp>
      <p:sp>
        <p:nvSpPr>
          <p:cNvPr id="2423" name="Google Shape;2423;h29ad1a1c935308b6_12_9"/>
          <p:cNvSpPr/>
          <p:nvPr/>
        </p:nvSpPr>
        <p:spPr>
          <a:xfrm>
            <a:off x="12024360" y="7607808"/>
            <a:ext cx="64008" cy="969264"/>
          </a:xfrm>
          <a:prstGeom prst="rect">
            <a:avLst/>
          </a:prstGeom>
          <a:solidFill>
            <a:srgbClr val="2053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4" name="Google Shape;2424;h29ad1a1c935308b6_12_9"/>
          <p:cNvSpPr txBox="1"/>
          <p:nvPr/>
        </p:nvSpPr>
        <p:spPr>
          <a:xfrm>
            <a:off x="12252960" y="7626096"/>
            <a:ext cx="48463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0538B"/>
              </a:buClr>
              <a:buSzPts val="1500"/>
              <a:buFont typeface="Arial"/>
              <a:buNone/>
            </a:pPr>
            <a:r>
              <a:rPr b="1" i="0" lang="en-US" sz="1500" u="none" cap="none" strike="noStrike">
                <a:solidFill>
                  <a:srgbClr val="20538B"/>
                </a:solidFill>
                <a:latin typeface="Arial"/>
                <a:ea typeface="Arial"/>
                <a:cs typeface="Arial"/>
                <a:sym typeface="Arial"/>
              </a:rPr>
              <a:t>금액 제외</a:t>
            </a:r>
            <a:endParaRPr b="0" i="0" sz="1500" u="none" cap="none" strike="noStrike">
              <a:solidFill>
                <a:schemeClr val="dk1"/>
              </a:solidFill>
              <a:latin typeface="Calibri"/>
              <a:ea typeface="Calibri"/>
              <a:cs typeface="Calibri"/>
              <a:sym typeface="Calibri"/>
            </a:endParaRPr>
          </a:p>
        </p:txBody>
      </p:sp>
      <p:sp>
        <p:nvSpPr>
          <p:cNvPr id="2425" name="Google Shape;2425;h29ad1a1c935308b6_12_9"/>
          <p:cNvSpPr txBox="1"/>
          <p:nvPr/>
        </p:nvSpPr>
        <p:spPr>
          <a:xfrm>
            <a:off x="12252960" y="7991856"/>
            <a:ext cx="4800600" cy="56692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2E3F57"/>
              </a:buClr>
              <a:buSzPts val="1250"/>
              <a:buFont typeface="Arial"/>
              <a:buNone/>
            </a:pPr>
            <a:r>
              <a:rPr b="0" i="0" lang="en-US" sz="1250" u="none" cap="none" strike="noStrike">
                <a:solidFill>
                  <a:srgbClr val="2E3F57"/>
                </a:solidFill>
                <a:latin typeface="Arial"/>
                <a:ea typeface="Arial"/>
                <a:cs typeface="Arial"/>
                <a:sym typeface="Arial"/>
              </a:rPr>
              <a:t>원화 금액은 아예 넘기지 않고 ID로만 참조하게 함</a:t>
            </a:r>
            <a:endParaRPr b="0" i="0" sz="1250" u="none" cap="none" strike="noStrike">
              <a:solidFill>
                <a:schemeClr val="dk1"/>
              </a:solidFill>
              <a:latin typeface="Calibri"/>
              <a:ea typeface="Calibri"/>
              <a:cs typeface="Calibri"/>
              <a:sym typeface="Calibri"/>
            </a:endParaRPr>
          </a:p>
        </p:txBody>
      </p:sp>
      <p:sp>
        <p:nvSpPr>
          <p:cNvPr id="2426" name="Google Shape;2426;h29ad1a1c935308b6_12_9"/>
          <p:cNvSpPr/>
          <p:nvPr/>
        </p:nvSpPr>
        <p:spPr>
          <a:xfrm>
            <a:off x="1143000" y="8942832"/>
            <a:ext cx="16002000" cy="457200"/>
          </a:xfrm>
          <a:prstGeom prst="rect">
            <a:avLst/>
          </a:prstGeom>
          <a:solidFill>
            <a:srgbClr val="EEF6FF"/>
          </a:solidFill>
          <a:ln cap="flat" cmpd="sng" w="12700">
            <a:solidFill>
              <a:srgbClr val="CBDD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7" name="Google Shape;2427;h29ad1a1c935308b6_12_9"/>
          <p:cNvSpPr txBox="1"/>
          <p:nvPr/>
        </p:nvSpPr>
        <p:spPr>
          <a:xfrm>
            <a:off x="1325880" y="8942832"/>
            <a:ext cx="156362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0538B"/>
              </a:buClr>
              <a:buSzPts val="1350"/>
              <a:buFont typeface="Arial"/>
              <a:buNone/>
            </a:pPr>
            <a:r>
              <a:rPr b="1" i="0" lang="en-US" sz="1350" u="none" cap="none" strike="noStrike">
                <a:solidFill>
                  <a:srgbClr val="20538B"/>
                </a:solidFill>
                <a:latin typeface="Arial"/>
                <a:ea typeface="Arial"/>
                <a:cs typeface="Arial"/>
                <a:sym typeface="Arial"/>
              </a:rPr>
              <a:t>✓  판정은 코드가, 문장은 AI가, 숫자·조문·조치 방법은 원본 데이터에서 그대로 가져옵니다.</a:t>
            </a:r>
            <a:endParaRPr b="0" i="0" sz="1350" u="none" cap="none" strike="noStrike">
              <a:solidFill>
                <a:schemeClr val="dk1"/>
              </a:solidFill>
              <a:latin typeface="Calibri"/>
              <a:ea typeface="Calibri"/>
              <a:cs typeface="Calibri"/>
              <a:sym typeface="Calibri"/>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2" name="Shape 2432"/>
        <p:cNvGrpSpPr/>
        <p:nvPr/>
      </p:nvGrpSpPr>
      <p:grpSpPr>
        <a:xfrm>
          <a:off x="0" y="0"/>
          <a:ext cx="0" cy="0"/>
          <a:chOff x="0" y="0"/>
          <a:chExt cx="0" cy="0"/>
        </a:xfrm>
      </p:grpSpPr>
      <p:sp>
        <p:nvSpPr>
          <p:cNvPr id="2433" name="Google Shape;2433;h29ad1a1c935308b6_12_68"/>
          <p:cNvSpPr txBox="1"/>
          <p:nvPr/>
        </p:nvSpPr>
        <p:spPr>
          <a:xfrm>
            <a:off x="1325880" y="868680"/>
            <a:ext cx="960120" cy="10972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BDDEF"/>
              </a:buClr>
              <a:buSzPts val="4900"/>
              <a:buFont typeface="Arial"/>
              <a:buNone/>
            </a:pPr>
            <a:r>
              <a:rPr b="1" i="0" lang="en-US" sz="4900" u="none" cap="none" strike="noStrike">
                <a:solidFill>
                  <a:srgbClr val="CBDDEF"/>
                </a:solidFill>
                <a:latin typeface="Arial"/>
                <a:ea typeface="Arial"/>
                <a:cs typeface="Arial"/>
                <a:sym typeface="Arial"/>
              </a:rPr>
              <a:t>04</a:t>
            </a:r>
            <a:endParaRPr b="0" i="0" sz="4900" u="none" cap="none" strike="noStrike">
              <a:solidFill>
                <a:schemeClr val="dk1"/>
              </a:solidFill>
              <a:latin typeface="Calibri"/>
              <a:ea typeface="Calibri"/>
              <a:cs typeface="Calibri"/>
              <a:sym typeface="Calibri"/>
            </a:endParaRPr>
          </a:p>
        </p:txBody>
      </p:sp>
      <p:sp>
        <p:nvSpPr>
          <p:cNvPr id="2434" name="Google Shape;2434;h29ad1a1c935308b6_12_68"/>
          <p:cNvSpPr txBox="1"/>
          <p:nvPr/>
        </p:nvSpPr>
        <p:spPr>
          <a:xfrm>
            <a:off x="2331720" y="841248"/>
            <a:ext cx="12984480" cy="11704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0538B"/>
              </a:buClr>
              <a:buSzPts val="5000"/>
              <a:buFont typeface="Arial"/>
              <a:buNone/>
            </a:pPr>
            <a:r>
              <a:rPr b="1" i="0" lang="en-US" sz="5000" u="none" cap="none" strike="noStrike">
                <a:solidFill>
                  <a:srgbClr val="20538B"/>
                </a:solidFill>
                <a:latin typeface="Arial"/>
                <a:ea typeface="Arial"/>
                <a:cs typeface="Arial"/>
                <a:sym typeface="Arial"/>
              </a:rPr>
              <a:t>보고서 생성</a:t>
            </a:r>
            <a:r>
              <a:rPr b="1" i="0" lang="en-US" sz="3100" u="none" cap="none" strike="noStrike">
                <a:solidFill>
                  <a:srgbClr val="5A83B8"/>
                </a:solidFill>
                <a:latin typeface="Arial"/>
                <a:ea typeface="Arial"/>
                <a:cs typeface="Arial"/>
                <a:sym typeface="Arial"/>
              </a:rPr>
              <a:t>  -  기술 스택과 데이터</a:t>
            </a:r>
            <a:endParaRPr b="0" i="0" sz="5000" u="none" cap="none" strike="noStrike">
              <a:solidFill>
                <a:schemeClr val="dk1"/>
              </a:solidFill>
              <a:latin typeface="Calibri"/>
              <a:ea typeface="Calibri"/>
              <a:cs typeface="Calibri"/>
              <a:sym typeface="Calibri"/>
            </a:endParaRPr>
          </a:p>
        </p:txBody>
      </p:sp>
      <p:sp>
        <p:nvSpPr>
          <p:cNvPr id="2435" name="Google Shape;2435;h29ad1a1c935308b6_12_68"/>
          <p:cNvSpPr/>
          <p:nvPr/>
        </p:nvSpPr>
        <p:spPr>
          <a:xfrm>
            <a:off x="1143000" y="2487168"/>
            <a:ext cx="16002000" cy="475488"/>
          </a:xfrm>
          <a:prstGeom prst="rect">
            <a:avLst/>
          </a:prstGeom>
          <a:solidFill>
            <a:srgbClr val="2053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6" name="Google Shape;2436;h29ad1a1c935308b6_12_68"/>
          <p:cNvSpPr txBox="1"/>
          <p:nvPr/>
        </p:nvSpPr>
        <p:spPr>
          <a:xfrm>
            <a:off x="1344168" y="2487168"/>
            <a:ext cx="1563624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700"/>
              <a:buFont typeface="Arial"/>
              <a:buNone/>
            </a:pPr>
            <a:r>
              <a:rPr b="1" i="0" lang="en-US" sz="1700" u="none" cap="none" strike="noStrike">
                <a:solidFill>
                  <a:srgbClr val="FFFFFF"/>
                </a:solidFill>
                <a:latin typeface="Arial"/>
                <a:ea typeface="Arial"/>
                <a:cs typeface="Arial"/>
                <a:sym typeface="Arial"/>
              </a:rPr>
              <a:t>④ 기술 스택</a:t>
            </a:r>
            <a:r>
              <a:rPr b="0" i="0" lang="en-US" sz="1300" u="none" cap="none" strike="noStrike">
                <a:solidFill>
                  <a:srgbClr val="BFD4EC"/>
                </a:solidFill>
                <a:latin typeface="Arial"/>
                <a:ea typeface="Arial"/>
                <a:cs typeface="Arial"/>
                <a:sym typeface="Arial"/>
              </a:rPr>
              <a:t>   문장 생성 · 검색 · 렌더링 · 계산</a:t>
            </a:r>
            <a:endParaRPr b="0" i="0" sz="1700" u="none" cap="none" strike="noStrike">
              <a:solidFill>
                <a:schemeClr val="dk1"/>
              </a:solidFill>
              <a:latin typeface="Calibri"/>
              <a:ea typeface="Calibri"/>
              <a:cs typeface="Calibri"/>
              <a:sym typeface="Calibri"/>
            </a:endParaRPr>
          </a:p>
        </p:txBody>
      </p:sp>
      <p:graphicFrame>
        <p:nvGraphicFramePr>
          <p:cNvPr id="2437" name="Google Shape;2437;h29ad1a1c935308b6_12_68"/>
          <p:cNvGraphicFramePr/>
          <p:nvPr/>
        </p:nvGraphicFramePr>
        <p:xfrm>
          <a:off x="1143000" y="3017520"/>
          <a:ext cx="3000000" cy="3000000"/>
        </p:xfrm>
        <a:graphic>
          <a:graphicData uri="http://schemas.openxmlformats.org/drawingml/2006/table">
            <a:tbl>
              <a:tblPr>
                <a:noFill/>
                <a:tableStyleId>{3B1049F5-3FDA-4912-8F97-833ED93D11AE}</a:tableStyleId>
              </a:tblPr>
              <a:tblGrid>
                <a:gridCol w="2011675"/>
                <a:gridCol w="3200400"/>
                <a:gridCol w="4114800"/>
                <a:gridCol w="3017525"/>
                <a:gridCol w="3657600"/>
              </a:tblGrid>
              <a:tr h="384050">
                <a:tc>
                  <a:txBody>
                    <a:bodyPr/>
                    <a:lstStyle/>
                    <a:p>
                      <a:pPr indent="0" lvl="0" marL="0" marR="0" rtl="0" algn="ctr">
                        <a:spcBef>
                          <a:spcPts val="0"/>
                        </a:spcBef>
                        <a:spcAft>
                          <a:spcPts val="0"/>
                        </a:spcAft>
                        <a:buClr>
                          <a:srgbClr val="FFFFFF"/>
                        </a:buClr>
                        <a:buSzPts val="1350"/>
                        <a:buFont typeface="Arial"/>
                        <a:buNone/>
                      </a:pPr>
                      <a:r>
                        <a:rPr b="1" lang="en-US" sz="1350" u="none" cap="none" strike="noStrike">
                          <a:solidFill>
                            <a:srgbClr val="FFFFFF"/>
                          </a:solidFill>
                          <a:latin typeface="Arial"/>
                          <a:ea typeface="Arial"/>
                          <a:cs typeface="Arial"/>
                          <a:sym typeface="Arial"/>
                        </a:rPr>
                        <a:t>구분</a:t>
                      </a:r>
                      <a:endParaRPr sz="1350" u="none" cap="none" strike="noStrike">
                        <a:latin typeface="Arial"/>
                        <a:ea typeface="Arial"/>
                        <a:cs typeface="Arial"/>
                        <a:sym typeface="Arial"/>
                      </a:endParaRPr>
                    </a:p>
                  </a:txBody>
                  <a:tcPr marT="25400" marB="25400" marR="76200" marL="76200" anchor="ctr">
                    <a:lnL cap="flat" cmpd="sng" w="12700">
                      <a:solidFill>
                        <a:srgbClr val="D7E1EF"/>
                      </a:solidFill>
                      <a:prstDash val="solid"/>
                      <a:round/>
                      <a:headEnd len="sm" w="sm" type="none"/>
                      <a:tailEnd len="sm" w="sm" type="none"/>
                    </a:lnL>
                    <a:lnR cap="flat" cmpd="sng" w="12700">
                      <a:solidFill>
                        <a:srgbClr val="D7E1EF"/>
                      </a:solidFill>
                      <a:prstDash val="solid"/>
                      <a:round/>
                      <a:headEnd len="sm" w="sm" type="none"/>
                      <a:tailEnd len="sm" w="sm" type="none"/>
                    </a:lnR>
                    <a:lnT cap="flat" cmpd="sng" w="12700">
                      <a:solidFill>
                        <a:srgbClr val="D7E1EF"/>
                      </a:solidFill>
                      <a:prstDash val="solid"/>
                      <a:round/>
                      <a:headEnd len="sm" w="sm" type="none"/>
                      <a:tailEnd len="sm" w="sm" type="none"/>
                    </a:lnT>
                    <a:lnB cap="flat" cmpd="sng" w="12700">
                      <a:solidFill>
                        <a:srgbClr val="D7E1EF"/>
                      </a:solidFill>
                      <a:prstDash val="solid"/>
                      <a:round/>
                      <a:headEnd len="sm" w="sm" type="none"/>
                      <a:tailEnd len="sm" w="sm" type="none"/>
                    </a:lnB>
                    <a:solidFill>
                      <a:srgbClr val="20538B"/>
                    </a:solidFill>
                  </a:tcPr>
                </a:tc>
                <a:tc>
                  <a:txBody>
                    <a:bodyPr/>
                    <a:lstStyle/>
                    <a:p>
                      <a:pPr indent="0" lvl="0" marL="0" marR="0" rtl="0" algn="ctr">
                        <a:spcBef>
                          <a:spcPts val="0"/>
                        </a:spcBef>
                        <a:spcAft>
                          <a:spcPts val="0"/>
                        </a:spcAft>
                        <a:buClr>
                          <a:srgbClr val="FFFFFF"/>
                        </a:buClr>
                        <a:buSzPts val="1350"/>
                        <a:buFont typeface="Arial"/>
                        <a:buNone/>
                      </a:pPr>
                      <a:r>
                        <a:rPr b="1" lang="en-US" sz="1350" u="none" cap="none" strike="noStrike">
                          <a:solidFill>
                            <a:srgbClr val="FFFFFF"/>
                          </a:solidFill>
                          <a:latin typeface="Arial"/>
                          <a:ea typeface="Arial"/>
                          <a:cs typeface="Arial"/>
                          <a:sym typeface="Arial"/>
                        </a:rPr>
                        <a:t>사용 기술</a:t>
                      </a:r>
                      <a:endParaRPr sz="1350" u="none" cap="none" strike="noStrike">
                        <a:latin typeface="Arial"/>
                        <a:ea typeface="Arial"/>
                        <a:cs typeface="Arial"/>
                        <a:sym typeface="Arial"/>
                      </a:endParaRPr>
                    </a:p>
                  </a:txBody>
                  <a:tcPr marT="25400" marB="25400" marR="76200" marL="76200" anchor="ctr">
                    <a:lnL cap="flat" cmpd="sng" w="12700">
                      <a:solidFill>
                        <a:srgbClr val="D7E1EF"/>
                      </a:solidFill>
                      <a:prstDash val="solid"/>
                      <a:round/>
                      <a:headEnd len="sm" w="sm" type="none"/>
                      <a:tailEnd len="sm" w="sm" type="none"/>
                    </a:lnL>
                    <a:lnR cap="flat" cmpd="sng" w="12700">
                      <a:solidFill>
                        <a:srgbClr val="D7E1EF"/>
                      </a:solidFill>
                      <a:prstDash val="solid"/>
                      <a:round/>
                      <a:headEnd len="sm" w="sm" type="none"/>
                      <a:tailEnd len="sm" w="sm" type="none"/>
                    </a:lnR>
                    <a:lnT cap="flat" cmpd="sng" w="12700">
                      <a:solidFill>
                        <a:srgbClr val="D7E1EF"/>
                      </a:solidFill>
                      <a:prstDash val="solid"/>
                      <a:round/>
                      <a:headEnd len="sm" w="sm" type="none"/>
                      <a:tailEnd len="sm" w="sm" type="none"/>
                    </a:lnT>
                    <a:lnB cap="flat" cmpd="sng" w="12700">
                      <a:solidFill>
                        <a:srgbClr val="D7E1EF"/>
                      </a:solidFill>
                      <a:prstDash val="solid"/>
                      <a:round/>
                      <a:headEnd len="sm" w="sm" type="none"/>
                      <a:tailEnd len="sm" w="sm" type="none"/>
                    </a:lnB>
                    <a:solidFill>
                      <a:srgbClr val="20538B"/>
                    </a:solidFill>
                  </a:tcPr>
                </a:tc>
                <a:tc>
                  <a:txBody>
                    <a:bodyPr/>
                    <a:lstStyle/>
                    <a:p>
                      <a:pPr indent="0" lvl="0" marL="0" marR="0" rtl="0" algn="ctr">
                        <a:spcBef>
                          <a:spcPts val="0"/>
                        </a:spcBef>
                        <a:spcAft>
                          <a:spcPts val="0"/>
                        </a:spcAft>
                        <a:buClr>
                          <a:srgbClr val="FFFFFF"/>
                        </a:buClr>
                        <a:buSzPts val="1350"/>
                        <a:buFont typeface="Arial"/>
                        <a:buNone/>
                      </a:pPr>
                      <a:r>
                        <a:rPr b="1" lang="en-US" sz="1350" u="none" cap="none" strike="noStrike">
                          <a:solidFill>
                            <a:srgbClr val="FFFFFF"/>
                          </a:solidFill>
                          <a:latin typeface="Arial"/>
                          <a:ea typeface="Arial"/>
                          <a:cs typeface="Arial"/>
                          <a:sym typeface="Arial"/>
                        </a:rPr>
                        <a:t>설정 · 특징</a:t>
                      </a:r>
                      <a:endParaRPr sz="1350" u="none" cap="none" strike="noStrike">
                        <a:latin typeface="Arial"/>
                        <a:ea typeface="Arial"/>
                        <a:cs typeface="Arial"/>
                        <a:sym typeface="Arial"/>
                      </a:endParaRPr>
                    </a:p>
                  </a:txBody>
                  <a:tcPr marT="25400" marB="25400" marR="76200" marL="76200" anchor="ctr">
                    <a:lnL cap="flat" cmpd="sng" w="12700">
                      <a:solidFill>
                        <a:srgbClr val="D7E1EF"/>
                      </a:solidFill>
                      <a:prstDash val="solid"/>
                      <a:round/>
                      <a:headEnd len="sm" w="sm" type="none"/>
                      <a:tailEnd len="sm" w="sm" type="none"/>
                    </a:lnL>
                    <a:lnR cap="flat" cmpd="sng" w="12700">
                      <a:solidFill>
                        <a:srgbClr val="D7E1EF"/>
                      </a:solidFill>
                      <a:prstDash val="solid"/>
                      <a:round/>
                      <a:headEnd len="sm" w="sm" type="none"/>
                      <a:tailEnd len="sm" w="sm" type="none"/>
                    </a:lnR>
                    <a:lnT cap="flat" cmpd="sng" w="12700">
                      <a:solidFill>
                        <a:srgbClr val="D7E1EF"/>
                      </a:solidFill>
                      <a:prstDash val="solid"/>
                      <a:round/>
                      <a:headEnd len="sm" w="sm" type="none"/>
                      <a:tailEnd len="sm" w="sm" type="none"/>
                    </a:lnT>
                    <a:lnB cap="flat" cmpd="sng" w="12700">
                      <a:solidFill>
                        <a:srgbClr val="D7E1EF"/>
                      </a:solidFill>
                      <a:prstDash val="solid"/>
                      <a:round/>
                      <a:headEnd len="sm" w="sm" type="none"/>
                      <a:tailEnd len="sm" w="sm" type="none"/>
                    </a:lnB>
                    <a:solidFill>
                      <a:srgbClr val="20538B"/>
                    </a:solidFill>
                  </a:tcPr>
                </a:tc>
                <a:tc>
                  <a:txBody>
                    <a:bodyPr/>
                    <a:lstStyle/>
                    <a:p>
                      <a:pPr indent="0" lvl="0" marL="0" marR="0" rtl="0" algn="ctr">
                        <a:spcBef>
                          <a:spcPts val="0"/>
                        </a:spcBef>
                        <a:spcAft>
                          <a:spcPts val="0"/>
                        </a:spcAft>
                        <a:buClr>
                          <a:srgbClr val="FFFFFF"/>
                        </a:buClr>
                        <a:buSzPts val="1350"/>
                        <a:buFont typeface="Arial"/>
                        <a:buNone/>
                      </a:pPr>
                      <a:r>
                        <a:rPr b="1" lang="en-US" sz="1350" u="none" cap="none" strike="noStrike">
                          <a:solidFill>
                            <a:srgbClr val="FFFFFF"/>
                          </a:solidFill>
                          <a:latin typeface="Arial"/>
                          <a:ea typeface="Arial"/>
                          <a:cs typeface="Arial"/>
                          <a:sym typeface="Arial"/>
                        </a:rPr>
                        <a:t>역할</a:t>
                      </a:r>
                      <a:endParaRPr sz="1350" u="none" cap="none" strike="noStrike">
                        <a:latin typeface="Arial"/>
                        <a:ea typeface="Arial"/>
                        <a:cs typeface="Arial"/>
                        <a:sym typeface="Arial"/>
                      </a:endParaRPr>
                    </a:p>
                  </a:txBody>
                  <a:tcPr marT="25400" marB="25400" marR="76200" marL="76200" anchor="ctr">
                    <a:lnL cap="flat" cmpd="sng" w="12700">
                      <a:solidFill>
                        <a:srgbClr val="D7E1EF"/>
                      </a:solidFill>
                      <a:prstDash val="solid"/>
                      <a:round/>
                      <a:headEnd len="sm" w="sm" type="none"/>
                      <a:tailEnd len="sm" w="sm" type="none"/>
                    </a:lnL>
                    <a:lnR cap="flat" cmpd="sng" w="12700">
                      <a:solidFill>
                        <a:srgbClr val="D7E1EF"/>
                      </a:solidFill>
                      <a:prstDash val="solid"/>
                      <a:round/>
                      <a:headEnd len="sm" w="sm" type="none"/>
                      <a:tailEnd len="sm" w="sm" type="none"/>
                    </a:lnR>
                    <a:lnT cap="flat" cmpd="sng" w="12700">
                      <a:solidFill>
                        <a:srgbClr val="D7E1EF"/>
                      </a:solidFill>
                      <a:prstDash val="solid"/>
                      <a:round/>
                      <a:headEnd len="sm" w="sm" type="none"/>
                      <a:tailEnd len="sm" w="sm" type="none"/>
                    </a:lnT>
                    <a:lnB cap="flat" cmpd="sng" w="12700">
                      <a:solidFill>
                        <a:srgbClr val="D7E1EF"/>
                      </a:solidFill>
                      <a:prstDash val="solid"/>
                      <a:round/>
                      <a:headEnd len="sm" w="sm" type="none"/>
                      <a:tailEnd len="sm" w="sm" type="none"/>
                    </a:lnB>
                    <a:solidFill>
                      <a:srgbClr val="20538B"/>
                    </a:solidFill>
                  </a:tcPr>
                </a:tc>
                <a:tc>
                  <a:txBody>
                    <a:bodyPr/>
                    <a:lstStyle/>
                    <a:p>
                      <a:pPr indent="0" lvl="0" marL="0" marR="0" rtl="0" algn="ctr">
                        <a:spcBef>
                          <a:spcPts val="0"/>
                        </a:spcBef>
                        <a:spcAft>
                          <a:spcPts val="0"/>
                        </a:spcAft>
                        <a:buClr>
                          <a:srgbClr val="FFFFFF"/>
                        </a:buClr>
                        <a:buSzPts val="1350"/>
                        <a:buFont typeface="Arial"/>
                        <a:buNone/>
                      </a:pPr>
                      <a:r>
                        <a:rPr b="1" lang="en-US" sz="1350" u="none" cap="none" strike="noStrike">
                          <a:solidFill>
                            <a:srgbClr val="FFFFFF"/>
                          </a:solidFill>
                          <a:latin typeface="Arial"/>
                          <a:ea typeface="Arial"/>
                          <a:cs typeface="Arial"/>
                          <a:sym typeface="Arial"/>
                        </a:rPr>
                        <a:t>코드 위치</a:t>
                      </a:r>
                      <a:endParaRPr sz="1350" u="none" cap="none" strike="noStrike">
                        <a:latin typeface="Arial"/>
                        <a:ea typeface="Arial"/>
                        <a:cs typeface="Arial"/>
                        <a:sym typeface="Arial"/>
                      </a:endParaRPr>
                    </a:p>
                  </a:txBody>
                  <a:tcPr marT="25400" marB="25400" marR="76200" marL="76200" anchor="ctr">
                    <a:lnL cap="flat" cmpd="sng" w="12700">
                      <a:solidFill>
                        <a:srgbClr val="D7E1EF"/>
                      </a:solidFill>
                      <a:prstDash val="solid"/>
                      <a:round/>
                      <a:headEnd len="sm" w="sm" type="none"/>
                      <a:tailEnd len="sm" w="sm" type="none"/>
                    </a:lnL>
                    <a:lnR cap="flat" cmpd="sng" w="12700">
                      <a:solidFill>
                        <a:srgbClr val="D7E1EF"/>
                      </a:solidFill>
                      <a:prstDash val="solid"/>
                      <a:round/>
                      <a:headEnd len="sm" w="sm" type="none"/>
                      <a:tailEnd len="sm" w="sm" type="none"/>
                    </a:lnR>
                    <a:lnT cap="flat" cmpd="sng" w="12700">
                      <a:solidFill>
                        <a:srgbClr val="D7E1EF"/>
                      </a:solidFill>
                      <a:prstDash val="solid"/>
                      <a:round/>
                      <a:headEnd len="sm" w="sm" type="none"/>
                      <a:tailEnd len="sm" w="sm" type="none"/>
                    </a:lnT>
                    <a:lnB cap="flat" cmpd="sng" w="12700">
                      <a:solidFill>
                        <a:srgbClr val="D7E1EF"/>
                      </a:solidFill>
                      <a:prstDash val="solid"/>
                      <a:round/>
                      <a:headEnd len="sm" w="sm" type="none"/>
                      <a:tailEnd len="sm" w="sm" type="none"/>
                    </a:lnB>
                    <a:solidFill>
                      <a:srgbClr val="20538B"/>
                    </a:solidFill>
                  </a:tcPr>
                </a:tc>
              </a:tr>
              <a:tr h="411475">
                <a:tc>
                  <a:txBody>
                    <a:bodyPr/>
                    <a:lstStyle/>
                    <a:p>
                      <a:pPr indent="0" lvl="0" marL="0" marR="0" rtl="0" algn="ctr">
                        <a:spcBef>
                          <a:spcPts val="0"/>
                        </a:spcBef>
                        <a:spcAft>
                          <a:spcPts val="0"/>
                        </a:spcAft>
                        <a:buClr>
                          <a:srgbClr val="20538B"/>
                        </a:buClr>
                        <a:buSzPts val="1250"/>
                        <a:buFont typeface="Arial"/>
                        <a:buNone/>
                      </a:pPr>
                      <a:r>
                        <a:rPr b="1" lang="en-US" sz="1250" u="none" cap="none" strike="noStrike">
                          <a:solidFill>
                            <a:srgbClr val="20538B"/>
                          </a:solidFill>
                          <a:latin typeface="Arial"/>
                          <a:ea typeface="Arial"/>
                          <a:cs typeface="Arial"/>
                          <a:sym typeface="Arial"/>
                        </a:rPr>
                        <a:t>문장 생성 LLM</a:t>
                      </a:r>
                      <a:endParaRPr sz="1250" u="none" cap="none" strike="noStrike">
                        <a:latin typeface="Arial"/>
                        <a:ea typeface="Arial"/>
                        <a:cs typeface="Arial"/>
                        <a:sym typeface="Arial"/>
                      </a:endParaRPr>
                    </a:p>
                  </a:txBody>
                  <a:tcPr marT="25400" marB="25400" marR="76200" marL="76200" anchor="ctr">
                    <a:lnL cap="flat" cmpd="sng" w="12700">
                      <a:solidFill>
                        <a:srgbClr val="D7E1EF"/>
                      </a:solidFill>
                      <a:prstDash val="solid"/>
                      <a:round/>
                      <a:headEnd len="sm" w="sm" type="none"/>
                      <a:tailEnd len="sm" w="sm" type="none"/>
                    </a:lnL>
                    <a:lnR cap="flat" cmpd="sng" w="12700">
                      <a:solidFill>
                        <a:srgbClr val="D7E1EF"/>
                      </a:solidFill>
                      <a:prstDash val="solid"/>
                      <a:round/>
                      <a:headEnd len="sm" w="sm" type="none"/>
                      <a:tailEnd len="sm" w="sm" type="none"/>
                    </a:lnR>
                    <a:lnT cap="flat" cmpd="sng" w="12700">
                      <a:solidFill>
                        <a:srgbClr val="D7E1EF"/>
                      </a:solidFill>
                      <a:prstDash val="solid"/>
                      <a:round/>
                      <a:headEnd len="sm" w="sm" type="none"/>
                      <a:tailEnd len="sm" w="sm" type="none"/>
                    </a:lnT>
                    <a:lnB cap="flat" cmpd="sng" w="12700">
                      <a:solidFill>
                        <a:srgbClr val="D7E1E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E3F57"/>
                        </a:buClr>
                        <a:buSzPts val="1250"/>
                        <a:buFont typeface="Arial"/>
                        <a:buNone/>
                      </a:pPr>
                      <a:r>
                        <a:rPr lang="en-US" sz="1250" u="none" cap="none" strike="noStrike">
                          <a:solidFill>
                            <a:srgbClr val="2E3F57"/>
                          </a:solidFill>
                          <a:latin typeface="Arial"/>
                          <a:ea typeface="Arial"/>
                          <a:cs typeface="Arial"/>
                          <a:sym typeface="Arial"/>
                        </a:rPr>
                        <a:t>OpenAI GPT-4o</a:t>
                      </a:r>
                      <a:endParaRPr sz="1250" u="none" cap="none" strike="noStrike">
                        <a:latin typeface="Arial"/>
                        <a:ea typeface="Arial"/>
                        <a:cs typeface="Arial"/>
                        <a:sym typeface="Arial"/>
                      </a:endParaRPr>
                    </a:p>
                  </a:txBody>
                  <a:tcPr marT="25400" marB="25400" marR="76200" marL="76200" anchor="ctr">
                    <a:lnL cap="flat" cmpd="sng" w="12700">
                      <a:solidFill>
                        <a:srgbClr val="D7E1EF"/>
                      </a:solidFill>
                      <a:prstDash val="solid"/>
                      <a:round/>
                      <a:headEnd len="sm" w="sm" type="none"/>
                      <a:tailEnd len="sm" w="sm" type="none"/>
                    </a:lnL>
                    <a:lnR cap="flat" cmpd="sng" w="12700">
                      <a:solidFill>
                        <a:srgbClr val="D7E1EF"/>
                      </a:solidFill>
                      <a:prstDash val="solid"/>
                      <a:round/>
                      <a:headEnd len="sm" w="sm" type="none"/>
                      <a:tailEnd len="sm" w="sm" type="none"/>
                    </a:lnR>
                    <a:lnT cap="flat" cmpd="sng" w="12700">
                      <a:solidFill>
                        <a:srgbClr val="D7E1EF"/>
                      </a:solidFill>
                      <a:prstDash val="solid"/>
                      <a:round/>
                      <a:headEnd len="sm" w="sm" type="none"/>
                      <a:tailEnd len="sm" w="sm" type="none"/>
                    </a:lnT>
                    <a:lnB cap="flat" cmpd="sng" w="12700">
                      <a:solidFill>
                        <a:srgbClr val="D7E1E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E3F57"/>
                        </a:buClr>
                        <a:buSzPts val="1250"/>
                        <a:buFont typeface="Arial"/>
                        <a:buNone/>
                      </a:pPr>
                      <a:r>
                        <a:rPr lang="en-US" sz="1250" u="none" cap="none" strike="noStrike">
                          <a:solidFill>
                            <a:srgbClr val="2E3F57"/>
                          </a:solidFill>
                          <a:latin typeface="Arial"/>
                          <a:ea typeface="Arial"/>
                          <a:cs typeface="Arial"/>
                          <a:sym typeface="Arial"/>
                        </a:rPr>
                        <a:t>temperature 0.2, JSON 모드, 진단당 1회</a:t>
                      </a:r>
                      <a:endParaRPr sz="1250" u="none" cap="none" strike="noStrike">
                        <a:latin typeface="Arial"/>
                        <a:ea typeface="Arial"/>
                        <a:cs typeface="Arial"/>
                        <a:sym typeface="Arial"/>
                      </a:endParaRPr>
                    </a:p>
                  </a:txBody>
                  <a:tcPr marT="25400" marB="25400" marR="76200" marL="76200" anchor="ctr">
                    <a:lnL cap="flat" cmpd="sng" w="12700">
                      <a:solidFill>
                        <a:srgbClr val="D7E1EF"/>
                      </a:solidFill>
                      <a:prstDash val="solid"/>
                      <a:round/>
                      <a:headEnd len="sm" w="sm" type="none"/>
                      <a:tailEnd len="sm" w="sm" type="none"/>
                    </a:lnL>
                    <a:lnR cap="flat" cmpd="sng" w="12700">
                      <a:solidFill>
                        <a:srgbClr val="D7E1EF"/>
                      </a:solidFill>
                      <a:prstDash val="solid"/>
                      <a:round/>
                      <a:headEnd len="sm" w="sm" type="none"/>
                      <a:tailEnd len="sm" w="sm" type="none"/>
                    </a:lnR>
                    <a:lnT cap="flat" cmpd="sng" w="12700">
                      <a:solidFill>
                        <a:srgbClr val="D7E1EF"/>
                      </a:solidFill>
                      <a:prstDash val="solid"/>
                      <a:round/>
                      <a:headEnd len="sm" w="sm" type="none"/>
                      <a:tailEnd len="sm" w="sm" type="none"/>
                    </a:lnT>
                    <a:lnB cap="flat" cmpd="sng" w="12700">
                      <a:solidFill>
                        <a:srgbClr val="D7E1E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E3F57"/>
                        </a:buClr>
                        <a:buSzPts val="1250"/>
                        <a:buFont typeface="Arial"/>
                        <a:buNone/>
                      </a:pPr>
                      <a:r>
                        <a:rPr lang="en-US" sz="1250" u="none" cap="none" strike="noStrike">
                          <a:solidFill>
                            <a:srgbClr val="2E3F57"/>
                          </a:solidFill>
                          <a:latin typeface="Arial"/>
                          <a:ea typeface="Arial"/>
                          <a:cs typeface="Arial"/>
                          <a:sym typeface="Arial"/>
                        </a:rPr>
                        <a:t>보고서 문장 작성</a:t>
                      </a:r>
                      <a:endParaRPr sz="1250" u="none" cap="none" strike="noStrike">
                        <a:latin typeface="Arial"/>
                        <a:ea typeface="Arial"/>
                        <a:cs typeface="Arial"/>
                        <a:sym typeface="Arial"/>
                      </a:endParaRPr>
                    </a:p>
                  </a:txBody>
                  <a:tcPr marT="25400" marB="25400" marR="76200" marL="76200" anchor="ctr">
                    <a:lnL cap="flat" cmpd="sng" w="12700">
                      <a:solidFill>
                        <a:srgbClr val="D7E1EF"/>
                      </a:solidFill>
                      <a:prstDash val="solid"/>
                      <a:round/>
                      <a:headEnd len="sm" w="sm" type="none"/>
                      <a:tailEnd len="sm" w="sm" type="none"/>
                    </a:lnL>
                    <a:lnR cap="flat" cmpd="sng" w="12700">
                      <a:solidFill>
                        <a:srgbClr val="D7E1EF"/>
                      </a:solidFill>
                      <a:prstDash val="solid"/>
                      <a:round/>
                      <a:headEnd len="sm" w="sm" type="none"/>
                      <a:tailEnd len="sm" w="sm" type="none"/>
                    </a:lnR>
                    <a:lnT cap="flat" cmpd="sng" w="12700">
                      <a:solidFill>
                        <a:srgbClr val="D7E1EF"/>
                      </a:solidFill>
                      <a:prstDash val="solid"/>
                      <a:round/>
                      <a:headEnd len="sm" w="sm" type="none"/>
                      <a:tailEnd len="sm" w="sm" type="none"/>
                    </a:lnT>
                    <a:lnB cap="flat" cmpd="sng" w="12700">
                      <a:solidFill>
                        <a:srgbClr val="D7E1E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E3F57"/>
                        </a:buClr>
                        <a:buSzPts val="1250"/>
                        <a:buFont typeface="Arial"/>
                        <a:buNone/>
                      </a:pPr>
                      <a:r>
                        <a:rPr i="1" lang="en-US" sz="1250" u="none" cap="none" strike="noStrike">
                          <a:solidFill>
                            <a:srgbClr val="2E3F57"/>
                          </a:solidFill>
                          <a:latin typeface="Arial"/>
                          <a:ea typeface="Arial"/>
                          <a:cs typeface="Arial"/>
                          <a:sym typeface="Arial"/>
                        </a:rPr>
                        <a:t>engine.py  call_llm()</a:t>
                      </a:r>
                      <a:endParaRPr sz="1250" u="none" cap="none" strike="noStrike">
                        <a:latin typeface="Arial"/>
                        <a:ea typeface="Arial"/>
                        <a:cs typeface="Arial"/>
                        <a:sym typeface="Arial"/>
                      </a:endParaRPr>
                    </a:p>
                  </a:txBody>
                  <a:tcPr marT="25400" marB="25400" marR="76200" marL="76200" anchor="ctr">
                    <a:lnL cap="flat" cmpd="sng" w="12700">
                      <a:solidFill>
                        <a:srgbClr val="D7E1EF"/>
                      </a:solidFill>
                      <a:prstDash val="solid"/>
                      <a:round/>
                      <a:headEnd len="sm" w="sm" type="none"/>
                      <a:tailEnd len="sm" w="sm" type="none"/>
                    </a:lnL>
                    <a:lnR cap="flat" cmpd="sng" w="12700">
                      <a:solidFill>
                        <a:srgbClr val="D7E1EF"/>
                      </a:solidFill>
                      <a:prstDash val="solid"/>
                      <a:round/>
                      <a:headEnd len="sm" w="sm" type="none"/>
                      <a:tailEnd len="sm" w="sm" type="none"/>
                    </a:lnR>
                    <a:lnT cap="flat" cmpd="sng" w="12700">
                      <a:solidFill>
                        <a:srgbClr val="D7E1EF"/>
                      </a:solidFill>
                      <a:prstDash val="solid"/>
                      <a:round/>
                      <a:headEnd len="sm" w="sm" type="none"/>
                      <a:tailEnd len="sm" w="sm" type="none"/>
                    </a:lnT>
                    <a:lnB cap="flat" cmpd="sng" w="12700">
                      <a:solidFill>
                        <a:srgbClr val="D7E1EF"/>
                      </a:solidFill>
                      <a:prstDash val="solid"/>
                      <a:round/>
                      <a:headEnd len="sm" w="sm" type="none"/>
                      <a:tailEnd len="sm" w="sm" type="none"/>
                    </a:lnB>
                    <a:solidFill>
                      <a:srgbClr val="FFFFFF"/>
                    </a:solidFill>
                  </a:tcPr>
                </a:tc>
              </a:tr>
              <a:tr h="411475">
                <a:tc>
                  <a:txBody>
                    <a:bodyPr/>
                    <a:lstStyle/>
                    <a:p>
                      <a:pPr indent="0" lvl="0" marL="0" marR="0" rtl="0" algn="ctr">
                        <a:spcBef>
                          <a:spcPts val="0"/>
                        </a:spcBef>
                        <a:spcAft>
                          <a:spcPts val="0"/>
                        </a:spcAft>
                        <a:buClr>
                          <a:srgbClr val="20538B"/>
                        </a:buClr>
                        <a:buSzPts val="1250"/>
                        <a:buFont typeface="Arial"/>
                        <a:buNone/>
                      </a:pPr>
                      <a:r>
                        <a:rPr b="1" lang="en-US" sz="1250" u="none" cap="none" strike="noStrike">
                          <a:solidFill>
                            <a:srgbClr val="20538B"/>
                          </a:solidFill>
                          <a:latin typeface="Arial"/>
                          <a:ea typeface="Arial"/>
                          <a:cs typeface="Arial"/>
                          <a:sym typeface="Arial"/>
                        </a:rPr>
                        <a:t>임베딩 · 검색</a:t>
                      </a:r>
                      <a:endParaRPr sz="1250" u="none" cap="none" strike="noStrike">
                        <a:latin typeface="Arial"/>
                        <a:ea typeface="Arial"/>
                        <a:cs typeface="Arial"/>
                        <a:sym typeface="Arial"/>
                      </a:endParaRPr>
                    </a:p>
                  </a:txBody>
                  <a:tcPr marT="25400" marB="25400" marR="76200" marL="76200" anchor="ctr">
                    <a:lnL cap="flat" cmpd="sng" w="12700">
                      <a:solidFill>
                        <a:srgbClr val="D7E1EF"/>
                      </a:solidFill>
                      <a:prstDash val="solid"/>
                      <a:round/>
                      <a:headEnd len="sm" w="sm" type="none"/>
                      <a:tailEnd len="sm" w="sm" type="none"/>
                    </a:lnL>
                    <a:lnR cap="flat" cmpd="sng" w="12700">
                      <a:solidFill>
                        <a:srgbClr val="D7E1EF"/>
                      </a:solidFill>
                      <a:prstDash val="solid"/>
                      <a:round/>
                      <a:headEnd len="sm" w="sm" type="none"/>
                      <a:tailEnd len="sm" w="sm" type="none"/>
                    </a:lnR>
                    <a:lnT cap="flat" cmpd="sng" w="12700">
                      <a:solidFill>
                        <a:srgbClr val="D7E1EF"/>
                      </a:solidFill>
                      <a:prstDash val="solid"/>
                      <a:round/>
                      <a:headEnd len="sm" w="sm" type="none"/>
                      <a:tailEnd len="sm" w="sm" type="none"/>
                    </a:lnT>
                    <a:lnB cap="flat" cmpd="sng" w="12700">
                      <a:solidFill>
                        <a:srgbClr val="D7E1EF"/>
                      </a:solidFill>
                      <a:prstDash val="solid"/>
                      <a:round/>
                      <a:headEnd len="sm" w="sm" type="none"/>
                      <a:tailEnd len="sm" w="sm" type="none"/>
                    </a:lnB>
                    <a:solidFill>
                      <a:srgbClr val="F6F9FD"/>
                    </a:solidFill>
                  </a:tcPr>
                </a:tc>
                <a:tc>
                  <a:txBody>
                    <a:bodyPr/>
                    <a:lstStyle/>
                    <a:p>
                      <a:pPr indent="0" lvl="0" marL="0" marR="0" rtl="0" algn="l">
                        <a:spcBef>
                          <a:spcPts val="0"/>
                        </a:spcBef>
                        <a:spcAft>
                          <a:spcPts val="0"/>
                        </a:spcAft>
                        <a:buClr>
                          <a:srgbClr val="2E3F57"/>
                        </a:buClr>
                        <a:buSzPts val="1250"/>
                        <a:buFont typeface="Arial"/>
                        <a:buNone/>
                      </a:pPr>
                      <a:r>
                        <a:rPr lang="en-US" sz="1250" u="none" cap="none" strike="noStrike">
                          <a:solidFill>
                            <a:srgbClr val="2E3F57"/>
                          </a:solidFill>
                          <a:latin typeface="Arial"/>
                          <a:ea typeface="Arial"/>
                          <a:cs typeface="Arial"/>
                          <a:sym typeface="Arial"/>
                        </a:rPr>
                        <a:t>text-embedding-3-small + ChromaDB</a:t>
                      </a:r>
                      <a:endParaRPr sz="1250" u="none" cap="none" strike="noStrike">
                        <a:latin typeface="Arial"/>
                        <a:ea typeface="Arial"/>
                        <a:cs typeface="Arial"/>
                        <a:sym typeface="Arial"/>
                      </a:endParaRPr>
                    </a:p>
                  </a:txBody>
                  <a:tcPr marT="25400" marB="25400" marR="76200" marL="76200" anchor="ctr">
                    <a:lnL cap="flat" cmpd="sng" w="12700">
                      <a:solidFill>
                        <a:srgbClr val="D7E1EF"/>
                      </a:solidFill>
                      <a:prstDash val="solid"/>
                      <a:round/>
                      <a:headEnd len="sm" w="sm" type="none"/>
                      <a:tailEnd len="sm" w="sm" type="none"/>
                    </a:lnL>
                    <a:lnR cap="flat" cmpd="sng" w="12700">
                      <a:solidFill>
                        <a:srgbClr val="D7E1EF"/>
                      </a:solidFill>
                      <a:prstDash val="solid"/>
                      <a:round/>
                      <a:headEnd len="sm" w="sm" type="none"/>
                      <a:tailEnd len="sm" w="sm" type="none"/>
                    </a:lnR>
                    <a:lnT cap="flat" cmpd="sng" w="12700">
                      <a:solidFill>
                        <a:srgbClr val="D7E1EF"/>
                      </a:solidFill>
                      <a:prstDash val="solid"/>
                      <a:round/>
                      <a:headEnd len="sm" w="sm" type="none"/>
                      <a:tailEnd len="sm" w="sm" type="none"/>
                    </a:lnT>
                    <a:lnB cap="flat" cmpd="sng" w="12700">
                      <a:solidFill>
                        <a:srgbClr val="D7E1EF"/>
                      </a:solidFill>
                      <a:prstDash val="solid"/>
                      <a:round/>
                      <a:headEnd len="sm" w="sm" type="none"/>
                      <a:tailEnd len="sm" w="sm" type="none"/>
                    </a:lnB>
                    <a:solidFill>
                      <a:srgbClr val="F6F9FD"/>
                    </a:solidFill>
                  </a:tcPr>
                </a:tc>
                <a:tc>
                  <a:txBody>
                    <a:bodyPr/>
                    <a:lstStyle/>
                    <a:p>
                      <a:pPr indent="0" lvl="0" marL="0" marR="0" rtl="0" algn="l">
                        <a:spcBef>
                          <a:spcPts val="0"/>
                        </a:spcBef>
                        <a:spcAft>
                          <a:spcPts val="0"/>
                        </a:spcAft>
                        <a:buClr>
                          <a:srgbClr val="2E3F57"/>
                        </a:buClr>
                        <a:buSzPts val="1250"/>
                        <a:buFont typeface="Arial"/>
                        <a:buNone/>
                      </a:pPr>
                      <a:r>
                        <a:rPr lang="en-US" sz="1250" u="none" cap="none" strike="noStrike">
                          <a:solidFill>
                            <a:srgbClr val="2E3F57"/>
                          </a:solidFill>
                          <a:latin typeface="Arial"/>
                          <a:ea typeface="Arial"/>
                          <a:cs typeface="Arial"/>
                          <a:sym typeface="Arial"/>
                        </a:rPr>
                        <a:t>코사인 유사도 + 메타데이터 필터</a:t>
                      </a:r>
                      <a:endParaRPr sz="1250" u="none" cap="none" strike="noStrike">
                        <a:latin typeface="Arial"/>
                        <a:ea typeface="Arial"/>
                        <a:cs typeface="Arial"/>
                        <a:sym typeface="Arial"/>
                      </a:endParaRPr>
                    </a:p>
                  </a:txBody>
                  <a:tcPr marT="25400" marB="25400" marR="76200" marL="76200" anchor="ctr">
                    <a:lnL cap="flat" cmpd="sng" w="12700">
                      <a:solidFill>
                        <a:srgbClr val="D7E1EF"/>
                      </a:solidFill>
                      <a:prstDash val="solid"/>
                      <a:round/>
                      <a:headEnd len="sm" w="sm" type="none"/>
                      <a:tailEnd len="sm" w="sm" type="none"/>
                    </a:lnL>
                    <a:lnR cap="flat" cmpd="sng" w="12700">
                      <a:solidFill>
                        <a:srgbClr val="D7E1EF"/>
                      </a:solidFill>
                      <a:prstDash val="solid"/>
                      <a:round/>
                      <a:headEnd len="sm" w="sm" type="none"/>
                      <a:tailEnd len="sm" w="sm" type="none"/>
                    </a:lnR>
                    <a:lnT cap="flat" cmpd="sng" w="12700">
                      <a:solidFill>
                        <a:srgbClr val="D7E1EF"/>
                      </a:solidFill>
                      <a:prstDash val="solid"/>
                      <a:round/>
                      <a:headEnd len="sm" w="sm" type="none"/>
                      <a:tailEnd len="sm" w="sm" type="none"/>
                    </a:lnT>
                    <a:lnB cap="flat" cmpd="sng" w="12700">
                      <a:solidFill>
                        <a:srgbClr val="D7E1EF"/>
                      </a:solidFill>
                      <a:prstDash val="solid"/>
                      <a:round/>
                      <a:headEnd len="sm" w="sm" type="none"/>
                      <a:tailEnd len="sm" w="sm" type="none"/>
                    </a:lnB>
                    <a:solidFill>
                      <a:srgbClr val="F6F9FD"/>
                    </a:solidFill>
                  </a:tcPr>
                </a:tc>
                <a:tc>
                  <a:txBody>
                    <a:bodyPr/>
                    <a:lstStyle/>
                    <a:p>
                      <a:pPr indent="0" lvl="0" marL="0" marR="0" rtl="0" algn="l">
                        <a:spcBef>
                          <a:spcPts val="0"/>
                        </a:spcBef>
                        <a:spcAft>
                          <a:spcPts val="0"/>
                        </a:spcAft>
                        <a:buClr>
                          <a:srgbClr val="2E3F57"/>
                        </a:buClr>
                        <a:buSzPts val="1250"/>
                        <a:buFont typeface="Arial"/>
                        <a:buNone/>
                      </a:pPr>
                      <a:r>
                        <a:rPr lang="en-US" sz="1250" u="none" cap="none" strike="noStrike">
                          <a:solidFill>
                            <a:srgbClr val="2E3F57"/>
                          </a:solidFill>
                          <a:latin typeface="Arial"/>
                          <a:ea typeface="Arial"/>
                          <a:cs typeface="Arial"/>
                          <a:sym typeface="Arial"/>
                        </a:rPr>
                        <a:t>유사 처분 사례 검색</a:t>
                      </a:r>
                      <a:endParaRPr sz="1250" u="none" cap="none" strike="noStrike">
                        <a:latin typeface="Arial"/>
                        <a:ea typeface="Arial"/>
                        <a:cs typeface="Arial"/>
                        <a:sym typeface="Arial"/>
                      </a:endParaRPr>
                    </a:p>
                  </a:txBody>
                  <a:tcPr marT="25400" marB="25400" marR="76200" marL="76200" anchor="ctr">
                    <a:lnL cap="flat" cmpd="sng" w="12700">
                      <a:solidFill>
                        <a:srgbClr val="D7E1EF"/>
                      </a:solidFill>
                      <a:prstDash val="solid"/>
                      <a:round/>
                      <a:headEnd len="sm" w="sm" type="none"/>
                      <a:tailEnd len="sm" w="sm" type="none"/>
                    </a:lnL>
                    <a:lnR cap="flat" cmpd="sng" w="12700">
                      <a:solidFill>
                        <a:srgbClr val="D7E1EF"/>
                      </a:solidFill>
                      <a:prstDash val="solid"/>
                      <a:round/>
                      <a:headEnd len="sm" w="sm" type="none"/>
                      <a:tailEnd len="sm" w="sm" type="none"/>
                    </a:lnR>
                    <a:lnT cap="flat" cmpd="sng" w="12700">
                      <a:solidFill>
                        <a:srgbClr val="D7E1EF"/>
                      </a:solidFill>
                      <a:prstDash val="solid"/>
                      <a:round/>
                      <a:headEnd len="sm" w="sm" type="none"/>
                      <a:tailEnd len="sm" w="sm" type="none"/>
                    </a:lnT>
                    <a:lnB cap="flat" cmpd="sng" w="12700">
                      <a:solidFill>
                        <a:srgbClr val="D7E1EF"/>
                      </a:solidFill>
                      <a:prstDash val="solid"/>
                      <a:round/>
                      <a:headEnd len="sm" w="sm" type="none"/>
                      <a:tailEnd len="sm" w="sm" type="none"/>
                    </a:lnB>
                    <a:solidFill>
                      <a:srgbClr val="F6F9FD"/>
                    </a:solidFill>
                  </a:tcPr>
                </a:tc>
                <a:tc>
                  <a:txBody>
                    <a:bodyPr/>
                    <a:lstStyle/>
                    <a:p>
                      <a:pPr indent="0" lvl="0" marL="0" marR="0" rtl="0" algn="l">
                        <a:spcBef>
                          <a:spcPts val="0"/>
                        </a:spcBef>
                        <a:spcAft>
                          <a:spcPts val="0"/>
                        </a:spcAft>
                        <a:buClr>
                          <a:srgbClr val="2E3F57"/>
                        </a:buClr>
                        <a:buSzPts val="1250"/>
                        <a:buFont typeface="Arial"/>
                        <a:buNone/>
                      </a:pPr>
                      <a:r>
                        <a:rPr i="1" lang="en-US" sz="1250" u="none" cap="none" strike="noStrike">
                          <a:solidFill>
                            <a:srgbClr val="2E3F57"/>
                          </a:solidFill>
                          <a:latin typeface="Arial"/>
                          <a:ea typeface="Arial"/>
                          <a:cs typeface="Arial"/>
                          <a:sym typeface="Arial"/>
                        </a:rPr>
                        <a:t>case_kb.py</a:t>
                      </a:r>
                      <a:endParaRPr sz="1250" u="none" cap="none" strike="noStrike">
                        <a:latin typeface="Arial"/>
                        <a:ea typeface="Arial"/>
                        <a:cs typeface="Arial"/>
                        <a:sym typeface="Arial"/>
                      </a:endParaRPr>
                    </a:p>
                  </a:txBody>
                  <a:tcPr marT="25400" marB="25400" marR="76200" marL="76200" anchor="ctr">
                    <a:lnL cap="flat" cmpd="sng" w="12700">
                      <a:solidFill>
                        <a:srgbClr val="D7E1EF"/>
                      </a:solidFill>
                      <a:prstDash val="solid"/>
                      <a:round/>
                      <a:headEnd len="sm" w="sm" type="none"/>
                      <a:tailEnd len="sm" w="sm" type="none"/>
                    </a:lnL>
                    <a:lnR cap="flat" cmpd="sng" w="12700">
                      <a:solidFill>
                        <a:srgbClr val="D7E1EF"/>
                      </a:solidFill>
                      <a:prstDash val="solid"/>
                      <a:round/>
                      <a:headEnd len="sm" w="sm" type="none"/>
                      <a:tailEnd len="sm" w="sm" type="none"/>
                    </a:lnR>
                    <a:lnT cap="flat" cmpd="sng" w="12700">
                      <a:solidFill>
                        <a:srgbClr val="D7E1EF"/>
                      </a:solidFill>
                      <a:prstDash val="solid"/>
                      <a:round/>
                      <a:headEnd len="sm" w="sm" type="none"/>
                      <a:tailEnd len="sm" w="sm" type="none"/>
                    </a:lnT>
                    <a:lnB cap="flat" cmpd="sng" w="12700">
                      <a:solidFill>
                        <a:srgbClr val="D7E1EF"/>
                      </a:solidFill>
                      <a:prstDash val="solid"/>
                      <a:round/>
                      <a:headEnd len="sm" w="sm" type="none"/>
                      <a:tailEnd len="sm" w="sm" type="none"/>
                    </a:lnB>
                    <a:solidFill>
                      <a:srgbClr val="F6F9FD"/>
                    </a:solidFill>
                  </a:tcPr>
                </a:tc>
              </a:tr>
              <a:tr h="411475">
                <a:tc>
                  <a:txBody>
                    <a:bodyPr/>
                    <a:lstStyle/>
                    <a:p>
                      <a:pPr indent="0" lvl="0" marL="0" marR="0" rtl="0" algn="ctr">
                        <a:spcBef>
                          <a:spcPts val="0"/>
                        </a:spcBef>
                        <a:spcAft>
                          <a:spcPts val="0"/>
                        </a:spcAft>
                        <a:buClr>
                          <a:srgbClr val="20538B"/>
                        </a:buClr>
                        <a:buSzPts val="1250"/>
                        <a:buFont typeface="Arial"/>
                        <a:buNone/>
                      </a:pPr>
                      <a:r>
                        <a:rPr b="1" lang="en-US" sz="1250" u="none" cap="none" strike="noStrike">
                          <a:solidFill>
                            <a:srgbClr val="20538B"/>
                          </a:solidFill>
                          <a:latin typeface="Arial"/>
                          <a:ea typeface="Arial"/>
                          <a:cs typeface="Arial"/>
                          <a:sym typeface="Arial"/>
                        </a:rPr>
                        <a:t>템플릿</a:t>
                      </a:r>
                      <a:endParaRPr sz="1250" u="none" cap="none" strike="noStrike">
                        <a:latin typeface="Arial"/>
                        <a:ea typeface="Arial"/>
                        <a:cs typeface="Arial"/>
                        <a:sym typeface="Arial"/>
                      </a:endParaRPr>
                    </a:p>
                  </a:txBody>
                  <a:tcPr marT="25400" marB="25400" marR="76200" marL="76200" anchor="ctr">
                    <a:lnL cap="flat" cmpd="sng" w="12700">
                      <a:solidFill>
                        <a:srgbClr val="D7E1EF"/>
                      </a:solidFill>
                      <a:prstDash val="solid"/>
                      <a:round/>
                      <a:headEnd len="sm" w="sm" type="none"/>
                      <a:tailEnd len="sm" w="sm" type="none"/>
                    </a:lnL>
                    <a:lnR cap="flat" cmpd="sng" w="12700">
                      <a:solidFill>
                        <a:srgbClr val="D7E1EF"/>
                      </a:solidFill>
                      <a:prstDash val="solid"/>
                      <a:round/>
                      <a:headEnd len="sm" w="sm" type="none"/>
                      <a:tailEnd len="sm" w="sm" type="none"/>
                    </a:lnR>
                    <a:lnT cap="flat" cmpd="sng" w="12700">
                      <a:solidFill>
                        <a:srgbClr val="D7E1EF"/>
                      </a:solidFill>
                      <a:prstDash val="solid"/>
                      <a:round/>
                      <a:headEnd len="sm" w="sm" type="none"/>
                      <a:tailEnd len="sm" w="sm" type="none"/>
                    </a:lnT>
                    <a:lnB cap="flat" cmpd="sng" w="12700">
                      <a:solidFill>
                        <a:srgbClr val="D7E1E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E3F57"/>
                        </a:buClr>
                        <a:buSzPts val="1250"/>
                        <a:buFont typeface="Arial"/>
                        <a:buNone/>
                      </a:pPr>
                      <a:r>
                        <a:rPr lang="en-US" sz="1250" u="none" cap="none" strike="noStrike">
                          <a:solidFill>
                            <a:srgbClr val="2E3F57"/>
                          </a:solidFill>
                          <a:latin typeface="Arial"/>
                          <a:ea typeface="Arial"/>
                          <a:cs typeface="Arial"/>
                          <a:sym typeface="Arial"/>
                        </a:rPr>
                        <a:t>Python 3.12 + Jinja2</a:t>
                      </a:r>
                      <a:endParaRPr sz="1250" u="none" cap="none" strike="noStrike">
                        <a:latin typeface="Arial"/>
                        <a:ea typeface="Arial"/>
                        <a:cs typeface="Arial"/>
                        <a:sym typeface="Arial"/>
                      </a:endParaRPr>
                    </a:p>
                  </a:txBody>
                  <a:tcPr marT="25400" marB="25400" marR="76200" marL="76200" anchor="ctr">
                    <a:lnL cap="flat" cmpd="sng" w="12700">
                      <a:solidFill>
                        <a:srgbClr val="D7E1EF"/>
                      </a:solidFill>
                      <a:prstDash val="solid"/>
                      <a:round/>
                      <a:headEnd len="sm" w="sm" type="none"/>
                      <a:tailEnd len="sm" w="sm" type="none"/>
                    </a:lnL>
                    <a:lnR cap="flat" cmpd="sng" w="12700">
                      <a:solidFill>
                        <a:srgbClr val="D7E1EF"/>
                      </a:solidFill>
                      <a:prstDash val="solid"/>
                      <a:round/>
                      <a:headEnd len="sm" w="sm" type="none"/>
                      <a:tailEnd len="sm" w="sm" type="none"/>
                    </a:lnR>
                    <a:lnT cap="flat" cmpd="sng" w="12700">
                      <a:solidFill>
                        <a:srgbClr val="D7E1EF"/>
                      </a:solidFill>
                      <a:prstDash val="solid"/>
                      <a:round/>
                      <a:headEnd len="sm" w="sm" type="none"/>
                      <a:tailEnd len="sm" w="sm" type="none"/>
                    </a:lnT>
                    <a:lnB cap="flat" cmpd="sng" w="12700">
                      <a:solidFill>
                        <a:srgbClr val="D7E1E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E3F57"/>
                        </a:buClr>
                        <a:buSzPts val="1250"/>
                        <a:buFont typeface="Arial"/>
                        <a:buNone/>
                      </a:pPr>
                      <a:r>
                        <a:rPr lang="en-US" sz="1250" u="none" cap="none" strike="noStrike">
                          <a:solidFill>
                            <a:srgbClr val="2E3F57"/>
                          </a:solidFill>
                          <a:latin typeface="Arial"/>
                          <a:ea typeface="Arial"/>
                          <a:cs typeface="Arial"/>
                          <a:sym typeface="Arial"/>
                        </a:rPr>
                        <a:t>경영진용 · 실무진용 템플릿 2개</a:t>
                      </a:r>
                      <a:endParaRPr sz="1250" u="none" cap="none" strike="noStrike">
                        <a:latin typeface="Arial"/>
                        <a:ea typeface="Arial"/>
                        <a:cs typeface="Arial"/>
                        <a:sym typeface="Arial"/>
                      </a:endParaRPr>
                    </a:p>
                  </a:txBody>
                  <a:tcPr marT="25400" marB="25400" marR="76200" marL="76200" anchor="ctr">
                    <a:lnL cap="flat" cmpd="sng" w="12700">
                      <a:solidFill>
                        <a:srgbClr val="D7E1EF"/>
                      </a:solidFill>
                      <a:prstDash val="solid"/>
                      <a:round/>
                      <a:headEnd len="sm" w="sm" type="none"/>
                      <a:tailEnd len="sm" w="sm" type="none"/>
                    </a:lnL>
                    <a:lnR cap="flat" cmpd="sng" w="12700">
                      <a:solidFill>
                        <a:srgbClr val="D7E1EF"/>
                      </a:solidFill>
                      <a:prstDash val="solid"/>
                      <a:round/>
                      <a:headEnd len="sm" w="sm" type="none"/>
                      <a:tailEnd len="sm" w="sm" type="none"/>
                    </a:lnR>
                    <a:lnT cap="flat" cmpd="sng" w="12700">
                      <a:solidFill>
                        <a:srgbClr val="D7E1EF"/>
                      </a:solidFill>
                      <a:prstDash val="solid"/>
                      <a:round/>
                      <a:headEnd len="sm" w="sm" type="none"/>
                      <a:tailEnd len="sm" w="sm" type="none"/>
                    </a:lnT>
                    <a:lnB cap="flat" cmpd="sng" w="12700">
                      <a:solidFill>
                        <a:srgbClr val="D7E1E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E3F57"/>
                        </a:buClr>
                        <a:buSzPts val="1250"/>
                        <a:buFont typeface="Arial"/>
                        <a:buNone/>
                      </a:pPr>
                      <a:r>
                        <a:rPr lang="en-US" sz="1250" u="none" cap="none" strike="noStrike">
                          <a:solidFill>
                            <a:srgbClr val="2E3F57"/>
                          </a:solidFill>
                          <a:latin typeface="Arial"/>
                          <a:ea typeface="Arial"/>
                          <a:cs typeface="Arial"/>
                          <a:sym typeface="Arial"/>
                        </a:rPr>
                        <a:t>같은 데이터로 HTML 조립</a:t>
                      </a:r>
                      <a:endParaRPr sz="1250" u="none" cap="none" strike="noStrike">
                        <a:latin typeface="Arial"/>
                        <a:ea typeface="Arial"/>
                        <a:cs typeface="Arial"/>
                        <a:sym typeface="Arial"/>
                      </a:endParaRPr>
                    </a:p>
                  </a:txBody>
                  <a:tcPr marT="25400" marB="25400" marR="76200" marL="76200" anchor="ctr">
                    <a:lnL cap="flat" cmpd="sng" w="12700">
                      <a:solidFill>
                        <a:srgbClr val="D7E1EF"/>
                      </a:solidFill>
                      <a:prstDash val="solid"/>
                      <a:round/>
                      <a:headEnd len="sm" w="sm" type="none"/>
                      <a:tailEnd len="sm" w="sm" type="none"/>
                    </a:lnL>
                    <a:lnR cap="flat" cmpd="sng" w="12700">
                      <a:solidFill>
                        <a:srgbClr val="D7E1EF"/>
                      </a:solidFill>
                      <a:prstDash val="solid"/>
                      <a:round/>
                      <a:headEnd len="sm" w="sm" type="none"/>
                      <a:tailEnd len="sm" w="sm" type="none"/>
                    </a:lnR>
                    <a:lnT cap="flat" cmpd="sng" w="12700">
                      <a:solidFill>
                        <a:srgbClr val="D7E1EF"/>
                      </a:solidFill>
                      <a:prstDash val="solid"/>
                      <a:round/>
                      <a:headEnd len="sm" w="sm" type="none"/>
                      <a:tailEnd len="sm" w="sm" type="none"/>
                    </a:lnT>
                    <a:lnB cap="flat" cmpd="sng" w="12700">
                      <a:solidFill>
                        <a:srgbClr val="D7E1E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E3F57"/>
                        </a:buClr>
                        <a:buSzPts val="1250"/>
                        <a:buFont typeface="Arial"/>
                        <a:buNone/>
                      </a:pPr>
                      <a:r>
                        <a:rPr i="1" lang="en-US" sz="1250" u="none" cap="none" strike="noStrike">
                          <a:solidFill>
                            <a:srgbClr val="2E3F57"/>
                          </a:solidFill>
                          <a:latin typeface="Arial"/>
                          <a:ea typeface="Arial"/>
                          <a:cs typeface="Arial"/>
                          <a:sym typeface="Arial"/>
                        </a:rPr>
                        <a:t>templates/*.j2</a:t>
                      </a:r>
                      <a:endParaRPr sz="1250" u="none" cap="none" strike="noStrike">
                        <a:latin typeface="Arial"/>
                        <a:ea typeface="Arial"/>
                        <a:cs typeface="Arial"/>
                        <a:sym typeface="Arial"/>
                      </a:endParaRPr>
                    </a:p>
                  </a:txBody>
                  <a:tcPr marT="25400" marB="25400" marR="76200" marL="76200" anchor="ctr">
                    <a:lnL cap="flat" cmpd="sng" w="12700">
                      <a:solidFill>
                        <a:srgbClr val="D7E1EF"/>
                      </a:solidFill>
                      <a:prstDash val="solid"/>
                      <a:round/>
                      <a:headEnd len="sm" w="sm" type="none"/>
                      <a:tailEnd len="sm" w="sm" type="none"/>
                    </a:lnL>
                    <a:lnR cap="flat" cmpd="sng" w="12700">
                      <a:solidFill>
                        <a:srgbClr val="D7E1EF"/>
                      </a:solidFill>
                      <a:prstDash val="solid"/>
                      <a:round/>
                      <a:headEnd len="sm" w="sm" type="none"/>
                      <a:tailEnd len="sm" w="sm" type="none"/>
                    </a:lnR>
                    <a:lnT cap="flat" cmpd="sng" w="12700">
                      <a:solidFill>
                        <a:srgbClr val="D7E1EF"/>
                      </a:solidFill>
                      <a:prstDash val="solid"/>
                      <a:round/>
                      <a:headEnd len="sm" w="sm" type="none"/>
                      <a:tailEnd len="sm" w="sm" type="none"/>
                    </a:lnT>
                    <a:lnB cap="flat" cmpd="sng" w="12700">
                      <a:solidFill>
                        <a:srgbClr val="D7E1EF"/>
                      </a:solidFill>
                      <a:prstDash val="solid"/>
                      <a:round/>
                      <a:headEnd len="sm" w="sm" type="none"/>
                      <a:tailEnd len="sm" w="sm" type="none"/>
                    </a:lnB>
                    <a:solidFill>
                      <a:srgbClr val="FFFFFF"/>
                    </a:solidFill>
                  </a:tcPr>
                </a:tc>
              </a:tr>
              <a:tr h="411475">
                <a:tc>
                  <a:txBody>
                    <a:bodyPr/>
                    <a:lstStyle/>
                    <a:p>
                      <a:pPr indent="0" lvl="0" marL="0" marR="0" rtl="0" algn="ctr">
                        <a:spcBef>
                          <a:spcPts val="0"/>
                        </a:spcBef>
                        <a:spcAft>
                          <a:spcPts val="0"/>
                        </a:spcAft>
                        <a:buClr>
                          <a:srgbClr val="20538B"/>
                        </a:buClr>
                        <a:buSzPts val="1250"/>
                        <a:buFont typeface="Arial"/>
                        <a:buNone/>
                      </a:pPr>
                      <a:r>
                        <a:rPr b="1" lang="en-US" sz="1250" u="none" cap="none" strike="noStrike">
                          <a:solidFill>
                            <a:srgbClr val="20538B"/>
                          </a:solidFill>
                          <a:latin typeface="Arial"/>
                          <a:ea typeface="Arial"/>
                          <a:cs typeface="Arial"/>
                          <a:sym typeface="Arial"/>
                        </a:rPr>
                        <a:t>PDF 렌더링</a:t>
                      </a:r>
                      <a:endParaRPr sz="1250" u="none" cap="none" strike="noStrike">
                        <a:latin typeface="Arial"/>
                        <a:ea typeface="Arial"/>
                        <a:cs typeface="Arial"/>
                        <a:sym typeface="Arial"/>
                      </a:endParaRPr>
                    </a:p>
                  </a:txBody>
                  <a:tcPr marT="25400" marB="25400" marR="76200" marL="76200" anchor="ctr">
                    <a:lnL cap="flat" cmpd="sng" w="12700">
                      <a:solidFill>
                        <a:srgbClr val="D7E1EF"/>
                      </a:solidFill>
                      <a:prstDash val="solid"/>
                      <a:round/>
                      <a:headEnd len="sm" w="sm" type="none"/>
                      <a:tailEnd len="sm" w="sm" type="none"/>
                    </a:lnL>
                    <a:lnR cap="flat" cmpd="sng" w="12700">
                      <a:solidFill>
                        <a:srgbClr val="D7E1EF"/>
                      </a:solidFill>
                      <a:prstDash val="solid"/>
                      <a:round/>
                      <a:headEnd len="sm" w="sm" type="none"/>
                      <a:tailEnd len="sm" w="sm" type="none"/>
                    </a:lnR>
                    <a:lnT cap="flat" cmpd="sng" w="12700">
                      <a:solidFill>
                        <a:srgbClr val="D7E1EF"/>
                      </a:solidFill>
                      <a:prstDash val="solid"/>
                      <a:round/>
                      <a:headEnd len="sm" w="sm" type="none"/>
                      <a:tailEnd len="sm" w="sm" type="none"/>
                    </a:lnT>
                    <a:lnB cap="flat" cmpd="sng" w="12700">
                      <a:solidFill>
                        <a:srgbClr val="D7E1EF"/>
                      </a:solidFill>
                      <a:prstDash val="solid"/>
                      <a:round/>
                      <a:headEnd len="sm" w="sm" type="none"/>
                      <a:tailEnd len="sm" w="sm" type="none"/>
                    </a:lnB>
                    <a:solidFill>
                      <a:srgbClr val="F6F9FD"/>
                    </a:solidFill>
                  </a:tcPr>
                </a:tc>
                <a:tc>
                  <a:txBody>
                    <a:bodyPr/>
                    <a:lstStyle/>
                    <a:p>
                      <a:pPr indent="0" lvl="0" marL="0" marR="0" rtl="0" algn="l">
                        <a:spcBef>
                          <a:spcPts val="0"/>
                        </a:spcBef>
                        <a:spcAft>
                          <a:spcPts val="0"/>
                        </a:spcAft>
                        <a:buClr>
                          <a:srgbClr val="2E3F57"/>
                        </a:buClr>
                        <a:buSzPts val="1250"/>
                        <a:buFont typeface="Arial"/>
                        <a:buNone/>
                      </a:pPr>
                      <a:r>
                        <a:rPr lang="en-US" sz="1250" u="none" cap="none" strike="noStrike">
                          <a:solidFill>
                            <a:srgbClr val="2E3F57"/>
                          </a:solidFill>
                          <a:latin typeface="Arial"/>
                          <a:ea typeface="Arial"/>
                          <a:cs typeface="Arial"/>
                          <a:sym typeface="Arial"/>
                        </a:rPr>
                        <a:t>WeasyPrint (+ Pango)</a:t>
                      </a:r>
                      <a:endParaRPr sz="1250" u="none" cap="none" strike="noStrike">
                        <a:latin typeface="Arial"/>
                        <a:ea typeface="Arial"/>
                        <a:cs typeface="Arial"/>
                        <a:sym typeface="Arial"/>
                      </a:endParaRPr>
                    </a:p>
                  </a:txBody>
                  <a:tcPr marT="25400" marB="25400" marR="76200" marL="76200" anchor="ctr">
                    <a:lnL cap="flat" cmpd="sng" w="12700">
                      <a:solidFill>
                        <a:srgbClr val="D7E1EF"/>
                      </a:solidFill>
                      <a:prstDash val="solid"/>
                      <a:round/>
                      <a:headEnd len="sm" w="sm" type="none"/>
                      <a:tailEnd len="sm" w="sm" type="none"/>
                    </a:lnL>
                    <a:lnR cap="flat" cmpd="sng" w="12700">
                      <a:solidFill>
                        <a:srgbClr val="D7E1EF"/>
                      </a:solidFill>
                      <a:prstDash val="solid"/>
                      <a:round/>
                      <a:headEnd len="sm" w="sm" type="none"/>
                      <a:tailEnd len="sm" w="sm" type="none"/>
                    </a:lnR>
                    <a:lnT cap="flat" cmpd="sng" w="12700">
                      <a:solidFill>
                        <a:srgbClr val="D7E1EF"/>
                      </a:solidFill>
                      <a:prstDash val="solid"/>
                      <a:round/>
                      <a:headEnd len="sm" w="sm" type="none"/>
                      <a:tailEnd len="sm" w="sm" type="none"/>
                    </a:lnT>
                    <a:lnB cap="flat" cmpd="sng" w="12700">
                      <a:solidFill>
                        <a:srgbClr val="D7E1EF"/>
                      </a:solidFill>
                      <a:prstDash val="solid"/>
                      <a:round/>
                      <a:headEnd len="sm" w="sm" type="none"/>
                      <a:tailEnd len="sm" w="sm" type="none"/>
                    </a:lnB>
                    <a:solidFill>
                      <a:srgbClr val="F6F9FD"/>
                    </a:solidFill>
                  </a:tcPr>
                </a:tc>
                <a:tc>
                  <a:txBody>
                    <a:bodyPr/>
                    <a:lstStyle/>
                    <a:p>
                      <a:pPr indent="0" lvl="0" marL="0" marR="0" rtl="0" algn="l">
                        <a:spcBef>
                          <a:spcPts val="0"/>
                        </a:spcBef>
                        <a:spcAft>
                          <a:spcPts val="0"/>
                        </a:spcAft>
                        <a:buClr>
                          <a:srgbClr val="2E3F57"/>
                        </a:buClr>
                        <a:buSzPts val="1250"/>
                        <a:buFont typeface="Arial"/>
                        <a:buNone/>
                      </a:pPr>
                      <a:r>
                        <a:rPr lang="en-US" sz="1250" u="none" cap="none" strike="noStrike">
                          <a:solidFill>
                            <a:srgbClr val="2E3F57"/>
                          </a:solidFill>
                          <a:latin typeface="Arial"/>
                          <a:ea typeface="Arial"/>
                          <a:cs typeface="Arial"/>
                          <a:sym typeface="Arial"/>
                        </a:rPr>
                        <a:t>HTML · CSS → PDF, Pretendard 임베드</a:t>
                      </a:r>
                      <a:endParaRPr sz="1250" u="none" cap="none" strike="noStrike">
                        <a:latin typeface="Arial"/>
                        <a:ea typeface="Arial"/>
                        <a:cs typeface="Arial"/>
                        <a:sym typeface="Arial"/>
                      </a:endParaRPr>
                    </a:p>
                  </a:txBody>
                  <a:tcPr marT="25400" marB="25400" marR="76200" marL="76200" anchor="ctr">
                    <a:lnL cap="flat" cmpd="sng" w="12700">
                      <a:solidFill>
                        <a:srgbClr val="D7E1EF"/>
                      </a:solidFill>
                      <a:prstDash val="solid"/>
                      <a:round/>
                      <a:headEnd len="sm" w="sm" type="none"/>
                      <a:tailEnd len="sm" w="sm" type="none"/>
                    </a:lnL>
                    <a:lnR cap="flat" cmpd="sng" w="12700">
                      <a:solidFill>
                        <a:srgbClr val="D7E1EF"/>
                      </a:solidFill>
                      <a:prstDash val="solid"/>
                      <a:round/>
                      <a:headEnd len="sm" w="sm" type="none"/>
                      <a:tailEnd len="sm" w="sm" type="none"/>
                    </a:lnR>
                    <a:lnT cap="flat" cmpd="sng" w="12700">
                      <a:solidFill>
                        <a:srgbClr val="D7E1EF"/>
                      </a:solidFill>
                      <a:prstDash val="solid"/>
                      <a:round/>
                      <a:headEnd len="sm" w="sm" type="none"/>
                      <a:tailEnd len="sm" w="sm" type="none"/>
                    </a:lnT>
                    <a:lnB cap="flat" cmpd="sng" w="12700">
                      <a:solidFill>
                        <a:srgbClr val="D7E1EF"/>
                      </a:solidFill>
                      <a:prstDash val="solid"/>
                      <a:round/>
                      <a:headEnd len="sm" w="sm" type="none"/>
                      <a:tailEnd len="sm" w="sm" type="none"/>
                    </a:lnB>
                    <a:solidFill>
                      <a:srgbClr val="F6F9FD"/>
                    </a:solidFill>
                  </a:tcPr>
                </a:tc>
                <a:tc>
                  <a:txBody>
                    <a:bodyPr/>
                    <a:lstStyle/>
                    <a:p>
                      <a:pPr indent="0" lvl="0" marL="0" marR="0" rtl="0" algn="l">
                        <a:spcBef>
                          <a:spcPts val="0"/>
                        </a:spcBef>
                        <a:spcAft>
                          <a:spcPts val="0"/>
                        </a:spcAft>
                        <a:buClr>
                          <a:srgbClr val="2E3F57"/>
                        </a:buClr>
                        <a:buSzPts val="1250"/>
                        <a:buFont typeface="Arial"/>
                        <a:buNone/>
                      </a:pPr>
                      <a:r>
                        <a:rPr lang="en-US" sz="1250" u="none" cap="none" strike="noStrike">
                          <a:solidFill>
                            <a:srgbClr val="2E3F57"/>
                          </a:solidFill>
                          <a:latin typeface="Arial"/>
                          <a:ea typeface="Arial"/>
                          <a:cs typeface="Arial"/>
                          <a:sym typeface="Arial"/>
                        </a:rPr>
                        <a:t>PDF 2종 출력</a:t>
                      </a:r>
                      <a:endParaRPr sz="1250" u="none" cap="none" strike="noStrike">
                        <a:latin typeface="Arial"/>
                        <a:ea typeface="Arial"/>
                        <a:cs typeface="Arial"/>
                        <a:sym typeface="Arial"/>
                      </a:endParaRPr>
                    </a:p>
                  </a:txBody>
                  <a:tcPr marT="25400" marB="25400" marR="76200" marL="76200" anchor="ctr">
                    <a:lnL cap="flat" cmpd="sng" w="12700">
                      <a:solidFill>
                        <a:srgbClr val="D7E1EF"/>
                      </a:solidFill>
                      <a:prstDash val="solid"/>
                      <a:round/>
                      <a:headEnd len="sm" w="sm" type="none"/>
                      <a:tailEnd len="sm" w="sm" type="none"/>
                    </a:lnL>
                    <a:lnR cap="flat" cmpd="sng" w="12700">
                      <a:solidFill>
                        <a:srgbClr val="D7E1EF"/>
                      </a:solidFill>
                      <a:prstDash val="solid"/>
                      <a:round/>
                      <a:headEnd len="sm" w="sm" type="none"/>
                      <a:tailEnd len="sm" w="sm" type="none"/>
                    </a:lnR>
                    <a:lnT cap="flat" cmpd="sng" w="12700">
                      <a:solidFill>
                        <a:srgbClr val="D7E1EF"/>
                      </a:solidFill>
                      <a:prstDash val="solid"/>
                      <a:round/>
                      <a:headEnd len="sm" w="sm" type="none"/>
                      <a:tailEnd len="sm" w="sm" type="none"/>
                    </a:lnT>
                    <a:lnB cap="flat" cmpd="sng" w="12700">
                      <a:solidFill>
                        <a:srgbClr val="D7E1EF"/>
                      </a:solidFill>
                      <a:prstDash val="solid"/>
                      <a:round/>
                      <a:headEnd len="sm" w="sm" type="none"/>
                      <a:tailEnd len="sm" w="sm" type="none"/>
                    </a:lnB>
                    <a:solidFill>
                      <a:srgbClr val="F6F9FD"/>
                    </a:solidFill>
                  </a:tcPr>
                </a:tc>
                <a:tc>
                  <a:txBody>
                    <a:bodyPr/>
                    <a:lstStyle/>
                    <a:p>
                      <a:pPr indent="0" lvl="0" marL="0" marR="0" rtl="0" algn="l">
                        <a:spcBef>
                          <a:spcPts val="0"/>
                        </a:spcBef>
                        <a:spcAft>
                          <a:spcPts val="0"/>
                        </a:spcAft>
                        <a:buClr>
                          <a:srgbClr val="2E3F57"/>
                        </a:buClr>
                        <a:buSzPts val="1250"/>
                        <a:buFont typeface="Arial"/>
                        <a:buNone/>
                      </a:pPr>
                      <a:r>
                        <a:rPr i="1" lang="en-US" sz="1250" u="none" cap="none" strike="noStrike">
                          <a:solidFill>
                            <a:srgbClr val="2E3F57"/>
                          </a:solidFill>
                          <a:latin typeface="Arial"/>
                          <a:ea typeface="Arial"/>
                          <a:cs typeface="Arial"/>
                          <a:sym typeface="Arial"/>
                        </a:rPr>
                        <a:t>engine.py  render()</a:t>
                      </a:r>
                      <a:endParaRPr sz="1250" u="none" cap="none" strike="noStrike">
                        <a:latin typeface="Arial"/>
                        <a:ea typeface="Arial"/>
                        <a:cs typeface="Arial"/>
                        <a:sym typeface="Arial"/>
                      </a:endParaRPr>
                    </a:p>
                  </a:txBody>
                  <a:tcPr marT="25400" marB="25400" marR="76200" marL="76200" anchor="ctr">
                    <a:lnL cap="flat" cmpd="sng" w="12700">
                      <a:solidFill>
                        <a:srgbClr val="D7E1EF"/>
                      </a:solidFill>
                      <a:prstDash val="solid"/>
                      <a:round/>
                      <a:headEnd len="sm" w="sm" type="none"/>
                      <a:tailEnd len="sm" w="sm" type="none"/>
                    </a:lnL>
                    <a:lnR cap="flat" cmpd="sng" w="12700">
                      <a:solidFill>
                        <a:srgbClr val="D7E1EF"/>
                      </a:solidFill>
                      <a:prstDash val="solid"/>
                      <a:round/>
                      <a:headEnd len="sm" w="sm" type="none"/>
                      <a:tailEnd len="sm" w="sm" type="none"/>
                    </a:lnR>
                    <a:lnT cap="flat" cmpd="sng" w="12700">
                      <a:solidFill>
                        <a:srgbClr val="D7E1EF"/>
                      </a:solidFill>
                      <a:prstDash val="solid"/>
                      <a:round/>
                      <a:headEnd len="sm" w="sm" type="none"/>
                      <a:tailEnd len="sm" w="sm" type="none"/>
                    </a:lnT>
                    <a:lnB cap="flat" cmpd="sng" w="12700">
                      <a:solidFill>
                        <a:srgbClr val="D7E1EF"/>
                      </a:solidFill>
                      <a:prstDash val="solid"/>
                      <a:round/>
                      <a:headEnd len="sm" w="sm" type="none"/>
                      <a:tailEnd len="sm" w="sm" type="none"/>
                    </a:lnB>
                    <a:solidFill>
                      <a:srgbClr val="F6F9FD"/>
                    </a:solidFill>
                  </a:tcPr>
                </a:tc>
              </a:tr>
              <a:tr h="411475">
                <a:tc>
                  <a:txBody>
                    <a:bodyPr/>
                    <a:lstStyle/>
                    <a:p>
                      <a:pPr indent="0" lvl="0" marL="0" marR="0" rtl="0" algn="ctr">
                        <a:spcBef>
                          <a:spcPts val="0"/>
                        </a:spcBef>
                        <a:spcAft>
                          <a:spcPts val="0"/>
                        </a:spcAft>
                        <a:buClr>
                          <a:srgbClr val="20538B"/>
                        </a:buClr>
                        <a:buSzPts val="1250"/>
                        <a:buFont typeface="Arial"/>
                        <a:buNone/>
                      </a:pPr>
                      <a:r>
                        <a:rPr b="1" lang="en-US" sz="1250" u="none" cap="none" strike="noStrike">
                          <a:solidFill>
                            <a:srgbClr val="20538B"/>
                          </a:solidFill>
                          <a:latin typeface="Arial"/>
                          <a:ea typeface="Arial"/>
                          <a:cs typeface="Arial"/>
                          <a:sym typeface="Arial"/>
                        </a:rPr>
                        <a:t>데이터 변환</a:t>
                      </a:r>
                      <a:endParaRPr sz="1250" u="none" cap="none" strike="noStrike">
                        <a:latin typeface="Arial"/>
                        <a:ea typeface="Arial"/>
                        <a:cs typeface="Arial"/>
                        <a:sym typeface="Arial"/>
                      </a:endParaRPr>
                    </a:p>
                  </a:txBody>
                  <a:tcPr marT="25400" marB="25400" marR="76200" marL="76200" anchor="ctr">
                    <a:lnL cap="flat" cmpd="sng" w="12700">
                      <a:solidFill>
                        <a:srgbClr val="D7E1EF"/>
                      </a:solidFill>
                      <a:prstDash val="solid"/>
                      <a:round/>
                      <a:headEnd len="sm" w="sm" type="none"/>
                      <a:tailEnd len="sm" w="sm" type="none"/>
                    </a:lnL>
                    <a:lnR cap="flat" cmpd="sng" w="12700">
                      <a:solidFill>
                        <a:srgbClr val="D7E1EF"/>
                      </a:solidFill>
                      <a:prstDash val="solid"/>
                      <a:round/>
                      <a:headEnd len="sm" w="sm" type="none"/>
                      <a:tailEnd len="sm" w="sm" type="none"/>
                    </a:lnR>
                    <a:lnT cap="flat" cmpd="sng" w="12700">
                      <a:solidFill>
                        <a:srgbClr val="D7E1EF"/>
                      </a:solidFill>
                      <a:prstDash val="solid"/>
                      <a:round/>
                      <a:headEnd len="sm" w="sm" type="none"/>
                      <a:tailEnd len="sm" w="sm" type="none"/>
                    </a:lnT>
                    <a:lnB cap="flat" cmpd="sng" w="12700">
                      <a:solidFill>
                        <a:srgbClr val="D7E1E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E3F57"/>
                        </a:buClr>
                        <a:buSzPts val="1250"/>
                        <a:buFont typeface="Arial"/>
                        <a:buNone/>
                      </a:pPr>
                      <a:r>
                        <a:rPr lang="en-US" sz="1250" u="none" cap="none" strike="noStrike">
                          <a:solidFill>
                            <a:srgbClr val="2E3F57"/>
                          </a:solidFill>
                          <a:latin typeface="Arial"/>
                          <a:ea typeface="Arial"/>
                          <a:cs typeface="Arial"/>
                          <a:sym typeface="Arial"/>
                        </a:rPr>
                        <a:t>openpyxl</a:t>
                      </a:r>
                      <a:endParaRPr sz="1250" u="none" cap="none" strike="noStrike">
                        <a:latin typeface="Arial"/>
                        <a:ea typeface="Arial"/>
                        <a:cs typeface="Arial"/>
                        <a:sym typeface="Arial"/>
                      </a:endParaRPr>
                    </a:p>
                  </a:txBody>
                  <a:tcPr marT="25400" marB="25400" marR="76200" marL="76200" anchor="ctr">
                    <a:lnL cap="flat" cmpd="sng" w="12700">
                      <a:solidFill>
                        <a:srgbClr val="D7E1EF"/>
                      </a:solidFill>
                      <a:prstDash val="solid"/>
                      <a:round/>
                      <a:headEnd len="sm" w="sm" type="none"/>
                      <a:tailEnd len="sm" w="sm" type="none"/>
                    </a:lnL>
                    <a:lnR cap="flat" cmpd="sng" w="12700">
                      <a:solidFill>
                        <a:srgbClr val="D7E1EF"/>
                      </a:solidFill>
                      <a:prstDash val="solid"/>
                      <a:round/>
                      <a:headEnd len="sm" w="sm" type="none"/>
                      <a:tailEnd len="sm" w="sm" type="none"/>
                    </a:lnR>
                    <a:lnT cap="flat" cmpd="sng" w="12700">
                      <a:solidFill>
                        <a:srgbClr val="D7E1EF"/>
                      </a:solidFill>
                      <a:prstDash val="solid"/>
                      <a:round/>
                      <a:headEnd len="sm" w="sm" type="none"/>
                      <a:tailEnd len="sm" w="sm" type="none"/>
                    </a:lnT>
                    <a:lnB cap="flat" cmpd="sng" w="12700">
                      <a:solidFill>
                        <a:srgbClr val="D7E1E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E3F57"/>
                        </a:buClr>
                        <a:buSzPts val="1250"/>
                        <a:buFont typeface="Arial"/>
                        <a:buNone/>
                      </a:pPr>
                      <a:r>
                        <a:rPr lang="en-US" sz="1250" u="none" cap="none" strike="noStrike">
                          <a:solidFill>
                            <a:srgbClr val="2E3F57"/>
                          </a:solidFill>
                          <a:latin typeface="Arial"/>
                          <a:ea typeface="Arial"/>
                          <a:cs typeface="Arial"/>
                          <a:sym typeface="Arial"/>
                        </a:rPr>
                        <a:t>드롭다운 값 · 필수값 · 중복 검사</a:t>
                      </a:r>
                      <a:endParaRPr sz="1250" u="none" cap="none" strike="noStrike">
                        <a:latin typeface="Arial"/>
                        <a:ea typeface="Arial"/>
                        <a:cs typeface="Arial"/>
                        <a:sym typeface="Arial"/>
                      </a:endParaRPr>
                    </a:p>
                  </a:txBody>
                  <a:tcPr marT="25400" marB="25400" marR="76200" marL="76200" anchor="ctr">
                    <a:lnL cap="flat" cmpd="sng" w="12700">
                      <a:solidFill>
                        <a:srgbClr val="D7E1EF"/>
                      </a:solidFill>
                      <a:prstDash val="solid"/>
                      <a:round/>
                      <a:headEnd len="sm" w="sm" type="none"/>
                      <a:tailEnd len="sm" w="sm" type="none"/>
                    </a:lnL>
                    <a:lnR cap="flat" cmpd="sng" w="12700">
                      <a:solidFill>
                        <a:srgbClr val="D7E1EF"/>
                      </a:solidFill>
                      <a:prstDash val="solid"/>
                      <a:round/>
                      <a:headEnd len="sm" w="sm" type="none"/>
                      <a:tailEnd len="sm" w="sm" type="none"/>
                    </a:lnR>
                    <a:lnT cap="flat" cmpd="sng" w="12700">
                      <a:solidFill>
                        <a:srgbClr val="D7E1EF"/>
                      </a:solidFill>
                      <a:prstDash val="solid"/>
                      <a:round/>
                      <a:headEnd len="sm" w="sm" type="none"/>
                      <a:tailEnd len="sm" w="sm" type="none"/>
                    </a:lnT>
                    <a:lnB cap="flat" cmpd="sng" w="12700">
                      <a:solidFill>
                        <a:srgbClr val="D7E1E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E3F57"/>
                        </a:buClr>
                        <a:buSzPts val="1250"/>
                        <a:buFont typeface="Arial"/>
                        <a:buNone/>
                      </a:pPr>
                      <a:r>
                        <a:rPr lang="en-US" sz="1250" u="none" cap="none" strike="noStrike">
                          <a:solidFill>
                            <a:srgbClr val="2E3F57"/>
                          </a:solidFill>
                          <a:latin typeface="Arial"/>
                          <a:ea typeface="Arial"/>
                          <a:cs typeface="Arial"/>
                          <a:sym typeface="Arial"/>
                        </a:rPr>
                        <a:t>사례 시트 → JSON</a:t>
                      </a:r>
                      <a:endParaRPr sz="1250" u="none" cap="none" strike="noStrike">
                        <a:latin typeface="Arial"/>
                        <a:ea typeface="Arial"/>
                        <a:cs typeface="Arial"/>
                        <a:sym typeface="Arial"/>
                      </a:endParaRPr>
                    </a:p>
                  </a:txBody>
                  <a:tcPr marT="25400" marB="25400" marR="76200" marL="76200" anchor="ctr">
                    <a:lnL cap="flat" cmpd="sng" w="12700">
                      <a:solidFill>
                        <a:srgbClr val="D7E1EF"/>
                      </a:solidFill>
                      <a:prstDash val="solid"/>
                      <a:round/>
                      <a:headEnd len="sm" w="sm" type="none"/>
                      <a:tailEnd len="sm" w="sm" type="none"/>
                    </a:lnL>
                    <a:lnR cap="flat" cmpd="sng" w="12700">
                      <a:solidFill>
                        <a:srgbClr val="D7E1EF"/>
                      </a:solidFill>
                      <a:prstDash val="solid"/>
                      <a:round/>
                      <a:headEnd len="sm" w="sm" type="none"/>
                      <a:tailEnd len="sm" w="sm" type="none"/>
                    </a:lnR>
                    <a:lnT cap="flat" cmpd="sng" w="12700">
                      <a:solidFill>
                        <a:srgbClr val="D7E1EF"/>
                      </a:solidFill>
                      <a:prstDash val="solid"/>
                      <a:round/>
                      <a:headEnd len="sm" w="sm" type="none"/>
                      <a:tailEnd len="sm" w="sm" type="none"/>
                    </a:lnT>
                    <a:lnB cap="flat" cmpd="sng" w="12700">
                      <a:solidFill>
                        <a:srgbClr val="D7E1E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E3F57"/>
                        </a:buClr>
                        <a:buSzPts val="1250"/>
                        <a:buFont typeface="Arial"/>
                        <a:buNone/>
                      </a:pPr>
                      <a:r>
                        <a:rPr i="1" lang="en-US" sz="1250" u="none" cap="none" strike="noStrike">
                          <a:solidFill>
                            <a:srgbClr val="2E3F57"/>
                          </a:solidFill>
                          <a:latin typeface="Arial"/>
                          <a:ea typeface="Arial"/>
                          <a:cs typeface="Arial"/>
                          <a:sym typeface="Arial"/>
                        </a:rPr>
                        <a:t>convert_cases.py</a:t>
                      </a:r>
                      <a:endParaRPr sz="1250" u="none" cap="none" strike="noStrike">
                        <a:latin typeface="Arial"/>
                        <a:ea typeface="Arial"/>
                        <a:cs typeface="Arial"/>
                        <a:sym typeface="Arial"/>
                      </a:endParaRPr>
                    </a:p>
                  </a:txBody>
                  <a:tcPr marT="25400" marB="25400" marR="76200" marL="76200" anchor="ctr">
                    <a:lnL cap="flat" cmpd="sng" w="12700">
                      <a:solidFill>
                        <a:srgbClr val="D7E1EF"/>
                      </a:solidFill>
                      <a:prstDash val="solid"/>
                      <a:round/>
                      <a:headEnd len="sm" w="sm" type="none"/>
                      <a:tailEnd len="sm" w="sm" type="none"/>
                    </a:lnL>
                    <a:lnR cap="flat" cmpd="sng" w="12700">
                      <a:solidFill>
                        <a:srgbClr val="D7E1EF"/>
                      </a:solidFill>
                      <a:prstDash val="solid"/>
                      <a:round/>
                      <a:headEnd len="sm" w="sm" type="none"/>
                      <a:tailEnd len="sm" w="sm" type="none"/>
                    </a:lnR>
                    <a:lnT cap="flat" cmpd="sng" w="12700">
                      <a:solidFill>
                        <a:srgbClr val="D7E1EF"/>
                      </a:solidFill>
                      <a:prstDash val="solid"/>
                      <a:round/>
                      <a:headEnd len="sm" w="sm" type="none"/>
                      <a:tailEnd len="sm" w="sm" type="none"/>
                    </a:lnT>
                    <a:lnB cap="flat" cmpd="sng" w="12700">
                      <a:solidFill>
                        <a:srgbClr val="D7E1EF"/>
                      </a:solidFill>
                      <a:prstDash val="solid"/>
                      <a:round/>
                      <a:headEnd len="sm" w="sm" type="none"/>
                      <a:tailEnd len="sm" w="sm" type="none"/>
                    </a:lnB>
                    <a:solidFill>
                      <a:srgbClr val="FFFFFF"/>
                    </a:solidFill>
                  </a:tcPr>
                </a:tc>
              </a:tr>
              <a:tr h="411475">
                <a:tc>
                  <a:txBody>
                    <a:bodyPr/>
                    <a:lstStyle/>
                    <a:p>
                      <a:pPr indent="0" lvl="0" marL="0" marR="0" rtl="0" algn="ctr">
                        <a:spcBef>
                          <a:spcPts val="0"/>
                        </a:spcBef>
                        <a:spcAft>
                          <a:spcPts val="0"/>
                        </a:spcAft>
                        <a:buClr>
                          <a:srgbClr val="20538B"/>
                        </a:buClr>
                        <a:buSzPts val="1250"/>
                        <a:buFont typeface="Arial"/>
                        <a:buNone/>
                      </a:pPr>
                      <a:r>
                        <a:rPr b="1" lang="en-US" sz="1250" u="none" cap="none" strike="noStrike">
                          <a:solidFill>
                            <a:srgbClr val="20538B"/>
                          </a:solidFill>
                          <a:latin typeface="Arial"/>
                          <a:ea typeface="Arial"/>
                          <a:cs typeface="Arial"/>
                          <a:sym typeface="Arial"/>
                        </a:rPr>
                        <a:t>금액 계산</a:t>
                      </a:r>
                      <a:endParaRPr sz="1250" u="none" cap="none" strike="noStrike">
                        <a:latin typeface="Arial"/>
                        <a:ea typeface="Arial"/>
                        <a:cs typeface="Arial"/>
                        <a:sym typeface="Arial"/>
                      </a:endParaRPr>
                    </a:p>
                  </a:txBody>
                  <a:tcPr marT="25400" marB="25400" marR="76200" marL="76200" anchor="ctr">
                    <a:lnL cap="flat" cmpd="sng" w="12700">
                      <a:solidFill>
                        <a:srgbClr val="D7E1EF"/>
                      </a:solidFill>
                      <a:prstDash val="solid"/>
                      <a:round/>
                      <a:headEnd len="sm" w="sm" type="none"/>
                      <a:tailEnd len="sm" w="sm" type="none"/>
                    </a:lnL>
                    <a:lnR cap="flat" cmpd="sng" w="12700">
                      <a:solidFill>
                        <a:srgbClr val="D7E1EF"/>
                      </a:solidFill>
                      <a:prstDash val="solid"/>
                      <a:round/>
                      <a:headEnd len="sm" w="sm" type="none"/>
                      <a:tailEnd len="sm" w="sm" type="none"/>
                    </a:lnR>
                    <a:lnT cap="flat" cmpd="sng" w="12700">
                      <a:solidFill>
                        <a:srgbClr val="D7E1EF"/>
                      </a:solidFill>
                      <a:prstDash val="solid"/>
                      <a:round/>
                      <a:headEnd len="sm" w="sm" type="none"/>
                      <a:tailEnd len="sm" w="sm" type="none"/>
                    </a:lnT>
                    <a:lnB cap="flat" cmpd="sng" w="12700">
                      <a:solidFill>
                        <a:srgbClr val="D7E1EF"/>
                      </a:solidFill>
                      <a:prstDash val="solid"/>
                      <a:round/>
                      <a:headEnd len="sm" w="sm" type="none"/>
                      <a:tailEnd len="sm" w="sm" type="none"/>
                    </a:lnB>
                    <a:solidFill>
                      <a:srgbClr val="F6F9FD"/>
                    </a:solidFill>
                  </a:tcPr>
                </a:tc>
                <a:tc>
                  <a:txBody>
                    <a:bodyPr/>
                    <a:lstStyle/>
                    <a:p>
                      <a:pPr indent="0" lvl="0" marL="0" marR="0" rtl="0" algn="l">
                        <a:spcBef>
                          <a:spcPts val="0"/>
                        </a:spcBef>
                        <a:spcAft>
                          <a:spcPts val="0"/>
                        </a:spcAft>
                        <a:buClr>
                          <a:srgbClr val="2E3F57"/>
                        </a:buClr>
                        <a:buSzPts val="1250"/>
                        <a:buFont typeface="Arial"/>
                        <a:buNone/>
                      </a:pPr>
                      <a:r>
                        <a:rPr lang="en-US" sz="1250" u="none" cap="none" strike="noStrike">
                          <a:solidFill>
                            <a:srgbClr val="2E3F57"/>
                          </a:solidFill>
                          <a:latin typeface="Arial"/>
                          <a:ea typeface="Arial"/>
                          <a:cs typeface="Arial"/>
                          <a:sym typeface="Arial"/>
                        </a:rPr>
                        <a:t>Python (규칙 기반)</a:t>
                      </a:r>
                      <a:endParaRPr sz="1250" u="none" cap="none" strike="noStrike">
                        <a:latin typeface="Arial"/>
                        <a:ea typeface="Arial"/>
                        <a:cs typeface="Arial"/>
                        <a:sym typeface="Arial"/>
                      </a:endParaRPr>
                    </a:p>
                  </a:txBody>
                  <a:tcPr marT="25400" marB="25400" marR="76200" marL="76200" anchor="ctr">
                    <a:lnL cap="flat" cmpd="sng" w="12700">
                      <a:solidFill>
                        <a:srgbClr val="D7E1EF"/>
                      </a:solidFill>
                      <a:prstDash val="solid"/>
                      <a:round/>
                      <a:headEnd len="sm" w="sm" type="none"/>
                      <a:tailEnd len="sm" w="sm" type="none"/>
                    </a:lnL>
                    <a:lnR cap="flat" cmpd="sng" w="12700">
                      <a:solidFill>
                        <a:srgbClr val="D7E1EF"/>
                      </a:solidFill>
                      <a:prstDash val="solid"/>
                      <a:round/>
                      <a:headEnd len="sm" w="sm" type="none"/>
                      <a:tailEnd len="sm" w="sm" type="none"/>
                    </a:lnR>
                    <a:lnT cap="flat" cmpd="sng" w="12700">
                      <a:solidFill>
                        <a:srgbClr val="D7E1EF"/>
                      </a:solidFill>
                      <a:prstDash val="solid"/>
                      <a:round/>
                      <a:headEnd len="sm" w="sm" type="none"/>
                      <a:tailEnd len="sm" w="sm" type="none"/>
                    </a:lnT>
                    <a:lnB cap="flat" cmpd="sng" w="12700">
                      <a:solidFill>
                        <a:srgbClr val="D7E1EF"/>
                      </a:solidFill>
                      <a:prstDash val="solid"/>
                      <a:round/>
                      <a:headEnd len="sm" w="sm" type="none"/>
                      <a:tailEnd len="sm" w="sm" type="none"/>
                    </a:lnB>
                    <a:solidFill>
                      <a:srgbClr val="F6F9FD"/>
                    </a:solidFill>
                  </a:tcPr>
                </a:tc>
                <a:tc>
                  <a:txBody>
                    <a:bodyPr/>
                    <a:lstStyle/>
                    <a:p>
                      <a:pPr indent="0" lvl="0" marL="0" marR="0" rtl="0" algn="l">
                        <a:spcBef>
                          <a:spcPts val="0"/>
                        </a:spcBef>
                        <a:spcAft>
                          <a:spcPts val="0"/>
                        </a:spcAft>
                        <a:buClr>
                          <a:srgbClr val="2E3F57"/>
                        </a:buClr>
                        <a:buSzPts val="1250"/>
                        <a:buFont typeface="Arial"/>
                        <a:buNone/>
                      </a:pPr>
                      <a:r>
                        <a:rPr lang="en-US" sz="1250" u="none" cap="none" strike="noStrike">
                          <a:solidFill>
                            <a:srgbClr val="2E3F57"/>
                          </a:solidFill>
                          <a:latin typeface="Arial"/>
                          <a:ea typeface="Arial"/>
                          <a:cs typeface="Arial"/>
                          <a:sym typeface="Arial"/>
                        </a:rPr>
                        <a:t>개정 개인정보 보호법 기준 상수</a:t>
                      </a:r>
                      <a:endParaRPr sz="1250" u="none" cap="none" strike="noStrike">
                        <a:latin typeface="Arial"/>
                        <a:ea typeface="Arial"/>
                        <a:cs typeface="Arial"/>
                        <a:sym typeface="Arial"/>
                      </a:endParaRPr>
                    </a:p>
                  </a:txBody>
                  <a:tcPr marT="25400" marB="25400" marR="76200" marL="76200" anchor="ctr">
                    <a:lnL cap="flat" cmpd="sng" w="12700">
                      <a:solidFill>
                        <a:srgbClr val="D7E1EF"/>
                      </a:solidFill>
                      <a:prstDash val="solid"/>
                      <a:round/>
                      <a:headEnd len="sm" w="sm" type="none"/>
                      <a:tailEnd len="sm" w="sm" type="none"/>
                    </a:lnL>
                    <a:lnR cap="flat" cmpd="sng" w="12700">
                      <a:solidFill>
                        <a:srgbClr val="D7E1EF"/>
                      </a:solidFill>
                      <a:prstDash val="solid"/>
                      <a:round/>
                      <a:headEnd len="sm" w="sm" type="none"/>
                      <a:tailEnd len="sm" w="sm" type="none"/>
                    </a:lnR>
                    <a:lnT cap="flat" cmpd="sng" w="12700">
                      <a:solidFill>
                        <a:srgbClr val="D7E1EF"/>
                      </a:solidFill>
                      <a:prstDash val="solid"/>
                      <a:round/>
                      <a:headEnd len="sm" w="sm" type="none"/>
                      <a:tailEnd len="sm" w="sm" type="none"/>
                    </a:lnT>
                    <a:lnB cap="flat" cmpd="sng" w="12700">
                      <a:solidFill>
                        <a:srgbClr val="D7E1EF"/>
                      </a:solidFill>
                      <a:prstDash val="solid"/>
                      <a:round/>
                      <a:headEnd len="sm" w="sm" type="none"/>
                      <a:tailEnd len="sm" w="sm" type="none"/>
                    </a:lnB>
                    <a:solidFill>
                      <a:srgbClr val="F6F9FD"/>
                    </a:solidFill>
                  </a:tcPr>
                </a:tc>
                <a:tc>
                  <a:txBody>
                    <a:bodyPr/>
                    <a:lstStyle/>
                    <a:p>
                      <a:pPr indent="0" lvl="0" marL="0" marR="0" rtl="0" algn="l">
                        <a:spcBef>
                          <a:spcPts val="0"/>
                        </a:spcBef>
                        <a:spcAft>
                          <a:spcPts val="0"/>
                        </a:spcAft>
                        <a:buClr>
                          <a:srgbClr val="2E3F57"/>
                        </a:buClr>
                        <a:buSzPts val="1250"/>
                        <a:buFont typeface="Arial"/>
                        <a:buNone/>
                      </a:pPr>
                      <a:r>
                        <a:rPr lang="en-US" sz="1250" u="none" cap="none" strike="noStrike">
                          <a:solidFill>
                            <a:srgbClr val="2E3F57"/>
                          </a:solidFill>
                          <a:latin typeface="Arial"/>
                          <a:ea typeface="Arial"/>
                          <a:cs typeface="Arial"/>
                          <a:sym typeface="Arial"/>
                        </a:rPr>
                        <a:t>과징금 노출 · 우선순위</a:t>
                      </a:r>
                      <a:endParaRPr sz="1250" u="none" cap="none" strike="noStrike">
                        <a:latin typeface="Arial"/>
                        <a:ea typeface="Arial"/>
                        <a:cs typeface="Arial"/>
                        <a:sym typeface="Arial"/>
                      </a:endParaRPr>
                    </a:p>
                  </a:txBody>
                  <a:tcPr marT="25400" marB="25400" marR="76200" marL="76200" anchor="ctr">
                    <a:lnL cap="flat" cmpd="sng" w="12700">
                      <a:solidFill>
                        <a:srgbClr val="D7E1EF"/>
                      </a:solidFill>
                      <a:prstDash val="solid"/>
                      <a:round/>
                      <a:headEnd len="sm" w="sm" type="none"/>
                      <a:tailEnd len="sm" w="sm" type="none"/>
                    </a:lnL>
                    <a:lnR cap="flat" cmpd="sng" w="12700">
                      <a:solidFill>
                        <a:srgbClr val="D7E1EF"/>
                      </a:solidFill>
                      <a:prstDash val="solid"/>
                      <a:round/>
                      <a:headEnd len="sm" w="sm" type="none"/>
                      <a:tailEnd len="sm" w="sm" type="none"/>
                    </a:lnR>
                    <a:lnT cap="flat" cmpd="sng" w="12700">
                      <a:solidFill>
                        <a:srgbClr val="D7E1EF"/>
                      </a:solidFill>
                      <a:prstDash val="solid"/>
                      <a:round/>
                      <a:headEnd len="sm" w="sm" type="none"/>
                      <a:tailEnd len="sm" w="sm" type="none"/>
                    </a:lnT>
                    <a:lnB cap="flat" cmpd="sng" w="12700">
                      <a:solidFill>
                        <a:srgbClr val="D7E1EF"/>
                      </a:solidFill>
                      <a:prstDash val="solid"/>
                      <a:round/>
                      <a:headEnd len="sm" w="sm" type="none"/>
                      <a:tailEnd len="sm" w="sm" type="none"/>
                    </a:lnB>
                    <a:solidFill>
                      <a:srgbClr val="F6F9FD"/>
                    </a:solidFill>
                  </a:tcPr>
                </a:tc>
                <a:tc>
                  <a:txBody>
                    <a:bodyPr/>
                    <a:lstStyle/>
                    <a:p>
                      <a:pPr indent="0" lvl="0" marL="0" marR="0" rtl="0" algn="l">
                        <a:spcBef>
                          <a:spcPts val="0"/>
                        </a:spcBef>
                        <a:spcAft>
                          <a:spcPts val="0"/>
                        </a:spcAft>
                        <a:buClr>
                          <a:srgbClr val="2E3F57"/>
                        </a:buClr>
                        <a:buSzPts val="1250"/>
                        <a:buFont typeface="Arial"/>
                        <a:buNone/>
                      </a:pPr>
                      <a:r>
                        <a:rPr i="1" lang="en-US" sz="1250" u="none" cap="none" strike="noStrike">
                          <a:solidFill>
                            <a:srgbClr val="2E3F57"/>
                          </a:solidFill>
                          <a:latin typeface="Arial"/>
                          <a:ea typeface="Arial"/>
                          <a:cs typeface="Arial"/>
                          <a:sym typeface="Arial"/>
                        </a:rPr>
                        <a:t>exposure.py</a:t>
                      </a:r>
                      <a:endParaRPr sz="1250" u="none" cap="none" strike="noStrike">
                        <a:latin typeface="Arial"/>
                        <a:ea typeface="Arial"/>
                        <a:cs typeface="Arial"/>
                        <a:sym typeface="Arial"/>
                      </a:endParaRPr>
                    </a:p>
                  </a:txBody>
                  <a:tcPr marT="25400" marB="25400" marR="76200" marL="76200" anchor="ctr">
                    <a:lnL cap="flat" cmpd="sng" w="12700">
                      <a:solidFill>
                        <a:srgbClr val="D7E1EF"/>
                      </a:solidFill>
                      <a:prstDash val="solid"/>
                      <a:round/>
                      <a:headEnd len="sm" w="sm" type="none"/>
                      <a:tailEnd len="sm" w="sm" type="none"/>
                    </a:lnL>
                    <a:lnR cap="flat" cmpd="sng" w="12700">
                      <a:solidFill>
                        <a:srgbClr val="D7E1EF"/>
                      </a:solidFill>
                      <a:prstDash val="solid"/>
                      <a:round/>
                      <a:headEnd len="sm" w="sm" type="none"/>
                      <a:tailEnd len="sm" w="sm" type="none"/>
                    </a:lnR>
                    <a:lnT cap="flat" cmpd="sng" w="12700">
                      <a:solidFill>
                        <a:srgbClr val="D7E1EF"/>
                      </a:solidFill>
                      <a:prstDash val="solid"/>
                      <a:round/>
                      <a:headEnd len="sm" w="sm" type="none"/>
                      <a:tailEnd len="sm" w="sm" type="none"/>
                    </a:lnT>
                    <a:lnB cap="flat" cmpd="sng" w="12700">
                      <a:solidFill>
                        <a:srgbClr val="D7E1EF"/>
                      </a:solidFill>
                      <a:prstDash val="solid"/>
                      <a:round/>
                      <a:headEnd len="sm" w="sm" type="none"/>
                      <a:tailEnd len="sm" w="sm" type="none"/>
                    </a:lnB>
                    <a:solidFill>
                      <a:srgbClr val="F6F9FD"/>
                    </a:solidFill>
                  </a:tcPr>
                </a:tc>
              </a:tr>
            </a:tbl>
          </a:graphicData>
        </a:graphic>
      </p:graphicFrame>
      <p:sp>
        <p:nvSpPr>
          <p:cNvPr id="2438" name="Google Shape;2438;h29ad1a1c935308b6_12_68"/>
          <p:cNvSpPr txBox="1"/>
          <p:nvPr/>
        </p:nvSpPr>
        <p:spPr>
          <a:xfrm>
            <a:off x="1188720" y="5943600"/>
            <a:ext cx="1591056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748A"/>
              </a:buClr>
              <a:buSzPts val="1250"/>
              <a:buFont typeface="Arial"/>
              <a:buNone/>
            </a:pPr>
            <a:r>
              <a:rPr b="0" i="1" lang="en-US" sz="1250" u="none" cap="none" strike="noStrike">
                <a:solidFill>
                  <a:srgbClr val="66748A"/>
                </a:solidFill>
                <a:latin typeface="Arial"/>
                <a:ea typeface="Arial"/>
                <a:cs typeface="Arial"/>
                <a:sym typeface="Arial"/>
              </a:rPr>
              <a:t>LLM은 설정만 바꾸면 Claude로 교체 가능 — 호출 코드는 call_llm() 하나뿐</a:t>
            </a:r>
            <a:endParaRPr b="0" i="0" sz="1250" u="none" cap="none" strike="noStrike">
              <a:solidFill>
                <a:schemeClr val="dk1"/>
              </a:solidFill>
              <a:latin typeface="Calibri"/>
              <a:ea typeface="Calibri"/>
              <a:cs typeface="Calibri"/>
              <a:sym typeface="Calibri"/>
            </a:endParaRPr>
          </a:p>
        </p:txBody>
      </p:sp>
      <p:sp>
        <p:nvSpPr>
          <p:cNvPr id="2439" name="Google Shape;2439;h29ad1a1c935308b6_12_68"/>
          <p:cNvSpPr/>
          <p:nvPr/>
        </p:nvSpPr>
        <p:spPr>
          <a:xfrm>
            <a:off x="1143000" y="6345936"/>
            <a:ext cx="16002000" cy="475488"/>
          </a:xfrm>
          <a:prstGeom prst="rect">
            <a:avLst/>
          </a:prstGeom>
          <a:solidFill>
            <a:srgbClr val="2053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0" name="Google Shape;2440;h29ad1a1c935308b6_12_68"/>
          <p:cNvSpPr txBox="1"/>
          <p:nvPr/>
        </p:nvSpPr>
        <p:spPr>
          <a:xfrm>
            <a:off x="1344168" y="6345936"/>
            <a:ext cx="1563624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700"/>
              <a:buFont typeface="Arial"/>
              <a:buNone/>
            </a:pPr>
            <a:r>
              <a:rPr b="1" i="0" lang="en-US" sz="1700" u="none" cap="none" strike="noStrike">
                <a:solidFill>
                  <a:srgbClr val="FFFFFF"/>
                </a:solidFill>
                <a:latin typeface="Arial"/>
                <a:ea typeface="Arial"/>
                <a:cs typeface="Arial"/>
                <a:sym typeface="Arial"/>
              </a:rPr>
              <a:t>⑤ 데이터 구축</a:t>
            </a:r>
            <a:r>
              <a:rPr b="0" i="0" lang="en-US" sz="1300" u="none" cap="none" strike="noStrike">
                <a:solidFill>
                  <a:srgbClr val="BFD4EC"/>
                </a:solidFill>
                <a:latin typeface="Arial"/>
                <a:ea typeface="Arial"/>
                <a:cs typeface="Arial"/>
                <a:sym typeface="Arial"/>
              </a:rPr>
              <a:t>   보고서가 근거로 쓰는 원본</a:t>
            </a:r>
            <a:endParaRPr b="0" i="0" sz="1700" u="none" cap="none" strike="noStrike">
              <a:solidFill>
                <a:schemeClr val="dk1"/>
              </a:solidFill>
              <a:latin typeface="Calibri"/>
              <a:ea typeface="Calibri"/>
              <a:cs typeface="Calibri"/>
              <a:sym typeface="Calibri"/>
            </a:endParaRPr>
          </a:p>
        </p:txBody>
      </p:sp>
      <p:sp>
        <p:nvSpPr>
          <p:cNvPr id="2441" name="Google Shape;2441;h29ad1a1c935308b6_12_68"/>
          <p:cNvSpPr/>
          <p:nvPr/>
        </p:nvSpPr>
        <p:spPr>
          <a:xfrm>
            <a:off x="1143000" y="6931152"/>
            <a:ext cx="3794760" cy="2505456"/>
          </a:xfrm>
          <a:prstGeom prst="rect">
            <a:avLst/>
          </a:prstGeom>
          <a:solidFill>
            <a:srgbClr val="F3F6FB"/>
          </a:solidFill>
          <a:ln cap="flat" cmpd="sng" w="12700">
            <a:solidFill>
              <a:srgbClr val="D7E1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2" name="Google Shape;2442;h29ad1a1c935308b6_12_68"/>
          <p:cNvSpPr txBox="1"/>
          <p:nvPr/>
        </p:nvSpPr>
        <p:spPr>
          <a:xfrm>
            <a:off x="1325880" y="7040880"/>
            <a:ext cx="342900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0538B"/>
              </a:buClr>
              <a:buSzPts val="1500"/>
              <a:buFont typeface="Arial"/>
              <a:buNone/>
            </a:pPr>
            <a:r>
              <a:rPr b="1" i="0" lang="en-US" sz="1500" u="none" cap="none" strike="noStrike">
                <a:solidFill>
                  <a:srgbClr val="20538B"/>
                </a:solidFill>
                <a:latin typeface="Arial"/>
                <a:ea typeface="Arial"/>
                <a:cs typeface="Arial"/>
                <a:sym typeface="Arial"/>
              </a:rPr>
              <a:t>1. 사례 카드화</a:t>
            </a:r>
            <a:endParaRPr b="0" i="0" sz="1500" u="none" cap="none" strike="noStrike">
              <a:solidFill>
                <a:schemeClr val="dk1"/>
              </a:solidFill>
              <a:latin typeface="Calibri"/>
              <a:ea typeface="Calibri"/>
              <a:cs typeface="Calibri"/>
              <a:sym typeface="Calibri"/>
            </a:endParaRPr>
          </a:p>
        </p:txBody>
      </p:sp>
      <p:sp>
        <p:nvSpPr>
          <p:cNvPr id="2443" name="Google Shape;2443;h29ad1a1c935308b6_12_68"/>
          <p:cNvSpPr txBox="1"/>
          <p:nvPr/>
        </p:nvSpPr>
        <p:spPr>
          <a:xfrm>
            <a:off x="1371600" y="7461504"/>
            <a:ext cx="3337560" cy="1865376"/>
          </a:xfrm>
          <a:prstGeom prst="rect">
            <a:avLst/>
          </a:prstGeom>
          <a:noFill/>
          <a:ln>
            <a:noFill/>
          </a:ln>
        </p:spPr>
        <p:txBody>
          <a:bodyPr anchorCtr="0" anchor="t" bIns="0" lIns="0" spcFirstLastPara="1" rIns="0" wrap="square" tIns="0">
            <a:noAutofit/>
          </a:bodyPr>
          <a:lstStyle/>
          <a:p>
            <a:pPr indent="-342900" lvl="0" marL="342900" marR="0" rtl="0" algn="l">
              <a:lnSpc>
                <a:spcPct val="112000"/>
              </a:lnSpc>
              <a:spcBef>
                <a:spcPts val="0"/>
              </a:spcBef>
              <a:spcAft>
                <a:spcPts val="0"/>
              </a:spcAft>
              <a:buClr>
                <a:srgbClr val="2E3F57"/>
              </a:buClr>
              <a:buSzPts val="1150"/>
              <a:buFont typeface="Arial"/>
              <a:buChar char="•"/>
            </a:pPr>
            <a:r>
              <a:rPr b="0" i="0" lang="en-US" sz="1150" u="none" cap="none" strike="noStrike">
                <a:solidFill>
                  <a:srgbClr val="2E3F57"/>
                </a:solidFill>
                <a:latin typeface="Arial"/>
                <a:ea typeface="Arial"/>
                <a:cs typeface="Arial"/>
                <a:sym typeface="Arial"/>
              </a:rPr>
              <a:t>개인정보위 처분 보도자료 PDF 15건 (2023~2026) 수집</a:t>
            </a:r>
            <a:endParaRPr b="0" i="0" sz="1150" u="none" cap="none" strike="noStrike">
              <a:solidFill>
                <a:schemeClr val="dk1"/>
              </a:solidFill>
              <a:latin typeface="Calibri"/>
              <a:ea typeface="Calibri"/>
              <a:cs typeface="Calibri"/>
              <a:sym typeface="Calibri"/>
            </a:endParaRPr>
          </a:p>
          <a:p>
            <a:pPr indent="-342900" lvl="0" marL="342900" marR="0" rtl="0" algn="l">
              <a:lnSpc>
                <a:spcPct val="112000"/>
              </a:lnSpc>
              <a:spcBef>
                <a:spcPts val="300"/>
              </a:spcBef>
              <a:spcAft>
                <a:spcPts val="0"/>
              </a:spcAft>
              <a:buClr>
                <a:srgbClr val="2E3F57"/>
              </a:buClr>
              <a:buSzPts val="1150"/>
              <a:buFont typeface="Arial"/>
              <a:buChar char="•"/>
            </a:pPr>
            <a:r>
              <a:rPr b="0" i="0" lang="en-US" sz="1150" u="none" cap="none" strike="noStrike">
                <a:solidFill>
                  <a:srgbClr val="2E3F57"/>
                </a:solidFill>
                <a:latin typeface="Arial"/>
                <a:ea typeface="Arial"/>
                <a:cs typeface="Arial"/>
                <a:sym typeface="Arial"/>
              </a:rPr>
              <a:t>엑셀 시트에 처분 사례 카드 30장으로 정리</a:t>
            </a:r>
            <a:endParaRPr b="0" i="0" sz="1150" u="none" cap="none" strike="noStrike">
              <a:solidFill>
                <a:schemeClr val="dk1"/>
              </a:solidFill>
              <a:latin typeface="Calibri"/>
              <a:ea typeface="Calibri"/>
              <a:cs typeface="Calibri"/>
              <a:sym typeface="Calibri"/>
            </a:endParaRPr>
          </a:p>
          <a:p>
            <a:pPr indent="-342900" lvl="0" marL="342900" marR="0" rtl="0" algn="l">
              <a:lnSpc>
                <a:spcPct val="112000"/>
              </a:lnSpc>
              <a:spcBef>
                <a:spcPts val="300"/>
              </a:spcBef>
              <a:spcAft>
                <a:spcPts val="0"/>
              </a:spcAft>
              <a:buClr>
                <a:srgbClr val="2E3F57"/>
              </a:buClr>
              <a:buSzPts val="1150"/>
              <a:buFont typeface="Arial"/>
              <a:buChar char="•"/>
            </a:pPr>
            <a:r>
              <a:rPr b="0" i="0" lang="en-US" sz="1150" u="none" cap="none" strike="noStrike">
                <a:solidFill>
                  <a:srgbClr val="2E3F57"/>
                </a:solidFill>
                <a:latin typeface="Arial"/>
                <a:ea typeface="Arial"/>
                <a:cs typeface="Arial"/>
                <a:sym typeface="Arial"/>
              </a:rPr>
              <a:t>기관·처분일·사실관계·처분 결과·과징금·출처</a:t>
            </a:r>
            <a:endParaRPr b="0" i="0" sz="1150" u="none" cap="none" strike="noStrike">
              <a:solidFill>
                <a:schemeClr val="dk1"/>
              </a:solidFill>
              <a:latin typeface="Calibri"/>
              <a:ea typeface="Calibri"/>
              <a:cs typeface="Calibri"/>
              <a:sym typeface="Calibri"/>
            </a:endParaRPr>
          </a:p>
          <a:p>
            <a:pPr indent="-342900" lvl="0" marL="342900" marR="0" rtl="0" algn="l">
              <a:lnSpc>
                <a:spcPct val="112000"/>
              </a:lnSpc>
              <a:spcBef>
                <a:spcPts val="300"/>
              </a:spcBef>
              <a:spcAft>
                <a:spcPts val="0"/>
              </a:spcAft>
              <a:buClr>
                <a:srgbClr val="2E3F57"/>
              </a:buClr>
              <a:buSzPts val="1150"/>
              <a:buFont typeface="Arial"/>
              <a:buChar char="•"/>
            </a:pPr>
            <a:r>
              <a:rPr b="0" i="0" lang="en-US" sz="1150" u="none" cap="none" strike="noStrike">
                <a:solidFill>
                  <a:srgbClr val="2E3F57"/>
                </a:solidFill>
                <a:latin typeface="Arial"/>
                <a:ea typeface="Arial"/>
                <a:cs typeface="Arial"/>
                <a:sym typeface="Arial"/>
              </a:rPr>
              <a:t>유형·공격 태그·ISMS-P 기준은 드롭다운으로만 선택</a:t>
            </a:r>
            <a:endParaRPr b="0" i="0" sz="1150" u="none" cap="none" strike="noStrike">
              <a:solidFill>
                <a:schemeClr val="dk1"/>
              </a:solidFill>
              <a:latin typeface="Calibri"/>
              <a:ea typeface="Calibri"/>
              <a:cs typeface="Calibri"/>
              <a:sym typeface="Calibri"/>
            </a:endParaRPr>
          </a:p>
        </p:txBody>
      </p:sp>
      <p:sp>
        <p:nvSpPr>
          <p:cNvPr id="2444" name="Google Shape;2444;h29ad1a1c935308b6_12_68"/>
          <p:cNvSpPr/>
          <p:nvPr/>
        </p:nvSpPr>
        <p:spPr>
          <a:xfrm>
            <a:off x="5212080" y="6931152"/>
            <a:ext cx="3794760" cy="2505456"/>
          </a:xfrm>
          <a:prstGeom prst="rect">
            <a:avLst/>
          </a:prstGeom>
          <a:solidFill>
            <a:srgbClr val="F3F6FB"/>
          </a:solidFill>
          <a:ln cap="flat" cmpd="sng" w="12700">
            <a:solidFill>
              <a:srgbClr val="D7E1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5" name="Google Shape;2445;h29ad1a1c935308b6_12_68"/>
          <p:cNvSpPr txBox="1"/>
          <p:nvPr/>
        </p:nvSpPr>
        <p:spPr>
          <a:xfrm>
            <a:off x="5394960" y="7040880"/>
            <a:ext cx="342900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0538B"/>
              </a:buClr>
              <a:buSzPts val="1500"/>
              <a:buFont typeface="Arial"/>
              <a:buNone/>
            </a:pPr>
            <a:r>
              <a:rPr b="1" i="0" lang="en-US" sz="1500" u="none" cap="none" strike="noStrike">
                <a:solidFill>
                  <a:srgbClr val="20538B"/>
                </a:solidFill>
                <a:latin typeface="Arial"/>
                <a:ea typeface="Arial"/>
                <a:cs typeface="Arial"/>
                <a:sym typeface="Arial"/>
              </a:rPr>
              <a:t>2. 검사 · 변환</a:t>
            </a:r>
            <a:endParaRPr b="0" i="0" sz="1500" u="none" cap="none" strike="noStrike">
              <a:solidFill>
                <a:schemeClr val="dk1"/>
              </a:solidFill>
              <a:latin typeface="Calibri"/>
              <a:ea typeface="Calibri"/>
              <a:cs typeface="Calibri"/>
              <a:sym typeface="Calibri"/>
            </a:endParaRPr>
          </a:p>
        </p:txBody>
      </p:sp>
      <p:sp>
        <p:nvSpPr>
          <p:cNvPr id="2446" name="Google Shape;2446;h29ad1a1c935308b6_12_68"/>
          <p:cNvSpPr txBox="1"/>
          <p:nvPr/>
        </p:nvSpPr>
        <p:spPr>
          <a:xfrm>
            <a:off x="5440680" y="7461504"/>
            <a:ext cx="3337560" cy="1865376"/>
          </a:xfrm>
          <a:prstGeom prst="rect">
            <a:avLst/>
          </a:prstGeom>
          <a:noFill/>
          <a:ln>
            <a:noFill/>
          </a:ln>
        </p:spPr>
        <p:txBody>
          <a:bodyPr anchorCtr="0" anchor="t" bIns="0" lIns="0" spcFirstLastPara="1" rIns="0" wrap="square" tIns="0">
            <a:noAutofit/>
          </a:bodyPr>
          <a:lstStyle/>
          <a:p>
            <a:pPr indent="-342900" lvl="0" marL="342900" marR="0" rtl="0" algn="l">
              <a:lnSpc>
                <a:spcPct val="112000"/>
              </a:lnSpc>
              <a:spcBef>
                <a:spcPts val="0"/>
              </a:spcBef>
              <a:spcAft>
                <a:spcPts val="0"/>
              </a:spcAft>
              <a:buClr>
                <a:srgbClr val="2E3F57"/>
              </a:buClr>
              <a:buSzPts val="1150"/>
              <a:buFont typeface="Arial"/>
              <a:buChar char="•"/>
            </a:pPr>
            <a:r>
              <a:rPr b="0" i="0" lang="en-US" sz="1150" u="none" cap="none" strike="noStrike">
                <a:solidFill>
                  <a:srgbClr val="2E3F57"/>
                </a:solidFill>
                <a:latin typeface="Arial"/>
                <a:ea typeface="Arial"/>
                <a:cs typeface="Arial"/>
                <a:sym typeface="Arial"/>
              </a:rPr>
              <a:t>convert_cases.py가 시트를 검사 후 cases.json 생성</a:t>
            </a:r>
            <a:endParaRPr b="0" i="0" sz="1150" u="none" cap="none" strike="noStrike">
              <a:solidFill>
                <a:schemeClr val="dk1"/>
              </a:solidFill>
              <a:latin typeface="Calibri"/>
              <a:ea typeface="Calibri"/>
              <a:cs typeface="Calibri"/>
              <a:sym typeface="Calibri"/>
            </a:endParaRPr>
          </a:p>
          <a:p>
            <a:pPr indent="-342900" lvl="0" marL="342900" marR="0" rtl="0" algn="l">
              <a:lnSpc>
                <a:spcPct val="112000"/>
              </a:lnSpc>
              <a:spcBef>
                <a:spcPts val="300"/>
              </a:spcBef>
              <a:spcAft>
                <a:spcPts val="0"/>
              </a:spcAft>
              <a:buClr>
                <a:srgbClr val="2E3F57"/>
              </a:buClr>
              <a:buSzPts val="1150"/>
              <a:buFont typeface="Arial"/>
              <a:buChar char="•"/>
            </a:pPr>
            <a:r>
              <a:rPr b="0" i="0" lang="en-US" sz="1150" u="none" cap="none" strike="noStrike">
                <a:solidFill>
                  <a:srgbClr val="2E3F57"/>
                </a:solidFill>
                <a:latin typeface="Arial"/>
                <a:ea typeface="Arial"/>
                <a:cs typeface="Arial"/>
                <a:sym typeface="Arial"/>
              </a:rPr>
              <a:t>필수값 · 날짜 형식 · 사례 ID 형식과 중복 확인</a:t>
            </a:r>
            <a:endParaRPr b="0" i="0" sz="1150" u="none" cap="none" strike="noStrike">
              <a:solidFill>
                <a:schemeClr val="dk1"/>
              </a:solidFill>
              <a:latin typeface="Calibri"/>
              <a:ea typeface="Calibri"/>
              <a:cs typeface="Calibri"/>
              <a:sym typeface="Calibri"/>
            </a:endParaRPr>
          </a:p>
          <a:p>
            <a:pPr indent="-342900" lvl="0" marL="342900" marR="0" rtl="0" algn="l">
              <a:lnSpc>
                <a:spcPct val="112000"/>
              </a:lnSpc>
              <a:spcBef>
                <a:spcPts val="300"/>
              </a:spcBef>
              <a:spcAft>
                <a:spcPts val="0"/>
              </a:spcAft>
              <a:buClr>
                <a:srgbClr val="2E3F57"/>
              </a:buClr>
              <a:buSzPts val="1150"/>
              <a:buFont typeface="Arial"/>
              <a:buChar char="•"/>
            </a:pPr>
            <a:r>
              <a:rPr b="0" i="0" lang="en-US" sz="1150" u="none" cap="none" strike="noStrike">
                <a:solidFill>
                  <a:srgbClr val="2E3F57"/>
                </a:solidFill>
                <a:latin typeface="Arial"/>
                <a:ea typeface="Arial"/>
                <a:cs typeface="Arial"/>
                <a:sym typeface="Arial"/>
              </a:rPr>
              <a:t>금액 칸 · 원본 PDF 존재 여부까지 점검</a:t>
            </a:r>
            <a:endParaRPr b="0" i="0" sz="1150" u="none" cap="none" strike="noStrike">
              <a:solidFill>
                <a:schemeClr val="dk1"/>
              </a:solidFill>
              <a:latin typeface="Calibri"/>
              <a:ea typeface="Calibri"/>
              <a:cs typeface="Calibri"/>
              <a:sym typeface="Calibri"/>
            </a:endParaRPr>
          </a:p>
          <a:p>
            <a:pPr indent="-342900" lvl="0" marL="342900" marR="0" rtl="0" algn="l">
              <a:lnSpc>
                <a:spcPct val="112000"/>
              </a:lnSpc>
              <a:spcBef>
                <a:spcPts val="300"/>
              </a:spcBef>
              <a:spcAft>
                <a:spcPts val="0"/>
              </a:spcAft>
              <a:buClr>
                <a:srgbClr val="2E3F57"/>
              </a:buClr>
              <a:buSzPts val="1150"/>
              <a:buFont typeface="Arial"/>
              <a:buChar char="•"/>
            </a:pPr>
            <a:r>
              <a:rPr b="0" i="0" lang="en-US" sz="1150" u="none" cap="none" strike="noStrike">
                <a:solidFill>
                  <a:srgbClr val="2E3F57"/>
                </a:solidFill>
                <a:latin typeface="Arial"/>
                <a:ea typeface="Arial"/>
                <a:cs typeface="Arial"/>
                <a:sym typeface="Arial"/>
              </a:rPr>
              <a:t>오류가 하나라도 있으면 JSON을 만들지 않음</a:t>
            </a:r>
            <a:endParaRPr b="0" i="0" sz="1150" u="none" cap="none" strike="noStrike">
              <a:solidFill>
                <a:schemeClr val="dk1"/>
              </a:solidFill>
              <a:latin typeface="Calibri"/>
              <a:ea typeface="Calibri"/>
              <a:cs typeface="Calibri"/>
              <a:sym typeface="Calibri"/>
            </a:endParaRPr>
          </a:p>
        </p:txBody>
      </p:sp>
      <p:sp>
        <p:nvSpPr>
          <p:cNvPr id="2447" name="Google Shape;2447;h29ad1a1c935308b6_12_68"/>
          <p:cNvSpPr/>
          <p:nvPr/>
        </p:nvSpPr>
        <p:spPr>
          <a:xfrm>
            <a:off x="9281160" y="6931152"/>
            <a:ext cx="3794760" cy="2505456"/>
          </a:xfrm>
          <a:prstGeom prst="rect">
            <a:avLst/>
          </a:prstGeom>
          <a:solidFill>
            <a:srgbClr val="F3F6FB"/>
          </a:solidFill>
          <a:ln cap="flat" cmpd="sng" w="12700">
            <a:solidFill>
              <a:srgbClr val="D7E1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8" name="Google Shape;2448;h29ad1a1c935308b6_12_68"/>
          <p:cNvSpPr txBox="1"/>
          <p:nvPr/>
        </p:nvSpPr>
        <p:spPr>
          <a:xfrm>
            <a:off x="9464040" y="7040880"/>
            <a:ext cx="342900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0538B"/>
              </a:buClr>
              <a:buSzPts val="1500"/>
              <a:buFont typeface="Arial"/>
              <a:buNone/>
            </a:pPr>
            <a:r>
              <a:rPr b="1" i="0" lang="en-US" sz="1500" u="none" cap="none" strike="noStrike">
                <a:solidFill>
                  <a:srgbClr val="20538B"/>
                </a:solidFill>
                <a:latin typeface="Arial"/>
                <a:ea typeface="Arial"/>
                <a:cs typeface="Arial"/>
                <a:sym typeface="Arial"/>
              </a:rPr>
              <a:t>3. 벡터 DB 적재</a:t>
            </a:r>
            <a:endParaRPr b="0" i="0" sz="1500" u="none" cap="none" strike="noStrike">
              <a:solidFill>
                <a:schemeClr val="dk1"/>
              </a:solidFill>
              <a:latin typeface="Calibri"/>
              <a:ea typeface="Calibri"/>
              <a:cs typeface="Calibri"/>
              <a:sym typeface="Calibri"/>
            </a:endParaRPr>
          </a:p>
        </p:txBody>
      </p:sp>
      <p:sp>
        <p:nvSpPr>
          <p:cNvPr id="2449" name="Google Shape;2449;h29ad1a1c935308b6_12_68"/>
          <p:cNvSpPr txBox="1"/>
          <p:nvPr/>
        </p:nvSpPr>
        <p:spPr>
          <a:xfrm>
            <a:off x="9509760" y="7461504"/>
            <a:ext cx="3337560" cy="1865376"/>
          </a:xfrm>
          <a:prstGeom prst="rect">
            <a:avLst/>
          </a:prstGeom>
          <a:noFill/>
          <a:ln>
            <a:noFill/>
          </a:ln>
        </p:spPr>
        <p:txBody>
          <a:bodyPr anchorCtr="0" anchor="t" bIns="0" lIns="0" spcFirstLastPara="1" rIns="0" wrap="square" tIns="0">
            <a:noAutofit/>
          </a:bodyPr>
          <a:lstStyle/>
          <a:p>
            <a:pPr indent="-342900" lvl="0" marL="342900" marR="0" rtl="0" algn="l">
              <a:lnSpc>
                <a:spcPct val="112000"/>
              </a:lnSpc>
              <a:spcBef>
                <a:spcPts val="0"/>
              </a:spcBef>
              <a:spcAft>
                <a:spcPts val="0"/>
              </a:spcAft>
              <a:buClr>
                <a:srgbClr val="2E3F57"/>
              </a:buClr>
              <a:buSzPts val="1150"/>
              <a:buFont typeface="Arial"/>
              <a:buChar char="•"/>
            </a:pPr>
            <a:r>
              <a:rPr b="0" i="0" lang="en-US" sz="1150" u="none" cap="none" strike="noStrike">
                <a:solidFill>
                  <a:srgbClr val="2E3F57"/>
                </a:solidFill>
                <a:latin typeface="Arial"/>
                <a:ea typeface="Arial"/>
                <a:cs typeface="Arial"/>
                <a:sym typeface="Arial"/>
              </a:rPr>
              <a:t>사례가 짧아 청크 분할 없이 카드 1장 = 문서 1개</a:t>
            </a:r>
            <a:endParaRPr b="0" i="0" sz="1150" u="none" cap="none" strike="noStrike">
              <a:solidFill>
                <a:schemeClr val="dk1"/>
              </a:solidFill>
              <a:latin typeface="Calibri"/>
              <a:ea typeface="Calibri"/>
              <a:cs typeface="Calibri"/>
              <a:sym typeface="Calibri"/>
            </a:endParaRPr>
          </a:p>
          <a:p>
            <a:pPr indent="-342900" lvl="0" marL="342900" marR="0" rtl="0" algn="l">
              <a:lnSpc>
                <a:spcPct val="112000"/>
              </a:lnSpc>
              <a:spcBef>
                <a:spcPts val="300"/>
              </a:spcBef>
              <a:spcAft>
                <a:spcPts val="0"/>
              </a:spcAft>
              <a:buClr>
                <a:srgbClr val="2E3F57"/>
              </a:buClr>
              <a:buSzPts val="1150"/>
              <a:buFont typeface="Arial"/>
              <a:buChar char="•"/>
            </a:pPr>
            <a:r>
              <a:rPr b="0" i="0" lang="en-US" sz="1150" u="none" cap="none" strike="noStrike">
                <a:solidFill>
                  <a:srgbClr val="2E3F57"/>
                </a:solidFill>
                <a:latin typeface="Arial"/>
                <a:ea typeface="Arial"/>
                <a:cs typeface="Arial"/>
                <a:sym typeface="Arial"/>
              </a:rPr>
              <a:t>취약점 유형·ISMS-P 기준은 메타데이터 플래그로 저장</a:t>
            </a:r>
            <a:endParaRPr b="0" i="0" sz="1150" u="none" cap="none" strike="noStrike">
              <a:solidFill>
                <a:schemeClr val="dk1"/>
              </a:solidFill>
              <a:latin typeface="Calibri"/>
              <a:ea typeface="Calibri"/>
              <a:cs typeface="Calibri"/>
              <a:sym typeface="Calibri"/>
            </a:endParaRPr>
          </a:p>
          <a:p>
            <a:pPr indent="-342900" lvl="0" marL="342900" marR="0" rtl="0" algn="l">
              <a:lnSpc>
                <a:spcPct val="112000"/>
              </a:lnSpc>
              <a:spcBef>
                <a:spcPts val="300"/>
              </a:spcBef>
              <a:spcAft>
                <a:spcPts val="0"/>
              </a:spcAft>
              <a:buClr>
                <a:srgbClr val="2E3F57"/>
              </a:buClr>
              <a:buSzPts val="1150"/>
              <a:buFont typeface="Arial"/>
              <a:buChar char="•"/>
            </a:pPr>
            <a:r>
              <a:rPr b="0" i="0" lang="en-US" sz="1150" u="none" cap="none" strike="noStrike">
                <a:solidFill>
                  <a:srgbClr val="2E3F57"/>
                </a:solidFill>
                <a:latin typeface="Arial"/>
                <a:ea typeface="Arial"/>
                <a:cs typeface="Arial"/>
                <a:sym typeface="Arial"/>
              </a:rPr>
              <a:t>검색 시 등급별 필터로 사용</a:t>
            </a:r>
            <a:endParaRPr b="0" i="0" sz="1150" u="none" cap="none" strike="noStrike">
              <a:solidFill>
                <a:schemeClr val="dk1"/>
              </a:solidFill>
              <a:latin typeface="Calibri"/>
              <a:ea typeface="Calibri"/>
              <a:cs typeface="Calibri"/>
              <a:sym typeface="Calibri"/>
            </a:endParaRPr>
          </a:p>
          <a:p>
            <a:pPr indent="-342900" lvl="0" marL="342900" marR="0" rtl="0" algn="l">
              <a:lnSpc>
                <a:spcPct val="112000"/>
              </a:lnSpc>
              <a:spcBef>
                <a:spcPts val="300"/>
              </a:spcBef>
              <a:spcAft>
                <a:spcPts val="0"/>
              </a:spcAft>
              <a:buClr>
                <a:srgbClr val="2E3F57"/>
              </a:buClr>
              <a:buSzPts val="1150"/>
              <a:buFont typeface="Arial"/>
              <a:buChar char="•"/>
            </a:pPr>
            <a:r>
              <a:rPr b="0" i="0" lang="en-US" sz="1150" u="none" cap="none" strike="noStrike">
                <a:solidFill>
                  <a:srgbClr val="2E3F57"/>
                </a:solidFill>
                <a:latin typeface="Arial"/>
                <a:ea typeface="Arial"/>
                <a:cs typeface="Arial"/>
                <a:sym typeface="Arial"/>
              </a:rPr>
              <a:t>적재는 매번 새로 — 지운 내용이 남지 않게</a:t>
            </a:r>
            <a:endParaRPr b="0" i="0" sz="1150" u="none" cap="none" strike="noStrike">
              <a:solidFill>
                <a:schemeClr val="dk1"/>
              </a:solidFill>
              <a:latin typeface="Calibri"/>
              <a:ea typeface="Calibri"/>
              <a:cs typeface="Calibri"/>
              <a:sym typeface="Calibri"/>
            </a:endParaRPr>
          </a:p>
        </p:txBody>
      </p:sp>
      <p:sp>
        <p:nvSpPr>
          <p:cNvPr id="2450" name="Google Shape;2450;h29ad1a1c935308b6_12_68"/>
          <p:cNvSpPr/>
          <p:nvPr/>
        </p:nvSpPr>
        <p:spPr>
          <a:xfrm>
            <a:off x="13350240" y="6931152"/>
            <a:ext cx="3794760" cy="2505456"/>
          </a:xfrm>
          <a:prstGeom prst="rect">
            <a:avLst/>
          </a:prstGeom>
          <a:solidFill>
            <a:srgbClr val="F3F6FB"/>
          </a:solidFill>
          <a:ln cap="flat" cmpd="sng" w="12700">
            <a:solidFill>
              <a:srgbClr val="D7E1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1" name="Google Shape;2451;h29ad1a1c935308b6_12_68"/>
          <p:cNvSpPr txBox="1"/>
          <p:nvPr/>
        </p:nvSpPr>
        <p:spPr>
          <a:xfrm>
            <a:off x="13533120" y="7040880"/>
            <a:ext cx="342900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0538B"/>
              </a:buClr>
              <a:buSzPts val="1500"/>
              <a:buFont typeface="Arial"/>
              <a:buNone/>
            </a:pPr>
            <a:r>
              <a:rPr b="1" i="0" lang="en-US" sz="1500" u="none" cap="none" strike="noStrike">
                <a:solidFill>
                  <a:srgbClr val="20538B"/>
                </a:solidFill>
                <a:latin typeface="Arial"/>
                <a:ea typeface="Arial"/>
                <a:cs typeface="Arial"/>
                <a:sym typeface="Arial"/>
              </a:rPr>
              <a:t>4. 항목 카탈로그</a:t>
            </a:r>
            <a:endParaRPr b="0" i="0" sz="1500" u="none" cap="none" strike="noStrike">
              <a:solidFill>
                <a:schemeClr val="dk1"/>
              </a:solidFill>
              <a:latin typeface="Calibri"/>
              <a:ea typeface="Calibri"/>
              <a:cs typeface="Calibri"/>
              <a:sym typeface="Calibri"/>
            </a:endParaRPr>
          </a:p>
        </p:txBody>
      </p:sp>
      <p:sp>
        <p:nvSpPr>
          <p:cNvPr id="2452" name="Google Shape;2452;h29ad1a1c935308b6_12_68"/>
          <p:cNvSpPr txBox="1"/>
          <p:nvPr/>
        </p:nvSpPr>
        <p:spPr>
          <a:xfrm>
            <a:off x="13578840" y="7461504"/>
            <a:ext cx="3337560" cy="1865376"/>
          </a:xfrm>
          <a:prstGeom prst="rect">
            <a:avLst/>
          </a:prstGeom>
          <a:noFill/>
          <a:ln>
            <a:noFill/>
          </a:ln>
        </p:spPr>
        <p:txBody>
          <a:bodyPr anchorCtr="0" anchor="t" bIns="0" lIns="0" spcFirstLastPara="1" rIns="0" wrap="square" tIns="0">
            <a:noAutofit/>
          </a:bodyPr>
          <a:lstStyle/>
          <a:p>
            <a:pPr indent="-342900" lvl="0" marL="342900" marR="0" rtl="0" algn="l">
              <a:lnSpc>
                <a:spcPct val="112000"/>
              </a:lnSpc>
              <a:spcBef>
                <a:spcPts val="0"/>
              </a:spcBef>
              <a:spcAft>
                <a:spcPts val="0"/>
              </a:spcAft>
              <a:buClr>
                <a:srgbClr val="2E3F57"/>
              </a:buClr>
              <a:buSzPts val="1150"/>
              <a:buFont typeface="Arial"/>
              <a:buChar char="•"/>
            </a:pPr>
            <a:r>
              <a:rPr b="0" i="0" lang="en-US" sz="1150" u="none" cap="none" strike="noStrike">
                <a:solidFill>
                  <a:srgbClr val="2E3F57"/>
                </a:solidFill>
                <a:latin typeface="Arial"/>
                <a:ea typeface="Arial"/>
                <a:cs typeface="Arial"/>
                <a:sym typeface="Arial"/>
              </a:rPr>
              <a:t>KISA 2026 상세가이드 웹 21개 항목 원문</a:t>
            </a:r>
            <a:endParaRPr b="0" i="0" sz="1150" u="none" cap="none" strike="noStrike">
              <a:solidFill>
                <a:schemeClr val="dk1"/>
              </a:solidFill>
              <a:latin typeface="Calibri"/>
              <a:ea typeface="Calibri"/>
              <a:cs typeface="Calibri"/>
              <a:sym typeface="Calibri"/>
            </a:endParaRPr>
          </a:p>
          <a:p>
            <a:pPr indent="-342900" lvl="0" marL="342900" marR="0" rtl="0" algn="l">
              <a:lnSpc>
                <a:spcPct val="112000"/>
              </a:lnSpc>
              <a:spcBef>
                <a:spcPts val="300"/>
              </a:spcBef>
              <a:spcAft>
                <a:spcPts val="0"/>
              </a:spcAft>
              <a:buClr>
                <a:srgbClr val="2E3F57"/>
              </a:buClr>
              <a:buSzPts val="1150"/>
              <a:buFont typeface="Arial"/>
              <a:buChar char="•"/>
            </a:pPr>
            <a:r>
              <a:rPr b="0" i="0" lang="en-US" sz="1150" u="none" cap="none" strike="noStrike">
                <a:solidFill>
                  <a:srgbClr val="2E3F57"/>
                </a:solidFill>
                <a:latin typeface="Arial"/>
                <a:ea typeface="Arial"/>
                <a:cs typeface="Arial"/>
                <a:sym typeface="Arial"/>
              </a:rPr>
              <a:t>판단 기준 · 조치 방법을 JSON 카탈로그로 정리</a:t>
            </a:r>
            <a:endParaRPr b="0" i="0" sz="1150" u="none" cap="none" strike="noStrike">
              <a:solidFill>
                <a:schemeClr val="dk1"/>
              </a:solidFill>
              <a:latin typeface="Calibri"/>
              <a:ea typeface="Calibri"/>
              <a:cs typeface="Calibri"/>
              <a:sym typeface="Calibri"/>
            </a:endParaRPr>
          </a:p>
          <a:p>
            <a:pPr indent="-342900" lvl="0" marL="342900" marR="0" rtl="0" algn="l">
              <a:lnSpc>
                <a:spcPct val="112000"/>
              </a:lnSpc>
              <a:spcBef>
                <a:spcPts val="300"/>
              </a:spcBef>
              <a:spcAft>
                <a:spcPts val="0"/>
              </a:spcAft>
              <a:buClr>
                <a:srgbClr val="2E3F57"/>
              </a:buClr>
              <a:buSzPts val="1150"/>
              <a:buFont typeface="Arial"/>
              <a:buChar char="•"/>
            </a:pPr>
            <a:r>
              <a:rPr b="0" i="0" lang="en-US" sz="1150" u="none" cap="none" strike="noStrike">
                <a:solidFill>
                  <a:srgbClr val="2E3F57"/>
                </a:solidFill>
                <a:latin typeface="Arial"/>
                <a:ea typeface="Arial"/>
                <a:cs typeface="Arial"/>
                <a:sym typeface="Arial"/>
              </a:rPr>
              <a:t>실무진용 보고서에 원문 그대로 사용</a:t>
            </a:r>
            <a:endParaRPr b="0" i="0" sz="1150" u="none" cap="none" strike="noStrike">
              <a:solidFill>
                <a:schemeClr val="dk1"/>
              </a:solidFill>
              <a:latin typeface="Calibri"/>
              <a:ea typeface="Calibri"/>
              <a:cs typeface="Calibri"/>
              <a:sym typeface="Calibri"/>
            </a:endParaRPr>
          </a:p>
          <a:p>
            <a:pPr indent="-342900" lvl="0" marL="342900" marR="0" rtl="0" algn="l">
              <a:lnSpc>
                <a:spcPct val="112000"/>
              </a:lnSpc>
              <a:spcBef>
                <a:spcPts val="300"/>
              </a:spcBef>
              <a:spcAft>
                <a:spcPts val="0"/>
              </a:spcAft>
              <a:buClr>
                <a:srgbClr val="2E3F57"/>
              </a:buClr>
              <a:buSzPts val="1150"/>
              <a:buFont typeface="Arial"/>
              <a:buChar char="•"/>
            </a:pPr>
            <a:r>
              <a:rPr b="0" i="0" lang="en-US" sz="1150" u="none" cap="none" strike="noStrike">
                <a:solidFill>
                  <a:srgbClr val="2E3F57"/>
                </a:solidFill>
                <a:latin typeface="Arial"/>
                <a:ea typeface="Arial"/>
                <a:cs typeface="Arial"/>
                <a:sym typeface="Arial"/>
              </a:rPr>
              <a:t>요약·재작성 없이 인용해 출처를 보존</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7" name="Shape 2457"/>
        <p:cNvGrpSpPr/>
        <p:nvPr/>
      </p:nvGrpSpPr>
      <p:grpSpPr>
        <a:xfrm>
          <a:off x="0" y="0"/>
          <a:ext cx="0" cy="0"/>
          <a:chOff x="0" y="0"/>
          <a:chExt cx="0" cy="0"/>
        </a:xfrm>
      </p:grpSpPr>
      <p:sp>
        <p:nvSpPr>
          <p:cNvPr id="2458" name="Google Shape;2458;h29ad1a1c935308b6_12_92"/>
          <p:cNvSpPr txBox="1"/>
          <p:nvPr/>
        </p:nvSpPr>
        <p:spPr>
          <a:xfrm>
            <a:off x="1325880" y="868680"/>
            <a:ext cx="960120" cy="10972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BDDEF"/>
              </a:buClr>
              <a:buSzPts val="4900"/>
              <a:buFont typeface="Arial"/>
              <a:buNone/>
            </a:pPr>
            <a:r>
              <a:rPr b="1" i="0" lang="en-US" sz="4900" u="none" cap="none" strike="noStrike">
                <a:solidFill>
                  <a:srgbClr val="CBDDEF"/>
                </a:solidFill>
                <a:latin typeface="Arial"/>
                <a:ea typeface="Arial"/>
                <a:cs typeface="Arial"/>
                <a:sym typeface="Arial"/>
              </a:rPr>
              <a:t>04</a:t>
            </a:r>
            <a:endParaRPr b="0" i="0" sz="4900" u="none" cap="none" strike="noStrike">
              <a:solidFill>
                <a:schemeClr val="dk1"/>
              </a:solidFill>
              <a:latin typeface="Calibri"/>
              <a:ea typeface="Calibri"/>
              <a:cs typeface="Calibri"/>
              <a:sym typeface="Calibri"/>
            </a:endParaRPr>
          </a:p>
        </p:txBody>
      </p:sp>
      <p:sp>
        <p:nvSpPr>
          <p:cNvPr id="2459" name="Google Shape;2459;h29ad1a1c935308b6_12_92"/>
          <p:cNvSpPr txBox="1"/>
          <p:nvPr/>
        </p:nvSpPr>
        <p:spPr>
          <a:xfrm>
            <a:off x="2331720" y="841248"/>
            <a:ext cx="12984480" cy="11704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0538B"/>
              </a:buClr>
              <a:buSzPts val="5000"/>
              <a:buFont typeface="Arial"/>
              <a:buNone/>
            </a:pPr>
            <a:r>
              <a:rPr b="1" i="0" lang="en-US" sz="5000" u="none" cap="none" strike="noStrike">
                <a:solidFill>
                  <a:srgbClr val="20538B"/>
                </a:solidFill>
                <a:latin typeface="Arial"/>
                <a:ea typeface="Arial"/>
                <a:cs typeface="Arial"/>
                <a:sym typeface="Arial"/>
              </a:rPr>
              <a:t>보고서 생성</a:t>
            </a:r>
            <a:r>
              <a:rPr b="1" i="0" lang="en-US" sz="3100" u="none" cap="none" strike="noStrike">
                <a:solidFill>
                  <a:srgbClr val="5A83B8"/>
                </a:solidFill>
                <a:latin typeface="Arial"/>
                <a:ea typeface="Arial"/>
                <a:cs typeface="Arial"/>
                <a:sym typeface="Arial"/>
              </a:rPr>
              <a:t>  -  생성 흐름과 검증</a:t>
            </a:r>
            <a:endParaRPr b="0" i="0" sz="5000" u="none" cap="none" strike="noStrike">
              <a:solidFill>
                <a:schemeClr val="dk1"/>
              </a:solidFill>
              <a:latin typeface="Calibri"/>
              <a:ea typeface="Calibri"/>
              <a:cs typeface="Calibri"/>
              <a:sym typeface="Calibri"/>
            </a:endParaRPr>
          </a:p>
        </p:txBody>
      </p:sp>
      <p:sp>
        <p:nvSpPr>
          <p:cNvPr id="2460" name="Google Shape;2460;h29ad1a1c935308b6_12_92"/>
          <p:cNvSpPr/>
          <p:nvPr/>
        </p:nvSpPr>
        <p:spPr>
          <a:xfrm>
            <a:off x="1143000" y="2487168"/>
            <a:ext cx="16002000" cy="475488"/>
          </a:xfrm>
          <a:prstGeom prst="rect">
            <a:avLst/>
          </a:prstGeom>
          <a:solidFill>
            <a:srgbClr val="2053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1" name="Google Shape;2461;h29ad1a1c935308b6_12_92"/>
          <p:cNvSpPr txBox="1"/>
          <p:nvPr/>
        </p:nvSpPr>
        <p:spPr>
          <a:xfrm>
            <a:off x="1344168" y="2487168"/>
            <a:ext cx="1563624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700"/>
              <a:buFont typeface="Arial"/>
              <a:buNone/>
            </a:pPr>
            <a:r>
              <a:rPr b="1" i="0" lang="en-US" sz="1700" u="none" cap="none" strike="noStrike">
                <a:solidFill>
                  <a:srgbClr val="FFFFFF"/>
                </a:solidFill>
                <a:latin typeface="Arial"/>
                <a:ea typeface="Arial"/>
                <a:cs typeface="Arial"/>
                <a:sym typeface="Arial"/>
              </a:rPr>
              <a:t>⑥ 보고서 생성 흐름</a:t>
            </a:r>
            <a:r>
              <a:rPr b="0" i="0" lang="en-US" sz="1300" u="none" cap="none" strike="noStrike">
                <a:solidFill>
                  <a:srgbClr val="BFD4EC"/>
                </a:solidFill>
                <a:latin typeface="Arial"/>
                <a:ea typeface="Arial"/>
                <a:cs typeface="Arial"/>
                <a:sym typeface="Arial"/>
              </a:rPr>
              <a:t>   코드 → LLM 1회 → 검증 → PDF 2종</a:t>
            </a:r>
            <a:endParaRPr b="0" i="0" sz="1700" u="none" cap="none" strike="noStrike">
              <a:solidFill>
                <a:schemeClr val="dk1"/>
              </a:solidFill>
              <a:latin typeface="Calibri"/>
              <a:ea typeface="Calibri"/>
              <a:cs typeface="Calibri"/>
              <a:sym typeface="Calibri"/>
            </a:endParaRPr>
          </a:p>
        </p:txBody>
      </p:sp>
      <p:sp>
        <p:nvSpPr>
          <p:cNvPr id="2462" name="Google Shape;2462;h29ad1a1c935308b6_12_92"/>
          <p:cNvSpPr/>
          <p:nvPr/>
        </p:nvSpPr>
        <p:spPr>
          <a:xfrm>
            <a:off x="1143000" y="3145536"/>
            <a:ext cx="3794760" cy="1920240"/>
          </a:xfrm>
          <a:prstGeom prst="rect">
            <a:avLst/>
          </a:prstGeom>
          <a:solidFill>
            <a:srgbClr val="F3F6FB"/>
          </a:solidFill>
          <a:ln cap="flat" cmpd="sng" w="12700">
            <a:solidFill>
              <a:srgbClr val="D7E1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3" name="Google Shape;2463;h29ad1a1c935308b6_12_92"/>
          <p:cNvSpPr/>
          <p:nvPr/>
        </p:nvSpPr>
        <p:spPr>
          <a:xfrm>
            <a:off x="1143000" y="3145536"/>
            <a:ext cx="3794760" cy="329184"/>
          </a:xfrm>
          <a:prstGeom prst="rect">
            <a:avLst/>
          </a:prstGeom>
          <a:solidFill>
            <a:srgbClr val="2053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4" name="Google Shape;2464;h29ad1a1c935308b6_12_92"/>
          <p:cNvSpPr txBox="1"/>
          <p:nvPr/>
        </p:nvSpPr>
        <p:spPr>
          <a:xfrm>
            <a:off x="1307592" y="3145536"/>
            <a:ext cx="3465576"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50"/>
              <a:buFont typeface="Arial"/>
              <a:buNone/>
            </a:pPr>
            <a:r>
              <a:rPr b="1" i="0" lang="en-US" spc="100" sz="1150" u="none" cap="none" strike="noStrike">
                <a:solidFill>
                  <a:srgbClr val="FFFFFF"/>
                </a:solidFill>
                <a:latin typeface="Arial"/>
                <a:ea typeface="Arial"/>
                <a:cs typeface="Arial"/>
                <a:sym typeface="Arial"/>
              </a:rPr>
              <a:t>STEP 01</a:t>
            </a:r>
            <a:endParaRPr b="0" i="0" sz="1150" u="none" cap="none" strike="noStrike">
              <a:solidFill>
                <a:schemeClr val="dk1"/>
              </a:solidFill>
              <a:latin typeface="Calibri"/>
              <a:ea typeface="Calibri"/>
              <a:cs typeface="Calibri"/>
              <a:sym typeface="Calibri"/>
            </a:endParaRPr>
          </a:p>
        </p:txBody>
      </p:sp>
      <p:sp>
        <p:nvSpPr>
          <p:cNvPr id="2465" name="Google Shape;2465;h29ad1a1c935308b6_12_92"/>
          <p:cNvSpPr txBox="1"/>
          <p:nvPr/>
        </p:nvSpPr>
        <p:spPr>
          <a:xfrm>
            <a:off x="1307592" y="3529584"/>
            <a:ext cx="3465576"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0538B"/>
              </a:buClr>
              <a:buSzPts val="1550"/>
              <a:buFont typeface="Arial"/>
              <a:buNone/>
            </a:pPr>
            <a:r>
              <a:rPr b="1" i="0" lang="en-US" sz="1550" u="none" cap="none" strike="noStrike">
                <a:solidFill>
                  <a:srgbClr val="20538B"/>
                </a:solidFill>
                <a:latin typeface="Arial"/>
                <a:ea typeface="Arial"/>
                <a:cs typeface="Arial"/>
                <a:sym typeface="Arial"/>
              </a:rPr>
              <a:t>코드가 판정</a:t>
            </a:r>
            <a:endParaRPr b="0" i="0" sz="1550" u="none" cap="none" strike="noStrike">
              <a:solidFill>
                <a:schemeClr val="dk1"/>
              </a:solidFill>
              <a:latin typeface="Calibri"/>
              <a:ea typeface="Calibri"/>
              <a:cs typeface="Calibri"/>
              <a:sym typeface="Calibri"/>
            </a:endParaRPr>
          </a:p>
        </p:txBody>
      </p:sp>
      <p:sp>
        <p:nvSpPr>
          <p:cNvPr id="2466" name="Google Shape;2466;h29ad1a1c935308b6_12_92"/>
          <p:cNvSpPr txBox="1"/>
          <p:nvPr/>
        </p:nvSpPr>
        <p:spPr>
          <a:xfrm>
            <a:off x="1307592" y="3913632"/>
            <a:ext cx="3465576" cy="105156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2E3F57"/>
              </a:buClr>
              <a:buSzPts val="1200"/>
              <a:buFont typeface="Arial"/>
              <a:buNone/>
            </a:pPr>
            <a:r>
              <a:rPr b="0" i="0" lang="en-US" sz="1200" u="none" cap="none" strike="noStrike">
                <a:solidFill>
                  <a:srgbClr val="2E3F57"/>
                </a:solidFill>
                <a:latin typeface="Arial"/>
                <a:ea typeface="Arial"/>
                <a:cs typeface="Arial"/>
                <a:sym typeface="Arial"/>
              </a:rPr>
              <a:t>ISMS-P 매핑 모듈 출력 JSON을 받아 취약 항목 통계 · 전체 위험 수준 · 유사 사례 검색 · 과징금 노출액을 전부 코드로 계산합니다. 개인정보 처리 자산에 '상' 취약점이 있으면 위험 수준은 '심각'.</a:t>
            </a:r>
            <a:endParaRPr b="0" i="0" sz="1200" u="none" cap="none" strike="noStrike">
              <a:solidFill>
                <a:schemeClr val="dk1"/>
              </a:solidFill>
              <a:latin typeface="Calibri"/>
              <a:ea typeface="Calibri"/>
              <a:cs typeface="Calibri"/>
              <a:sym typeface="Calibri"/>
            </a:endParaRPr>
          </a:p>
        </p:txBody>
      </p:sp>
      <p:sp>
        <p:nvSpPr>
          <p:cNvPr id="2467" name="Google Shape;2467;h29ad1a1c935308b6_12_92"/>
          <p:cNvSpPr txBox="1"/>
          <p:nvPr/>
        </p:nvSpPr>
        <p:spPr>
          <a:xfrm>
            <a:off x="4919472" y="3840480"/>
            <a:ext cx="310896"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B6DA"/>
              </a:buClr>
              <a:buSzPts val="1300"/>
              <a:buFont typeface="Arial"/>
              <a:buNone/>
            </a:pPr>
            <a:r>
              <a:rPr b="1" i="0" lang="en-US" sz="1300" u="none" cap="none" strike="noStrike">
                <a:solidFill>
                  <a:srgbClr val="94B6DA"/>
                </a:solidFill>
                <a:latin typeface="Arial"/>
                <a:ea typeface="Arial"/>
                <a:cs typeface="Arial"/>
                <a:sym typeface="Arial"/>
              </a:rPr>
              <a:t>▶</a:t>
            </a:r>
            <a:endParaRPr b="0" i="0" sz="1300" u="none" cap="none" strike="noStrike">
              <a:solidFill>
                <a:schemeClr val="dk1"/>
              </a:solidFill>
              <a:latin typeface="Calibri"/>
              <a:ea typeface="Calibri"/>
              <a:cs typeface="Calibri"/>
              <a:sym typeface="Calibri"/>
            </a:endParaRPr>
          </a:p>
        </p:txBody>
      </p:sp>
      <p:sp>
        <p:nvSpPr>
          <p:cNvPr id="2468" name="Google Shape;2468;h29ad1a1c935308b6_12_92"/>
          <p:cNvSpPr/>
          <p:nvPr/>
        </p:nvSpPr>
        <p:spPr>
          <a:xfrm>
            <a:off x="5212080" y="3145536"/>
            <a:ext cx="3794760" cy="1920240"/>
          </a:xfrm>
          <a:prstGeom prst="rect">
            <a:avLst/>
          </a:prstGeom>
          <a:solidFill>
            <a:srgbClr val="F3F6FB"/>
          </a:solidFill>
          <a:ln cap="flat" cmpd="sng" w="12700">
            <a:solidFill>
              <a:srgbClr val="D7E1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9" name="Google Shape;2469;h29ad1a1c935308b6_12_92"/>
          <p:cNvSpPr/>
          <p:nvPr/>
        </p:nvSpPr>
        <p:spPr>
          <a:xfrm>
            <a:off x="5212080" y="3145536"/>
            <a:ext cx="3794760" cy="329184"/>
          </a:xfrm>
          <a:prstGeom prst="rect">
            <a:avLst/>
          </a:prstGeom>
          <a:solidFill>
            <a:srgbClr val="2053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0" name="Google Shape;2470;h29ad1a1c935308b6_12_92"/>
          <p:cNvSpPr txBox="1"/>
          <p:nvPr/>
        </p:nvSpPr>
        <p:spPr>
          <a:xfrm>
            <a:off x="5376672" y="3145536"/>
            <a:ext cx="3465576"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50"/>
              <a:buFont typeface="Arial"/>
              <a:buNone/>
            </a:pPr>
            <a:r>
              <a:rPr b="1" i="0" lang="en-US" spc="100" sz="1150" u="none" cap="none" strike="noStrike">
                <a:solidFill>
                  <a:srgbClr val="FFFFFF"/>
                </a:solidFill>
                <a:latin typeface="Arial"/>
                <a:ea typeface="Arial"/>
                <a:cs typeface="Arial"/>
                <a:sym typeface="Arial"/>
              </a:rPr>
              <a:t>STEP 02</a:t>
            </a:r>
            <a:endParaRPr b="0" i="0" sz="1150" u="none" cap="none" strike="noStrike">
              <a:solidFill>
                <a:schemeClr val="dk1"/>
              </a:solidFill>
              <a:latin typeface="Calibri"/>
              <a:ea typeface="Calibri"/>
              <a:cs typeface="Calibri"/>
              <a:sym typeface="Calibri"/>
            </a:endParaRPr>
          </a:p>
        </p:txBody>
      </p:sp>
      <p:sp>
        <p:nvSpPr>
          <p:cNvPr id="2471" name="Google Shape;2471;h29ad1a1c935308b6_12_92"/>
          <p:cNvSpPr txBox="1"/>
          <p:nvPr/>
        </p:nvSpPr>
        <p:spPr>
          <a:xfrm>
            <a:off x="5376672" y="3529584"/>
            <a:ext cx="3465576"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0538B"/>
              </a:buClr>
              <a:buSzPts val="1550"/>
              <a:buFont typeface="Arial"/>
              <a:buNone/>
            </a:pPr>
            <a:r>
              <a:rPr b="1" i="0" lang="en-US" sz="1550" u="none" cap="none" strike="noStrike">
                <a:solidFill>
                  <a:srgbClr val="20538B"/>
                </a:solidFill>
                <a:latin typeface="Arial"/>
                <a:ea typeface="Arial"/>
                <a:cs typeface="Arial"/>
                <a:sym typeface="Arial"/>
              </a:rPr>
              <a:t>LLM 1회 호출</a:t>
            </a:r>
            <a:endParaRPr b="0" i="0" sz="1550" u="none" cap="none" strike="noStrike">
              <a:solidFill>
                <a:schemeClr val="dk1"/>
              </a:solidFill>
              <a:latin typeface="Calibri"/>
              <a:ea typeface="Calibri"/>
              <a:cs typeface="Calibri"/>
              <a:sym typeface="Calibri"/>
            </a:endParaRPr>
          </a:p>
        </p:txBody>
      </p:sp>
      <p:sp>
        <p:nvSpPr>
          <p:cNvPr id="2472" name="Google Shape;2472;h29ad1a1c935308b6_12_92"/>
          <p:cNvSpPr txBox="1"/>
          <p:nvPr/>
        </p:nvSpPr>
        <p:spPr>
          <a:xfrm>
            <a:off x="5376672" y="3913632"/>
            <a:ext cx="3465576" cy="105156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2E3F57"/>
              </a:buClr>
              <a:buSzPts val="1200"/>
              <a:buFont typeface="Arial"/>
              <a:buNone/>
            </a:pPr>
            <a:r>
              <a:rPr b="0" i="0" lang="en-US" sz="1200" u="none" cap="none" strike="noStrike">
                <a:solidFill>
                  <a:srgbClr val="2E3F57"/>
                </a:solidFill>
                <a:latin typeface="Arial"/>
                <a:ea typeface="Arial"/>
                <a:cs typeface="Arial"/>
                <a:sym typeface="Arial"/>
              </a:rPr>
              <a:t>판정이 끝난 사실만 넘겨 경영진용 한 줄 결론 · 핵심 위험 · 조치 로드맵 같은 문장만 쓰게 합니다. 금액은 넘기지 않습니다.</a:t>
            </a:r>
            <a:endParaRPr b="0" i="0" sz="1200" u="none" cap="none" strike="noStrike">
              <a:solidFill>
                <a:schemeClr val="dk1"/>
              </a:solidFill>
              <a:latin typeface="Calibri"/>
              <a:ea typeface="Calibri"/>
              <a:cs typeface="Calibri"/>
              <a:sym typeface="Calibri"/>
            </a:endParaRPr>
          </a:p>
        </p:txBody>
      </p:sp>
      <p:sp>
        <p:nvSpPr>
          <p:cNvPr id="2473" name="Google Shape;2473;h29ad1a1c935308b6_12_92"/>
          <p:cNvSpPr txBox="1"/>
          <p:nvPr/>
        </p:nvSpPr>
        <p:spPr>
          <a:xfrm>
            <a:off x="8988552" y="3840480"/>
            <a:ext cx="310896"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B6DA"/>
              </a:buClr>
              <a:buSzPts val="1300"/>
              <a:buFont typeface="Arial"/>
              <a:buNone/>
            </a:pPr>
            <a:r>
              <a:rPr b="1" i="0" lang="en-US" sz="1300" u="none" cap="none" strike="noStrike">
                <a:solidFill>
                  <a:srgbClr val="94B6DA"/>
                </a:solidFill>
                <a:latin typeface="Arial"/>
                <a:ea typeface="Arial"/>
                <a:cs typeface="Arial"/>
                <a:sym typeface="Arial"/>
              </a:rPr>
              <a:t>▶</a:t>
            </a:r>
            <a:endParaRPr b="0" i="0" sz="1300" u="none" cap="none" strike="noStrike">
              <a:solidFill>
                <a:schemeClr val="dk1"/>
              </a:solidFill>
              <a:latin typeface="Calibri"/>
              <a:ea typeface="Calibri"/>
              <a:cs typeface="Calibri"/>
              <a:sym typeface="Calibri"/>
            </a:endParaRPr>
          </a:p>
        </p:txBody>
      </p:sp>
      <p:sp>
        <p:nvSpPr>
          <p:cNvPr id="2474" name="Google Shape;2474;h29ad1a1c935308b6_12_92"/>
          <p:cNvSpPr/>
          <p:nvPr/>
        </p:nvSpPr>
        <p:spPr>
          <a:xfrm>
            <a:off x="9281160" y="3145536"/>
            <a:ext cx="3794760" cy="1920240"/>
          </a:xfrm>
          <a:prstGeom prst="rect">
            <a:avLst/>
          </a:prstGeom>
          <a:solidFill>
            <a:srgbClr val="F3F6FB"/>
          </a:solidFill>
          <a:ln cap="flat" cmpd="sng" w="12700">
            <a:solidFill>
              <a:srgbClr val="D7E1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5" name="Google Shape;2475;h29ad1a1c935308b6_12_92"/>
          <p:cNvSpPr/>
          <p:nvPr/>
        </p:nvSpPr>
        <p:spPr>
          <a:xfrm>
            <a:off x="9281160" y="3145536"/>
            <a:ext cx="3794760" cy="329184"/>
          </a:xfrm>
          <a:prstGeom prst="rect">
            <a:avLst/>
          </a:prstGeom>
          <a:solidFill>
            <a:srgbClr val="2053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6" name="Google Shape;2476;h29ad1a1c935308b6_12_92"/>
          <p:cNvSpPr txBox="1"/>
          <p:nvPr/>
        </p:nvSpPr>
        <p:spPr>
          <a:xfrm>
            <a:off x="9445752" y="3145536"/>
            <a:ext cx="3465576"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50"/>
              <a:buFont typeface="Arial"/>
              <a:buNone/>
            </a:pPr>
            <a:r>
              <a:rPr b="1" i="0" lang="en-US" spc="100" sz="1150" u="none" cap="none" strike="noStrike">
                <a:solidFill>
                  <a:srgbClr val="FFFFFF"/>
                </a:solidFill>
                <a:latin typeface="Arial"/>
                <a:ea typeface="Arial"/>
                <a:cs typeface="Arial"/>
                <a:sym typeface="Arial"/>
              </a:rPr>
              <a:t>STEP 03</a:t>
            </a:r>
            <a:endParaRPr b="0" i="0" sz="1150" u="none" cap="none" strike="noStrike">
              <a:solidFill>
                <a:schemeClr val="dk1"/>
              </a:solidFill>
              <a:latin typeface="Calibri"/>
              <a:ea typeface="Calibri"/>
              <a:cs typeface="Calibri"/>
              <a:sym typeface="Calibri"/>
            </a:endParaRPr>
          </a:p>
        </p:txBody>
      </p:sp>
      <p:sp>
        <p:nvSpPr>
          <p:cNvPr id="2477" name="Google Shape;2477;h29ad1a1c935308b6_12_92"/>
          <p:cNvSpPr txBox="1"/>
          <p:nvPr/>
        </p:nvSpPr>
        <p:spPr>
          <a:xfrm>
            <a:off x="9445752" y="3529584"/>
            <a:ext cx="3465576"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0538B"/>
              </a:buClr>
              <a:buSzPts val="1550"/>
              <a:buFont typeface="Arial"/>
              <a:buNone/>
            </a:pPr>
            <a:r>
              <a:rPr b="1" i="0" lang="en-US" sz="1550" u="none" cap="none" strike="noStrike">
                <a:solidFill>
                  <a:srgbClr val="20538B"/>
                </a:solidFill>
                <a:latin typeface="Arial"/>
                <a:ea typeface="Arial"/>
                <a:cs typeface="Arial"/>
                <a:sym typeface="Arial"/>
              </a:rPr>
              <a:t>검증</a:t>
            </a:r>
            <a:endParaRPr b="0" i="0" sz="1550" u="none" cap="none" strike="noStrike">
              <a:solidFill>
                <a:schemeClr val="dk1"/>
              </a:solidFill>
              <a:latin typeface="Calibri"/>
              <a:ea typeface="Calibri"/>
              <a:cs typeface="Calibri"/>
              <a:sym typeface="Calibri"/>
            </a:endParaRPr>
          </a:p>
        </p:txBody>
      </p:sp>
      <p:sp>
        <p:nvSpPr>
          <p:cNvPr id="2478" name="Google Shape;2478;h29ad1a1c935308b6_12_92"/>
          <p:cNvSpPr txBox="1"/>
          <p:nvPr/>
        </p:nvSpPr>
        <p:spPr>
          <a:xfrm>
            <a:off x="9445752" y="3913632"/>
            <a:ext cx="3465576" cy="105156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2E3F57"/>
              </a:buClr>
              <a:buSzPts val="1200"/>
              <a:buFont typeface="Arial"/>
              <a:buNone/>
            </a:pPr>
            <a:r>
              <a:rPr b="0" i="0" lang="en-US" sz="1200" u="none" cap="none" strike="noStrike">
                <a:solidFill>
                  <a:srgbClr val="2E3F57"/>
                </a:solidFill>
                <a:latin typeface="Arial"/>
                <a:ea typeface="Arial"/>
                <a:cs typeface="Arial"/>
                <a:sym typeface="Arial"/>
              </a:rPr>
              <a:t>LLM이 쓴 취약점 · 법령 · 사례 ID를 실제 데이터와 대조해 없는 ID는 지우고, 로드맵에서 빠진 취약점은 코드가 채웁니다.</a:t>
            </a:r>
            <a:endParaRPr b="0" i="0" sz="1200" u="none" cap="none" strike="noStrike">
              <a:solidFill>
                <a:schemeClr val="dk1"/>
              </a:solidFill>
              <a:latin typeface="Calibri"/>
              <a:ea typeface="Calibri"/>
              <a:cs typeface="Calibri"/>
              <a:sym typeface="Calibri"/>
            </a:endParaRPr>
          </a:p>
        </p:txBody>
      </p:sp>
      <p:sp>
        <p:nvSpPr>
          <p:cNvPr id="2479" name="Google Shape;2479;h29ad1a1c935308b6_12_92"/>
          <p:cNvSpPr txBox="1"/>
          <p:nvPr/>
        </p:nvSpPr>
        <p:spPr>
          <a:xfrm>
            <a:off x="13057632" y="3840480"/>
            <a:ext cx="310896"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B6DA"/>
              </a:buClr>
              <a:buSzPts val="1300"/>
              <a:buFont typeface="Arial"/>
              <a:buNone/>
            </a:pPr>
            <a:r>
              <a:rPr b="1" i="0" lang="en-US" sz="1300" u="none" cap="none" strike="noStrike">
                <a:solidFill>
                  <a:srgbClr val="94B6DA"/>
                </a:solidFill>
                <a:latin typeface="Arial"/>
                <a:ea typeface="Arial"/>
                <a:cs typeface="Arial"/>
                <a:sym typeface="Arial"/>
              </a:rPr>
              <a:t>▶</a:t>
            </a:r>
            <a:endParaRPr b="0" i="0" sz="1300" u="none" cap="none" strike="noStrike">
              <a:solidFill>
                <a:schemeClr val="dk1"/>
              </a:solidFill>
              <a:latin typeface="Calibri"/>
              <a:ea typeface="Calibri"/>
              <a:cs typeface="Calibri"/>
              <a:sym typeface="Calibri"/>
            </a:endParaRPr>
          </a:p>
        </p:txBody>
      </p:sp>
      <p:sp>
        <p:nvSpPr>
          <p:cNvPr id="2480" name="Google Shape;2480;h29ad1a1c935308b6_12_92"/>
          <p:cNvSpPr/>
          <p:nvPr/>
        </p:nvSpPr>
        <p:spPr>
          <a:xfrm>
            <a:off x="13350240" y="3145536"/>
            <a:ext cx="3794760" cy="1920240"/>
          </a:xfrm>
          <a:prstGeom prst="rect">
            <a:avLst/>
          </a:prstGeom>
          <a:solidFill>
            <a:srgbClr val="F3F6FB"/>
          </a:solidFill>
          <a:ln cap="flat" cmpd="sng" w="12700">
            <a:solidFill>
              <a:srgbClr val="D7E1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1" name="Google Shape;2481;h29ad1a1c935308b6_12_92"/>
          <p:cNvSpPr/>
          <p:nvPr/>
        </p:nvSpPr>
        <p:spPr>
          <a:xfrm>
            <a:off x="13350240" y="3145536"/>
            <a:ext cx="3794760" cy="329184"/>
          </a:xfrm>
          <a:prstGeom prst="rect">
            <a:avLst/>
          </a:prstGeom>
          <a:solidFill>
            <a:srgbClr val="2053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2" name="Google Shape;2482;h29ad1a1c935308b6_12_92"/>
          <p:cNvSpPr txBox="1"/>
          <p:nvPr/>
        </p:nvSpPr>
        <p:spPr>
          <a:xfrm>
            <a:off x="13514832" y="3145536"/>
            <a:ext cx="3465576"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50"/>
              <a:buFont typeface="Arial"/>
              <a:buNone/>
            </a:pPr>
            <a:r>
              <a:rPr b="1" i="0" lang="en-US" spc="100" sz="1150" u="none" cap="none" strike="noStrike">
                <a:solidFill>
                  <a:srgbClr val="FFFFFF"/>
                </a:solidFill>
                <a:latin typeface="Arial"/>
                <a:ea typeface="Arial"/>
                <a:cs typeface="Arial"/>
                <a:sym typeface="Arial"/>
              </a:rPr>
              <a:t>STEP 04</a:t>
            </a:r>
            <a:endParaRPr b="0" i="0" sz="1150" u="none" cap="none" strike="noStrike">
              <a:solidFill>
                <a:schemeClr val="dk1"/>
              </a:solidFill>
              <a:latin typeface="Calibri"/>
              <a:ea typeface="Calibri"/>
              <a:cs typeface="Calibri"/>
              <a:sym typeface="Calibri"/>
            </a:endParaRPr>
          </a:p>
        </p:txBody>
      </p:sp>
      <p:sp>
        <p:nvSpPr>
          <p:cNvPr id="2483" name="Google Shape;2483;h29ad1a1c935308b6_12_92"/>
          <p:cNvSpPr txBox="1"/>
          <p:nvPr/>
        </p:nvSpPr>
        <p:spPr>
          <a:xfrm>
            <a:off x="13514832" y="3529584"/>
            <a:ext cx="3465576"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0538B"/>
              </a:buClr>
              <a:buSzPts val="1550"/>
              <a:buFont typeface="Arial"/>
              <a:buNone/>
            </a:pPr>
            <a:r>
              <a:rPr b="1" i="0" lang="en-US" sz="1550" u="none" cap="none" strike="noStrike">
                <a:solidFill>
                  <a:srgbClr val="20538B"/>
                </a:solidFill>
                <a:latin typeface="Arial"/>
                <a:ea typeface="Arial"/>
                <a:cs typeface="Arial"/>
                <a:sym typeface="Arial"/>
              </a:rPr>
              <a:t>PDF 2종 생성</a:t>
            </a:r>
            <a:endParaRPr b="0" i="0" sz="1550" u="none" cap="none" strike="noStrike">
              <a:solidFill>
                <a:schemeClr val="dk1"/>
              </a:solidFill>
              <a:latin typeface="Calibri"/>
              <a:ea typeface="Calibri"/>
              <a:cs typeface="Calibri"/>
              <a:sym typeface="Calibri"/>
            </a:endParaRPr>
          </a:p>
        </p:txBody>
      </p:sp>
      <p:sp>
        <p:nvSpPr>
          <p:cNvPr id="2484" name="Google Shape;2484;h29ad1a1c935308b6_12_92"/>
          <p:cNvSpPr txBox="1"/>
          <p:nvPr/>
        </p:nvSpPr>
        <p:spPr>
          <a:xfrm>
            <a:off x="13514832" y="3913632"/>
            <a:ext cx="3465576" cy="105156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2E3F57"/>
              </a:buClr>
              <a:buSzPts val="1200"/>
              <a:buFont typeface="Arial"/>
              <a:buNone/>
            </a:pPr>
            <a:r>
              <a:rPr b="0" i="0" lang="en-US" sz="1200" u="none" cap="none" strike="noStrike">
                <a:solidFill>
                  <a:srgbClr val="2E3F57"/>
                </a:solidFill>
                <a:latin typeface="Arial"/>
                <a:ea typeface="Arial"/>
                <a:cs typeface="Arial"/>
                <a:sym typeface="Arial"/>
              </a:rPr>
              <a:t>같은 데이터를 템플릿 두 개에 넣어 경영진용 슬라이드와 실무진용 상세 보고서를 만듭니다.</a:t>
            </a:r>
            <a:endParaRPr b="0" i="0" sz="1200" u="none" cap="none" strike="noStrike">
              <a:solidFill>
                <a:schemeClr val="dk1"/>
              </a:solidFill>
              <a:latin typeface="Calibri"/>
              <a:ea typeface="Calibri"/>
              <a:cs typeface="Calibri"/>
              <a:sym typeface="Calibri"/>
            </a:endParaRPr>
          </a:p>
        </p:txBody>
      </p:sp>
      <p:sp>
        <p:nvSpPr>
          <p:cNvPr id="2485" name="Google Shape;2485;h29ad1a1c935308b6_12_92"/>
          <p:cNvSpPr/>
          <p:nvPr/>
        </p:nvSpPr>
        <p:spPr>
          <a:xfrm>
            <a:off x="1143000" y="5413248"/>
            <a:ext cx="16002000" cy="475488"/>
          </a:xfrm>
          <a:prstGeom prst="rect">
            <a:avLst/>
          </a:prstGeom>
          <a:solidFill>
            <a:srgbClr val="2053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6" name="Google Shape;2486;h29ad1a1c935308b6_12_92"/>
          <p:cNvSpPr txBox="1"/>
          <p:nvPr/>
        </p:nvSpPr>
        <p:spPr>
          <a:xfrm>
            <a:off x="1344168" y="5413248"/>
            <a:ext cx="1563624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700"/>
              <a:buFont typeface="Arial"/>
              <a:buNone/>
            </a:pPr>
            <a:r>
              <a:rPr b="1" i="0" lang="en-US" sz="1700" u="none" cap="none" strike="noStrike">
                <a:solidFill>
                  <a:srgbClr val="FFFFFF"/>
                </a:solidFill>
                <a:latin typeface="Arial"/>
                <a:ea typeface="Arial"/>
                <a:cs typeface="Arial"/>
                <a:sym typeface="Arial"/>
              </a:rPr>
              <a:t>⑦ 검증 코드  engine.py  validate()</a:t>
            </a:r>
            <a:r>
              <a:rPr b="0" i="0" lang="en-US" sz="1300" u="none" cap="none" strike="noStrike">
                <a:solidFill>
                  <a:srgbClr val="BFD4EC"/>
                </a:solidFill>
                <a:latin typeface="Arial"/>
                <a:ea typeface="Arial"/>
                <a:cs typeface="Arial"/>
                <a:sym typeface="Arial"/>
              </a:rPr>
              <a:t>   LLM 출력은 코드 대조를 통과한 뒤에만 보고서로</a:t>
            </a:r>
            <a:endParaRPr b="0" i="0" sz="1700" u="none" cap="none" strike="noStrike">
              <a:solidFill>
                <a:schemeClr val="dk1"/>
              </a:solidFill>
              <a:latin typeface="Calibri"/>
              <a:ea typeface="Calibri"/>
              <a:cs typeface="Calibri"/>
              <a:sym typeface="Calibri"/>
            </a:endParaRPr>
          </a:p>
        </p:txBody>
      </p:sp>
      <p:pic>
        <p:nvPicPr>
          <p:cNvPr descr="/tmp/p/build/img/c31.png" id="2487" name="Google Shape;2487;h29ad1a1c935308b6_12_92"/>
          <p:cNvPicPr preferRelativeResize="0"/>
          <p:nvPr/>
        </p:nvPicPr>
        <p:blipFill rotWithShape="1">
          <a:blip r:embed="rId3">
            <a:alphaModFix/>
          </a:blip>
          <a:srcRect b="0" l="0" r="0" t="0"/>
          <a:stretch/>
        </p:blipFill>
        <p:spPr>
          <a:xfrm>
            <a:off x="1143000" y="6035040"/>
            <a:ext cx="5074920" cy="3383280"/>
          </a:xfrm>
          <a:prstGeom prst="rect">
            <a:avLst/>
          </a:prstGeom>
          <a:noFill/>
          <a:ln>
            <a:noFill/>
          </a:ln>
        </p:spPr>
      </p:pic>
      <p:sp>
        <p:nvSpPr>
          <p:cNvPr id="2488" name="Google Shape;2488;h29ad1a1c935308b6_12_92"/>
          <p:cNvSpPr txBox="1"/>
          <p:nvPr/>
        </p:nvSpPr>
        <p:spPr>
          <a:xfrm>
            <a:off x="6492240" y="6053328"/>
            <a:ext cx="566928"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BDDEF"/>
              </a:buClr>
              <a:buSzPts val="1900"/>
              <a:buFont typeface="Arial"/>
              <a:buNone/>
            </a:pPr>
            <a:r>
              <a:rPr b="1" i="0" lang="en-US" sz="1900" u="none" cap="none" strike="noStrike">
                <a:solidFill>
                  <a:srgbClr val="CBDDEF"/>
                </a:solidFill>
                <a:latin typeface="Arial"/>
                <a:ea typeface="Arial"/>
                <a:cs typeface="Arial"/>
                <a:sym typeface="Arial"/>
              </a:rPr>
              <a:t>01</a:t>
            </a:r>
            <a:endParaRPr b="0" i="0" sz="1900" u="none" cap="none" strike="noStrike">
              <a:solidFill>
                <a:schemeClr val="dk1"/>
              </a:solidFill>
              <a:latin typeface="Calibri"/>
              <a:ea typeface="Calibri"/>
              <a:cs typeface="Calibri"/>
              <a:sym typeface="Calibri"/>
            </a:endParaRPr>
          </a:p>
        </p:txBody>
      </p:sp>
      <p:sp>
        <p:nvSpPr>
          <p:cNvPr id="2489" name="Google Shape;2489;h29ad1a1c935308b6_12_92"/>
          <p:cNvSpPr txBox="1"/>
          <p:nvPr/>
        </p:nvSpPr>
        <p:spPr>
          <a:xfrm>
            <a:off x="7114032" y="6053328"/>
            <a:ext cx="99669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0538B"/>
              </a:buClr>
              <a:buSzPts val="1450"/>
              <a:buFont typeface="Arial"/>
              <a:buNone/>
            </a:pPr>
            <a:r>
              <a:rPr b="1" i="0" lang="en-US" sz="1450" u="none" cap="none" strike="noStrike">
                <a:solidFill>
                  <a:srgbClr val="20538B"/>
                </a:solidFill>
                <a:latin typeface="Arial"/>
                <a:ea typeface="Arial"/>
                <a:cs typeface="Arial"/>
                <a:sym typeface="Arial"/>
              </a:rPr>
              <a:t>없는 취약점 · 조문 · 사례 ID 제거</a:t>
            </a:r>
            <a:endParaRPr b="0" i="0" sz="1450" u="none" cap="none" strike="noStrike">
              <a:solidFill>
                <a:schemeClr val="dk1"/>
              </a:solidFill>
              <a:latin typeface="Calibri"/>
              <a:ea typeface="Calibri"/>
              <a:cs typeface="Calibri"/>
              <a:sym typeface="Calibri"/>
            </a:endParaRPr>
          </a:p>
        </p:txBody>
      </p:sp>
      <p:sp>
        <p:nvSpPr>
          <p:cNvPr id="2490" name="Google Shape;2490;h29ad1a1c935308b6_12_92"/>
          <p:cNvSpPr txBox="1"/>
          <p:nvPr/>
        </p:nvSpPr>
        <p:spPr>
          <a:xfrm>
            <a:off x="7114032" y="6345936"/>
            <a:ext cx="9966960" cy="420624"/>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2E3F57"/>
              </a:buClr>
              <a:buSzPts val="1200"/>
              <a:buFont typeface="Arial"/>
              <a:buNone/>
            </a:pPr>
            <a:r>
              <a:rPr b="0" i="0" lang="en-US" sz="1200" u="none" cap="none" strike="noStrike">
                <a:solidFill>
                  <a:srgbClr val="2E3F57"/>
                </a:solidFill>
                <a:latin typeface="Arial"/>
                <a:ea typeface="Arial"/>
                <a:cs typeface="Arial"/>
                <a:sym typeface="Arial"/>
              </a:rPr>
              <a:t>keep()가 원본 facts에 실제로 있는 ID만 남기고 나머지는 경고와 함께 버립니다. 유효한 취약점이 하나도 없는 위험 항목은 통째로 삭제합니다.</a:t>
            </a:r>
            <a:endParaRPr b="0" i="0" sz="1200" u="none" cap="none" strike="noStrike">
              <a:solidFill>
                <a:schemeClr val="dk1"/>
              </a:solidFill>
              <a:latin typeface="Calibri"/>
              <a:ea typeface="Calibri"/>
              <a:cs typeface="Calibri"/>
              <a:sym typeface="Calibri"/>
            </a:endParaRPr>
          </a:p>
        </p:txBody>
      </p:sp>
      <p:sp>
        <p:nvSpPr>
          <p:cNvPr id="2491" name="Google Shape;2491;h29ad1a1c935308b6_12_92"/>
          <p:cNvSpPr txBox="1"/>
          <p:nvPr/>
        </p:nvSpPr>
        <p:spPr>
          <a:xfrm>
            <a:off x="6492240" y="6803136"/>
            <a:ext cx="566928"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BDDEF"/>
              </a:buClr>
              <a:buSzPts val="1900"/>
              <a:buFont typeface="Arial"/>
              <a:buNone/>
            </a:pPr>
            <a:r>
              <a:rPr b="1" i="0" lang="en-US" sz="1900" u="none" cap="none" strike="noStrike">
                <a:solidFill>
                  <a:srgbClr val="CBDDEF"/>
                </a:solidFill>
                <a:latin typeface="Arial"/>
                <a:ea typeface="Arial"/>
                <a:cs typeface="Arial"/>
                <a:sym typeface="Arial"/>
              </a:rPr>
              <a:t>02</a:t>
            </a:r>
            <a:endParaRPr b="0" i="0" sz="1900" u="none" cap="none" strike="noStrike">
              <a:solidFill>
                <a:schemeClr val="dk1"/>
              </a:solidFill>
              <a:latin typeface="Calibri"/>
              <a:ea typeface="Calibri"/>
              <a:cs typeface="Calibri"/>
              <a:sym typeface="Calibri"/>
            </a:endParaRPr>
          </a:p>
        </p:txBody>
      </p:sp>
      <p:sp>
        <p:nvSpPr>
          <p:cNvPr id="2492" name="Google Shape;2492;h29ad1a1c935308b6_12_92"/>
          <p:cNvSpPr txBox="1"/>
          <p:nvPr/>
        </p:nvSpPr>
        <p:spPr>
          <a:xfrm>
            <a:off x="7114032" y="6803136"/>
            <a:ext cx="99669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0538B"/>
              </a:buClr>
              <a:buSzPts val="1450"/>
              <a:buFont typeface="Arial"/>
              <a:buNone/>
            </a:pPr>
            <a:r>
              <a:rPr b="1" i="0" lang="en-US" sz="1450" u="none" cap="none" strike="noStrike">
                <a:solidFill>
                  <a:srgbClr val="20538B"/>
                </a:solidFill>
                <a:latin typeface="Arial"/>
                <a:ea typeface="Arial"/>
                <a:cs typeface="Arial"/>
                <a:sym typeface="Arial"/>
              </a:rPr>
              <a:t>후보 밖 · 참고 등급 사례 인용 차단</a:t>
            </a:r>
            <a:endParaRPr b="0" i="0" sz="1450" u="none" cap="none" strike="noStrike">
              <a:solidFill>
                <a:schemeClr val="dk1"/>
              </a:solidFill>
              <a:latin typeface="Calibri"/>
              <a:ea typeface="Calibri"/>
              <a:cs typeface="Calibri"/>
              <a:sym typeface="Calibri"/>
            </a:endParaRPr>
          </a:p>
        </p:txBody>
      </p:sp>
      <p:sp>
        <p:nvSpPr>
          <p:cNvPr id="2493" name="Google Shape;2493;h29ad1a1c935308b6_12_92"/>
          <p:cNvSpPr txBox="1"/>
          <p:nvPr/>
        </p:nvSpPr>
        <p:spPr>
          <a:xfrm>
            <a:off x="7114032" y="7095744"/>
            <a:ext cx="9966960" cy="420624"/>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2E3F57"/>
              </a:buClr>
              <a:buSzPts val="1200"/>
              <a:buFont typeface="Arial"/>
              <a:buNone/>
            </a:pPr>
            <a:r>
              <a:rPr b="0" i="0" lang="en-US" sz="1200" u="none" cap="none" strike="noStrike">
                <a:solidFill>
                  <a:srgbClr val="2E3F57"/>
                </a:solidFill>
                <a:latin typeface="Arial"/>
                <a:ea typeface="Arial"/>
                <a:cs typeface="Arial"/>
                <a:sym typeface="Arial"/>
              </a:rPr>
              <a:t>그 위험에 묶인 취약점의 검색 후보 중 '참고'를 뺀 등급 안에 있어야만 인정하고, 없으면 최고 등급 후보를 대신 연결합니다.</a:t>
            </a:r>
            <a:endParaRPr b="0" i="0" sz="1200" u="none" cap="none" strike="noStrike">
              <a:solidFill>
                <a:schemeClr val="dk1"/>
              </a:solidFill>
              <a:latin typeface="Calibri"/>
              <a:ea typeface="Calibri"/>
              <a:cs typeface="Calibri"/>
              <a:sym typeface="Calibri"/>
            </a:endParaRPr>
          </a:p>
        </p:txBody>
      </p:sp>
      <p:sp>
        <p:nvSpPr>
          <p:cNvPr id="2494" name="Google Shape;2494;h29ad1a1c935308b6_12_92"/>
          <p:cNvSpPr txBox="1"/>
          <p:nvPr/>
        </p:nvSpPr>
        <p:spPr>
          <a:xfrm>
            <a:off x="6492240" y="7552944"/>
            <a:ext cx="566928"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BDDEF"/>
              </a:buClr>
              <a:buSzPts val="1900"/>
              <a:buFont typeface="Arial"/>
              <a:buNone/>
            </a:pPr>
            <a:r>
              <a:rPr b="1" i="0" lang="en-US" sz="1900" u="none" cap="none" strike="noStrike">
                <a:solidFill>
                  <a:srgbClr val="CBDDEF"/>
                </a:solidFill>
                <a:latin typeface="Arial"/>
                <a:ea typeface="Arial"/>
                <a:cs typeface="Arial"/>
                <a:sym typeface="Arial"/>
              </a:rPr>
              <a:t>03</a:t>
            </a:r>
            <a:endParaRPr b="0" i="0" sz="1900" u="none" cap="none" strike="noStrike">
              <a:solidFill>
                <a:schemeClr val="dk1"/>
              </a:solidFill>
              <a:latin typeface="Calibri"/>
              <a:ea typeface="Calibri"/>
              <a:cs typeface="Calibri"/>
              <a:sym typeface="Calibri"/>
            </a:endParaRPr>
          </a:p>
        </p:txBody>
      </p:sp>
      <p:sp>
        <p:nvSpPr>
          <p:cNvPr id="2495" name="Google Shape;2495;h29ad1a1c935308b6_12_92"/>
          <p:cNvSpPr txBox="1"/>
          <p:nvPr/>
        </p:nvSpPr>
        <p:spPr>
          <a:xfrm>
            <a:off x="7114032" y="7552944"/>
            <a:ext cx="99669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0538B"/>
              </a:buClr>
              <a:buSzPts val="1450"/>
              <a:buFont typeface="Arial"/>
              <a:buNone/>
            </a:pPr>
            <a:r>
              <a:rPr b="1" i="0" lang="en-US" sz="1450" u="none" cap="none" strike="noStrike">
                <a:solidFill>
                  <a:srgbClr val="20538B"/>
                </a:solidFill>
                <a:latin typeface="Arial"/>
                <a:ea typeface="Arial"/>
                <a:cs typeface="Arial"/>
                <a:sym typeface="Arial"/>
              </a:rPr>
              <a:t>로드맵 누락 취약점 자동 추가</a:t>
            </a:r>
            <a:endParaRPr b="0" i="0" sz="1450" u="none" cap="none" strike="noStrike">
              <a:solidFill>
                <a:schemeClr val="dk1"/>
              </a:solidFill>
              <a:latin typeface="Calibri"/>
              <a:ea typeface="Calibri"/>
              <a:cs typeface="Calibri"/>
              <a:sym typeface="Calibri"/>
            </a:endParaRPr>
          </a:p>
        </p:txBody>
      </p:sp>
      <p:sp>
        <p:nvSpPr>
          <p:cNvPr id="2496" name="Google Shape;2496;h29ad1a1c935308b6_12_92"/>
          <p:cNvSpPr txBox="1"/>
          <p:nvPr/>
        </p:nvSpPr>
        <p:spPr>
          <a:xfrm>
            <a:off x="7114032" y="7845552"/>
            <a:ext cx="9966960" cy="420624"/>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2E3F57"/>
              </a:buClr>
              <a:buSzPts val="1200"/>
              <a:buFont typeface="Arial"/>
              <a:buNone/>
            </a:pPr>
            <a:r>
              <a:rPr b="0" i="0" lang="en-US" sz="1200" u="none" cap="none" strike="noStrike">
                <a:solidFill>
                  <a:srgbClr val="2E3F57"/>
                </a:solidFill>
                <a:latin typeface="Arial"/>
                <a:ea typeface="Arial"/>
                <a:cs typeface="Arial"/>
                <a:sym typeface="Arial"/>
              </a:rPr>
              <a:t>LLM이 로드맵에서 빠뜨린 취약점은 코드가 채워 넣습니다.</a:t>
            </a:r>
            <a:endParaRPr b="0" i="0" sz="1200" u="none" cap="none" strike="noStrike">
              <a:solidFill>
                <a:schemeClr val="dk1"/>
              </a:solidFill>
              <a:latin typeface="Calibri"/>
              <a:ea typeface="Calibri"/>
              <a:cs typeface="Calibri"/>
              <a:sym typeface="Calibri"/>
            </a:endParaRPr>
          </a:p>
        </p:txBody>
      </p:sp>
      <p:sp>
        <p:nvSpPr>
          <p:cNvPr id="2497" name="Google Shape;2497;h29ad1a1c935308b6_12_92"/>
          <p:cNvSpPr txBox="1"/>
          <p:nvPr/>
        </p:nvSpPr>
        <p:spPr>
          <a:xfrm>
            <a:off x="6492240" y="8302752"/>
            <a:ext cx="566928"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BDDEF"/>
              </a:buClr>
              <a:buSzPts val="1900"/>
              <a:buFont typeface="Arial"/>
              <a:buNone/>
            </a:pPr>
            <a:r>
              <a:rPr b="1" i="0" lang="en-US" sz="1900" u="none" cap="none" strike="noStrike">
                <a:solidFill>
                  <a:srgbClr val="CBDDEF"/>
                </a:solidFill>
                <a:latin typeface="Arial"/>
                <a:ea typeface="Arial"/>
                <a:cs typeface="Arial"/>
                <a:sym typeface="Arial"/>
              </a:rPr>
              <a:t>04</a:t>
            </a:r>
            <a:endParaRPr b="0" i="0" sz="1900" u="none" cap="none" strike="noStrike">
              <a:solidFill>
                <a:schemeClr val="dk1"/>
              </a:solidFill>
              <a:latin typeface="Calibri"/>
              <a:ea typeface="Calibri"/>
              <a:cs typeface="Calibri"/>
              <a:sym typeface="Calibri"/>
            </a:endParaRPr>
          </a:p>
        </p:txBody>
      </p:sp>
      <p:sp>
        <p:nvSpPr>
          <p:cNvPr id="2498" name="Google Shape;2498;h29ad1a1c935308b6_12_92"/>
          <p:cNvSpPr txBox="1"/>
          <p:nvPr/>
        </p:nvSpPr>
        <p:spPr>
          <a:xfrm>
            <a:off x="7114032" y="8302752"/>
            <a:ext cx="99669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0538B"/>
              </a:buClr>
              <a:buSzPts val="1450"/>
              <a:buFont typeface="Arial"/>
              <a:buNone/>
            </a:pPr>
            <a:r>
              <a:rPr b="1" i="0" lang="en-US" sz="1450" u="none" cap="none" strike="noStrike">
                <a:solidFill>
                  <a:srgbClr val="20538B"/>
                </a:solidFill>
                <a:latin typeface="Arial"/>
                <a:ea typeface="Arial"/>
                <a:cs typeface="Arial"/>
                <a:sym typeface="Arial"/>
              </a:rPr>
              <a:t>문장 속 원화 금액 경고</a:t>
            </a:r>
            <a:endParaRPr b="0" i="0" sz="1450" u="none" cap="none" strike="noStrike">
              <a:solidFill>
                <a:schemeClr val="dk1"/>
              </a:solidFill>
              <a:latin typeface="Calibri"/>
              <a:ea typeface="Calibri"/>
              <a:cs typeface="Calibri"/>
              <a:sym typeface="Calibri"/>
            </a:endParaRPr>
          </a:p>
        </p:txBody>
      </p:sp>
      <p:sp>
        <p:nvSpPr>
          <p:cNvPr id="2499" name="Google Shape;2499;h29ad1a1c935308b6_12_92"/>
          <p:cNvSpPr txBox="1"/>
          <p:nvPr/>
        </p:nvSpPr>
        <p:spPr>
          <a:xfrm>
            <a:off x="7114032" y="8595360"/>
            <a:ext cx="9966960" cy="420624"/>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2E3F57"/>
              </a:buClr>
              <a:buSzPts val="1200"/>
              <a:buFont typeface="Arial"/>
              <a:buNone/>
            </a:pPr>
            <a:r>
              <a:rPr b="0" i="0" lang="en-US" sz="1200" u="none" cap="none" strike="noStrike">
                <a:solidFill>
                  <a:srgbClr val="2E3F57"/>
                </a:solidFill>
                <a:latin typeface="Arial"/>
                <a:ea typeface="Arial"/>
                <a:cs typeface="Arial"/>
                <a:sym typeface="Arial"/>
              </a:rPr>
              <a:t>정규식으로 탐지. 자동 삭제는 하지 않고 경고만 남기므로 사람이 확인해야 합니다.</a:t>
            </a:r>
            <a:endParaRPr b="0" i="0" sz="1200" u="none" cap="none" strike="noStrike">
              <a:solidFill>
                <a:schemeClr val="dk1"/>
              </a:solidFill>
              <a:latin typeface="Calibri"/>
              <a:ea typeface="Calibri"/>
              <a:cs typeface="Calibri"/>
              <a:sym typeface="Calibri"/>
            </a:endParaRPr>
          </a:p>
        </p:txBody>
      </p:sp>
      <p:sp>
        <p:nvSpPr>
          <p:cNvPr id="2500" name="Google Shape;2500;h29ad1a1c935308b6_12_92"/>
          <p:cNvSpPr txBox="1"/>
          <p:nvPr/>
        </p:nvSpPr>
        <p:spPr>
          <a:xfrm>
            <a:off x="6492240" y="9070848"/>
            <a:ext cx="1060704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748A"/>
              </a:buClr>
              <a:buSzPts val="1200"/>
              <a:buFont typeface="Arial"/>
              <a:buNone/>
            </a:pPr>
            <a:r>
              <a:rPr b="0" i="1" lang="en-US" sz="1200" u="none" cap="none" strike="noStrike">
                <a:solidFill>
                  <a:srgbClr val="66748A"/>
                </a:solidFill>
                <a:latin typeface="Arial"/>
                <a:ea typeface="Arial"/>
                <a:cs typeface="Arial"/>
                <a:sym typeface="Arial"/>
              </a:rPr>
              <a:t>걸린 항목은 run_log.json에 경고로 기록되어 보고서마다 무엇이 걸렸는지 추적할 수 있습니다.</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5" name="Shape 2505"/>
        <p:cNvGrpSpPr/>
        <p:nvPr/>
      </p:nvGrpSpPr>
      <p:grpSpPr>
        <a:xfrm>
          <a:off x="0" y="0"/>
          <a:ext cx="0" cy="0"/>
          <a:chOff x="0" y="0"/>
          <a:chExt cx="0" cy="0"/>
        </a:xfrm>
      </p:grpSpPr>
      <p:sp>
        <p:nvSpPr>
          <p:cNvPr id="2506" name="Google Shape;2506;h29ad1a1c935308b6_12_139"/>
          <p:cNvSpPr txBox="1"/>
          <p:nvPr/>
        </p:nvSpPr>
        <p:spPr>
          <a:xfrm>
            <a:off x="1325880" y="868680"/>
            <a:ext cx="960120" cy="10972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BDDEF"/>
              </a:buClr>
              <a:buSzPts val="4900"/>
              <a:buFont typeface="Arial"/>
              <a:buNone/>
            </a:pPr>
            <a:r>
              <a:rPr b="1" i="0" lang="en-US" sz="4900" u="none" cap="none" strike="noStrike">
                <a:solidFill>
                  <a:srgbClr val="CBDDEF"/>
                </a:solidFill>
                <a:latin typeface="Arial"/>
                <a:ea typeface="Arial"/>
                <a:cs typeface="Arial"/>
                <a:sym typeface="Arial"/>
              </a:rPr>
              <a:t>04</a:t>
            </a:r>
            <a:endParaRPr b="0" i="0" sz="4900" u="none" cap="none" strike="noStrike">
              <a:solidFill>
                <a:schemeClr val="dk1"/>
              </a:solidFill>
              <a:latin typeface="Calibri"/>
              <a:ea typeface="Calibri"/>
              <a:cs typeface="Calibri"/>
              <a:sym typeface="Calibri"/>
            </a:endParaRPr>
          </a:p>
        </p:txBody>
      </p:sp>
      <p:sp>
        <p:nvSpPr>
          <p:cNvPr id="2507" name="Google Shape;2507;h29ad1a1c935308b6_12_139"/>
          <p:cNvSpPr txBox="1"/>
          <p:nvPr/>
        </p:nvSpPr>
        <p:spPr>
          <a:xfrm>
            <a:off x="2331720" y="841248"/>
            <a:ext cx="12984480" cy="11704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0538B"/>
              </a:buClr>
              <a:buSzPts val="5000"/>
              <a:buFont typeface="Arial"/>
              <a:buNone/>
            </a:pPr>
            <a:r>
              <a:rPr b="1" i="0" lang="en-US" sz="5000" u="none" cap="none" strike="noStrike">
                <a:solidFill>
                  <a:srgbClr val="20538B"/>
                </a:solidFill>
                <a:latin typeface="Arial"/>
                <a:ea typeface="Arial"/>
                <a:cs typeface="Arial"/>
                <a:sym typeface="Arial"/>
              </a:rPr>
              <a:t>보고서 생성</a:t>
            </a:r>
            <a:r>
              <a:rPr b="1" i="0" lang="en-US" sz="3100" u="none" cap="none" strike="noStrike">
                <a:solidFill>
                  <a:srgbClr val="5A83B8"/>
                </a:solidFill>
                <a:latin typeface="Arial"/>
                <a:ea typeface="Arial"/>
                <a:cs typeface="Arial"/>
                <a:sym typeface="Arial"/>
              </a:rPr>
              <a:t>  -  경영진용 보고서</a:t>
            </a:r>
            <a:endParaRPr b="0" i="0" sz="5000" u="none" cap="none" strike="noStrike">
              <a:solidFill>
                <a:schemeClr val="dk1"/>
              </a:solidFill>
              <a:latin typeface="Calibri"/>
              <a:ea typeface="Calibri"/>
              <a:cs typeface="Calibri"/>
              <a:sym typeface="Calibri"/>
            </a:endParaRPr>
          </a:p>
        </p:txBody>
      </p:sp>
      <p:sp>
        <p:nvSpPr>
          <p:cNvPr id="2508" name="Google Shape;2508;h29ad1a1c935308b6_12_139"/>
          <p:cNvSpPr/>
          <p:nvPr/>
        </p:nvSpPr>
        <p:spPr>
          <a:xfrm>
            <a:off x="1143000" y="2450592"/>
            <a:ext cx="16002000" cy="475488"/>
          </a:xfrm>
          <a:prstGeom prst="rect">
            <a:avLst/>
          </a:prstGeom>
          <a:solidFill>
            <a:srgbClr val="2053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9" name="Google Shape;2509;h29ad1a1c935308b6_12_139"/>
          <p:cNvSpPr txBox="1"/>
          <p:nvPr/>
        </p:nvSpPr>
        <p:spPr>
          <a:xfrm>
            <a:off x="1344168" y="2450592"/>
            <a:ext cx="1563624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700"/>
              <a:buFont typeface="Arial"/>
              <a:buNone/>
            </a:pPr>
            <a:r>
              <a:rPr b="1" i="0" lang="en-US" sz="1700" u="none" cap="none" strike="noStrike">
                <a:solidFill>
                  <a:srgbClr val="FFFFFF"/>
                </a:solidFill>
                <a:latin typeface="Arial"/>
                <a:ea typeface="Arial"/>
                <a:cs typeface="Arial"/>
                <a:sym typeface="Arial"/>
              </a:rPr>
              <a:t>⑧ 경영진용 보고서</a:t>
            </a:r>
            <a:r>
              <a:rPr b="0" i="0" lang="en-US" sz="1300" u="none" cap="none" strike="noStrike">
                <a:solidFill>
                  <a:srgbClr val="BFD4EC"/>
                </a:solidFill>
                <a:latin typeface="Arial"/>
                <a:ea typeface="Arial"/>
                <a:cs typeface="Arial"/>
                <a:sym typeface="Arial"/>
              </a:rPr>
              <a:t>   SCAN-20261007-002-E · 16:9 8장 중 표지·4쪽(넘침)을 뺀 6장.  문장은 LLM, 위험 수준·건수·금액은 코드 판정</a:t>
            </a:r>
            <a:endParaRPr b="0" i="0" sz="1700" u="none" cap="none" strike="noStrike">
              <a:solidFill>
                <a:schemeClr val="dk1"/>
              </a:solidFill>
              <a:latin typeface="Calibri"/>
              <a:ea typeface="Calibri"/>
              <a:cs typeface="Calibri"/>
              <a:sym typeface="Calibri"/>
            </a:endParaRPr>
          </a:p>
        </p:txBody>
      </p:sp>
      <p:sp>
        <p:nvSpPr>
          <p:cNvPr id="2510" name="Google Shape;2510;h29ad1a1c935308b6_12_139"/>
          <p:cNvSpPr txBox="1"/>
          <p:nvPr/>
        </p:nvSpPr>
        <p:spPr>
          <a:xfrm>
            <a:off x="1143000" y="2999232"/>
            <a:ext cx="51206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0538B"/>
              </a:buClr>
              <a:buSzPts val="1200"/>
              <a:buFont typeface="Arial"/>
              <a:buNone/>
            </a:pPr>
            <a:r>
              <a:rPr b="1" i="0" lang="en-US" sz="1200" u="none" cap="none" strike="noStrike">
                <a:solidFill>
                  <a:srgbClr val="20538B"/>
                </a:solidFill>
                <a:latin typeface="Arial"/>
                <a:ea typeface="Arial"/>
                <a:cs typeface="Arial"/>
                <a:sym typeface="Arial"/>
              </a:rPr>
              <a:t>2쪽 · 진단 결론</a:t>
            </a:r>
            <a:r>
              <a:rPr b="0" i="0" lang="en-US" sz="1050" u="none" cap="none" strike="noStrike">
                <a:solidFill>
                  <a:srgbClr val="66748A"/>
                </a:solidFill>
                <a:latin typeface="Arial"/>
                <a:ea typeface="Arial"/>
                <a:cs typeface="Arial"/>
                <a:sym typeface="Arial"/>
              </a:rPr>
              <a:t>   한 줄 결론은 LLM, 수치는 코드</a:t>
            </a:r>
            <a:endParaRPr b="0" i="0" sz="1200" u="none" cap="none" strike="noStrike">
              <a:solidFill>
                <a:schemeClr val="dk1"/>
              </a:solidFill>
              <a:latin typeface="Calibri"/>
              <a:ea typeface="Calibri"/>
              <a:cs typeface="Calibri"/>
              <a:sym typeface="Calibri"/>
            </a:endParaRPr>
          </a:p>
        </p:txBody>
      </p:sp>
      <p:sp>
        <p:nvSpPr>
          <p:cNvPr id="2511" name="Google Shape;2511;h29ad1a1c935308b6_12_139"/>
          <p:cNvSpPr/>
          <p:nvPr/>
        </p:nvSpPr>
        <p:spPr>
          <a:xfrm>
            <a:off x="1124712" y="3255264"/>
            <a:ext cx="5157216" cy="2916936"/>
          </a:xfrm>
          <a:prstGeom prst="rect">
            <a:avLst/>
          </a:prstGeom>
          <a:solidFill>
            <a:srgbClr val="FFFFFF"/>
          </a:solidFill>
          <a:ln cap="flat" cmpd="sng" w="12700">
            <a:solidFill>
              <a:srgbClr val="C9D6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tmp/p/build/img2/e2.jpg" id="2512" name="Google Shape;2512;h29ad1a1c935308b6_12_139"/>
          <p:cNvPicPr preferRelativeResize="0"/>
          <p:nvPr/>
        </p:nvPicPr>
        <p:blipFill rotWithShape="1">
          <a:blip r:embed="rId9">
            <a:alphaModFix/>
          </a:blip>
          <a:srcRect b="0" l="0" r="0" t="0"/>
          <a:stretch/>
        </p:blipFill>
        <p:spPr>
          <a:xfrm>
            <a:off x="1143000" y="3273552"/>
            <a:ext cx="5120640" cy="2880360"/>
          </a:xfrm>
          <a:prstGeom prst="rect">
            <a:avLst/>
          </a:prstGeom>
          <a:noFill/>
          <a:ln>
            <a:noFill/>
          </a:ln>
        </p:spPr>
      </p:pic>
      <p:sp>
        <p:nvSpPr>
          <p:cNvPr id="2513" name="Google Shape;2513;h29ad1a1c935308b6_12_139"/>
          <p:cNvSpPr txBox="1"/>
          <p:nvPr/>
        </p:nvSpPr>
        <p:spPr>
          <a:xfrm>
            <a:off x="6583680" y="2999232"/>
            <a:ext cx="51206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0538B"/>
              </a:buClr>
              <a:buSzPts val="1200"/>
              <a:buFont typeface="Arial"/>
              <a:buNone/>
            </a:pPr>
            <a:r>
              <a:rPr b="1" i="0" lang="en-US" sz="1200" u="none" cap="none" strike="noStrike">
                <a:solidFill>
                  <a:srgbClr val="20538B"/>
                </a:solidFill>
                <a:latin typeface="Arial"/>
                <a:ea typeface="Arial"/>
                <a:cs typeface="Arial"/>
                <a:sym typeface="Arial"/>
              </a:rPr>
              <a:t>3쪽 · 핵심 위험</a:t>
            </a:r>
            <a:r>
              <a:rPr b="0" i="0" lang="en-US" sz="1050" u="none" cap="none" strike="noStrike">
                <a:solidFill>
                  <a:srgbClr val="66748A"/>
                </a:solidFill>
                <a:latin typeface="Arial"/>
                <a:ea typeface="Arial"/>
                <a:cs typeface="Arial"/>
                <a:sym typeface="Arial"/>
              </a:rPr>
              <a:t>   위험 3건에 법령·사례 병기</a:t>
            </a:r>
            <a:endParaRPr b="0" i="0" sz="1200" u="none" cap="none" strike="noStrike">
              <a:solidFill>
                <a:schemeClr val="dk1"/>
              </a:solidFill>
              <a:latin typeface="Calibri"/>
              <a:ea typeface="Calibri"/>
              <a:cs typeface="Calibri"/>
              <a:sym typeface="Calibri"/>
            </a:endParaRPr>
          </a:p>
        </p:txBody>
      </p:sp>
      <p:sp>
        <p:nvSpPr>
          <p:cNvPr id="2514" name="Google Shape;2514;h29ad1a1c935308b6_12_139"/>
          <p:cNvSpPr/>
          <p:nvPr/>
        </p:nvSpPr>
        <p:spPr>
          <a:xfrm>
            <a:off x="6565392" y="3255264"/>
            <a:ext cx="5157216" cy="2916936"/>
          </a:xfrm>
          <a:prstGeom prst="rect">
            <a:avLst/>
          </a:prstGeom>
          <a:solidFill>
            <a:srgbClr val="FFFFFF"/>
          </a:solidFill>
          <a:ln cap="flat" cmpd="sng" w="12700">
            <a:solidFill>
              <a:srgbClr val="C9D6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tmp/p/build/img2/e3.jpg" id="2515" name="Google Shape;2515;h29ad1a1c935308b6_12_139"/>
          <p:cNvPicPr preferRelativeResize="0"/>
          <p:nvPr/>
        </p:nvPicPr>
        <p:blipFill rotWithShape="1">
          <a:blip r:embed="rId3">
            <a:alphaModFix/>
          </a:blip>
          <a:srcRect b="0" l="0" r="0" t="0"/>
          <a:stretch/>
        </p:blipFill>
        <p:spPr>
          <a:xfrm>
            <a:off x="6583680" y="3273552"/>
            <a:ext cx="5120640" cy="2880360"/>
          </a:xfrm>
          <a:prstGeom prst="rect">
            <a:avLst/>
          </a:prstGeom>
          <a:noFill/>
          <a:ln>
            <a:noFill/>
          </a:ln>
        </p:spPr>
      </p:pic>
      <p:sp>
        <p:nvSpPr>
          <p:cNvPr id="2516" name="Google Shape;2516;h29ad1a1c935308b6_12_139"/>
          <p:cNvSpPr txBox="1"/>
          <p:nvPr/>
        </p:nvSpPr>
        <p:spPr>
          <a:xfrm>
            <a:off x="12024360" y="2999232"/>
            <a:ext cx="51206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0538B"/>
              </a:buClr>
              <a:buSzPts val="1200"/>
              <a:buFont typeface="Arial"/>
              <a:buNone/>
            </a:pPr>
            <a:r>
              <a:rPr b="1" i="0" lang="en-US" sz="1200" u="none" cap="none" strike="noStrike">
                <a:solidFill>
                  <a:srgbClr val="20538B"/>
                </a:solidFill>
                <a:latin typeface="Arial"/>
                <a:ea typeface="Arial"/>
                <a:cs typeface="Arial"/>
                <a:sym typeface="Arial"/>
              </a:rPr>
              <a:t>5쪽 · 법적 근거와 유사 사례</a:t>
            </a:r>
            <a:r>
              <a:rPr b="0" i="0" lang="en-US" sz="1050" u="none" cap="none" strike="noStrike">
                <a:solidFill>
                  <a:srgbClr val="66748A"/>
                </a:solidFill>
                <a:latin typeface="Arial"/>
                <a:ea typeface="Arial"/>
                <a:cs typeface="Arial"/>
                <a:sym typeface="Arial"/>
              </a:rPr>
              <a:t>   매핑 24건 모두 '검토 전'</a:t>
            </a:r>
            <a:endParaRPr b="0" i="0" sz="1200" u="none" cap="none" strike="noStrike">
              <a:solidFill>
                <a:schemeClr val="dk1"/>
              </a:solidFill>
              <a:latin typeface="Calibri"/>
              <a:ea typeface="Calibri"/>
              <a:cs typeface="Calibri"/>
              <a:sym typeface="Calibri"/>
            </a:endParaRPr>
          </a:p>
        </p:txBody>
      </p:sp>
      <p:sp>
        <p:nvSpPr>
          <p:cNvPr id="2517" name="Google Shape;2517;h29ad1a1c935308b6_12_139"/>
          <p:cNvSpPr/>
          <p:nvPr/>
        </p:nvSpPr>
        <p:spPr>
          <a:xfrm>
            <a:off x="12006072" y="3255264"/>
            <a:ext cx="5157216" cy="2916936"/>
          </a:xfrm>
          <a:prstGeom prst="rect">
            <a:avLst/>
          </a:prstGeom>
          <a:solidFill>
            <a:srgbClr val="FFFFFF"/>
          </a:solidFill>
          <a:ln cap="flat" cmpd="sng" w="12700">
            <a:solidFill>
              <a:srgbClr val="C9D6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tmp/p/build/img2/e4.jpg" id="2518" name="Google Shape;2518;h29ad1a1c935308b6_12_139"/>
          <p:cNvPicPr preferRelativeResize="0"/>
          <p:nvPr/>
        </p:nvPicPr>
        <p:blipFill rotWithShape="1">
          <a:blip r:embed="rId4">
            <a:alphaModFix/>
          </a:blip>
          <a:srcRect b="0" l="0" r="0" t="0"/>
          <a:stretch/>
        </p:blipFill>
        <p:spPr>
          <a:xfrm>
            <a:off x="12024360" y="3273552"/>
            <a:ext cx="5120640" cy="2880360"/>
          </a:xfrm>
          <a:prstGeom prst="rect">
            <a:avLst/>
          </a:prstGeom>
          <a:noFill/>
          <a:ln>
            <a:noFill/>
          </a:ln>
        </p:spPr>
      </p:pic>
      <p:sp>
        <p:nvSpPr>
          <p:cNvPr id="2519" name="Google Shape;2519;h29ad1a1c935308b6_12_139"/>
          <p:cNvSpPr txBox="1"/>
          <p:nvPr/>
        </p:nvSpPr>
        <p:spPr>
          <a:xfrm>
            <a:off x="1143000" y="6291072"/>
            <a:ext cx="51206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0538B"/>
              </a:buClr>
              <a:buSzPts val="1200"/>
              <a:buFont typeface="Arial"/>
              <a:buNone/>
            </a:pPr>
            <a:r>
              <a:rPr b="1" i="0" lang="en-US" sz="1200" u="none" cap="none" strike="noStrike">
                <a:solidFill>
                  <a:srgbClr val="20538B"/>
                </a:solidFill>
                <a:latin typeface="Arial"/>
                <a:ea typeface="Arial"/>
                <a:cs typeface="Arial"/>
                <a:sym typeface="Arial"/>
              </a:rPr>
              <a:t>6쪽 · 과징금 노출과 감경 여지</a:t>
            </a:r>
            <a:r>
              <a:rPr b="0" i="0" lang="en-US" sz="1050" u="none" cap="none" strike="noStrike">
                <a:solidFill>
                  <a:srgbClr val="66748A"/>
                </a:solidFill>
                <a:latin typeface="Arial"/>
                <a:ea typeface="Arial"/>
                <a:cs typeface="Arial"/>
                <a:sym typeface="Arial"/>
              </a:rPr>
              <a:t>   상한 1억 5,000만 원</a:t>
            </a:r>
            <a:endParaRPr b="0" i="0" sz="1200" u="none" cap="none" strike="noStrike">
              <a:solidFill>
                <a:schemeClr val="dk1"/>
              </a:solidFill>
              <a:latin typeface="Calibri"/>
              <a:ea typeface="Calibri"/>
              <a:cs typeface="Calibri"/>
              <a:sym typeface="Calibri"/>
            </a:endParaRPr>
          </a:p>
        </p:txBody>
      </p:sp>
      <p:sp>
        <p:nvSpPr>
          <p:cNvPr id="2520" name="Google Shape;2520;h29ad1a1c935308b6_12_139"/>
          <p:cNvSpPr/>
          <p:nvPr/>
        </p:nvSpPr>
        <p:spPr>
          <a:xfrm>
            <a:off x="1124712" y="6547104"/>
            <a:ext cx="5157216" cy="2916936"/>
          </a:xfrm>
          <a:prstGeom prst="rect">
            <a:avLst/>
          </a:prstGeom>
          <a:solidFill>
            <a:srgbClr val="FFFFFF"/>
          </a:solidFill>
          <a:ln cap="flat" cmpd="sng" w="12700">
            <a:solidFill>
              <a:srgbClr val="C9D6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tmp/p/build/img2/e5.jpg" id="2521" name="Google Shape;2521;h29ad1a1c935308b6_12_139"/>
          <p:cNvPicPr preferRelativeResize="0"/>
          <p:nvPr/>
        </p:nvPicPr>
        <p:blipFill rotWithShape="1">
          <a:blip r:embed="rId5">
            <a:alphaModFix/>
          </a:blip>
          <a:srcRect b="0" l="0" r="0" t="0"/>
          <a:stretch/>
        </p:blipFill>
        <p:spPr>
          <a:xfrm>
            <a:off x="1143000" y="6565392"/>
            <a:ext cx="5120640" cy="2880360"/>
          </a:xfrm>
          <a:prstGeom prst="rect">
            <a:avLst/>
          </a:prstGeom>
          <a:noFill/>
          <a:ln>
            <a:noFill/>
          </a:ln>
        </p:spPr>
      </p:pic>
      <p:sp>
        <p:nvSpPr>
          <p:cNvPr id="2522" name="Google Shape;2522;h29ad1a1c935308b6_12_139"/>
          <p:cNvSpPr txBox="1"/>
          <p:nvPr/>
        </p:nvSpPr>
        <p:spPr>
          <a:xfrm>
            <a:off x="6583680" y="6291072"/>
            <a:ext cx="51206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0538B"/>
              </a:buClr>
              <a:buSzPts val="1200"/>
              <a:buFont typeface="Arial"/>
              <a:buNone/>
            </a:pPr>
            <a:r>
              <a:rPr b="1" i="0" lang="en-US" sz="1200" u="none" cap="none" strike="noStrike">
                <a:solidFill>
                  <a:srgbClr val="20538B"/>
                </a:solidFill>
                <a:latin typeface="Arial"/>
                <a:ea typeface="Arial"/>
                <a:cs typeface="Arial"/>
                <a:sym typeface="Arial"/>
              </a:rPr>
              <a:t>7쪽 · 조치 로드맵</a:t>
            </a:r>
            <a:r>
              <a:rPr b="0" i="0" lang="en-US" sz="1050" u="none" cap="none" strike="noStrike">
                <a:solidFill>
                  <a:srgbClr val="66748A"/>
                </a:solidFill>
                <a:latin typeface="Arial"/>
                <a:ea typeface="Arial"/>
                <a:cs typeface="Arial"/>
                <a:sym typeface="Arial"/>
              </a:rPr>
              <a:t>   즉시 / 단기 / 중기</a:t>
            </a:r>
            <a:endParaRPr b="0" i="0" sz="1200" u="none" cap="none" strike="noStrike">
              <a:solidFill>
                <a:schemeClr val="dk1"/>
              </a:solidFill>
              <a:latin typeface="Calibri"/>
              <a:ea typeface="Calibri"/>
              <a:cs typeface="Calibri"/>
              <a:sym typeface="Calibri"/>
            </a:endParaRPr>
          </a:p>
        </p:txBody>
      </p:sp>
      <p:sp>
        <p:nvSpPr>
          <p:cNvPr id="2523" name="Google Shape;2523;h29ad1a1c935308b6_12_139"/>
          <p:cNvSpPr/>
          <p:nvPr/>
        </p:nvSpPr>
        <p:spPr>
          <a:xfrm>
            <a:off x="6565392" y="6547104"/>
            <a:ext cx="5157216" cy="2916936"/>
          </a:xfrm>
          <a:prstGeom prst="rect">
            <a:avLst/>
          </a:prstGeom>
          <a:solidFill>
            <a:srgbClr val="FFFFFF"/>
          </a:solidFill>
          <a:ln cap="flat" cmpd="sng" w="12700">
            <a:solidFill>
              <a:srgbClr val="C9D6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tmp/p/build/img2/e6.jpg" id="2524" name="Google Shape;2524;h29ad1a1c935308b6_12_139"/>
          <p:cNvPicPr preferRelativeResize="0"/>
          <p:nvPr/>
        </p:nvPicPr>
        <p:blipFill rotWithShape="1">
          <a:blip r:embed="rId6">
            <a:alphaModFix/>
          </a:blip>
          <a:srcRect b="0" l="0" r="0" t="0"/>
          <a:stretch/>
        </p:blipFill>
        <p:spPr>
          <a:xfrm>
            <a:off x="6583680" y="6565392"/>
            <a:ext cx="5120640" cy="2880360"/>
          </a:xfrm>
          <a:prstGeom prst="rect">
            <a:avLst/>
          </a:prstGeom>
          <a:noFill/>
          <a:ln>
            <a:noFill/>
          </a:ln>
        </p:spPr>
      </p:pic>
      <p:sp>
        <p:nvSpPr>
          <p:cNvPr id="2525" name="Google Shape;2525;h29ad1a1c935308b6_12_139"/>
          <p:cNvSpPr txBox="1"/>
          <p:nvPr/>
        </p:nvSpPr>
        <p:spPr>
          <a:xfrm>
            <a:off x="12024360" y="6291072"/>
            <a:ext cx="51206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0538B"/>
              </a:buClr>
              <a:buSzPts val="1200"/>
              <a:buFont typeface="Arial"/>
              <a:buNone/>
            </a:pPr>
            <a:r>
              <a:rPr b="1" i="0" lang="en-US" sz="1200" u="none" cap="none" strike="noStrike">
                <a:solidFill>
                  <a:srgbClr val="20538B"/>
                </a:solidFill>
                <a:latin typeface="Arial"/>
                <a:ea typeface="Arial"/>
                <a:cs typeface="Arial"/>
                <a:sym typeface="Arial"/>
              </a:rPr>
              <a:t>8쪽 · 경영진 결정 사항</a:t>
            </a:r>
            <a:r>
              <a:rPr b="0" i="0" lang="en-US" sz="1050" u="none" cap="none" strike="noStrike">
                <a:solidFill>
                  <a:srgbClr val="66748A"/>
                </a:solidFill>
                <a:latin typeface="Arial"/>
                <a:ea typeface="Arial"/>
                <a:cs typeface="Arial"/>
                <a:sym typeface="Arial"/>
              </a:rPr>
              <a:t>   승인이 필요한 3건</a:t>
            </a:r>
            <a:endParaRPr b="0" i="0" sz="1200" u="none" cap="none" strike="noStrike">
              <a:solidFill>
                <a:schemeClr val="dk1"/>
              </a:solidFill>
              <a:latin typeface="Calibri"/>
              <a:ea typeface="Calibri"/>
              <a:cs typeface="Calibri"/>
              <a:sym typeface="Calibri"/>
            </a:endParaRPr>
          </a:p>
        </p:txBody>
      </p:sp>
      <p:sp>
        <p:nvSpPr>
          <p:cNvPr id="2526" name="Google Shape;2526;h29ad1a1c935308b6_12_139"/>
          <p:cNvSpPr/>
          <p:nvPr/>
        </p:nvSpPr>
        <p:spPr>
          <a:xfrm>
            <a:off x="12006072" y="6547104"/>
            <a:ext cx="5157216" cy="2916936"/>
          </a:xfrm>
          <a:prstGeom prst="rect">
            <a:avLst/>
          </a:prstGeom>
          <a:solidFill>
            <a:srgbClr val="FFFFFF"/>
          </a:solidFill>
          <a:ln cap="flat" cmpd="sng" w="12700">
            <a:solidFill>
              <a:srgbClr val="C9D6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tmp/p/build/img2/e7.jpg" id="2527" name="Google Shape;2527;h29ad1a1c935308b6_12_139"/>
          <p:cNvPicPr preferRelativeResize="0"/>
          <p:nvPr/>
        </p:nvPicPr>
        <p:blipFill rotWithShape="1">
          <a:blip r:embed="rId7">
            <a:alphaModFix/>
          </a:blip>
          <a:srcRect b="0" l="0" r="0" t="0"/>
          <a:stretch/>
        </p:blipFill>
        <p:spPr>
          <a:xfrm>
            <a:off x="12024360" y="6565392"/>
            <a:ext cx="5120640" cy="2880360"/>
          </a:xfrm>
          <a:prstGeom prst="rect">
            <a:avLst/>
          </a:prstGeom>
          <a:noFill/>
          <a:ln>
            <a:noFill/>
          </a:ln>
        </p:spPr>
      </p:pic>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2" name="Shape 2532"/>
        <p:cNvGrpSpPr/>
        <p:nvPr/>
      </p:nvGrpSpPr>
      <p:grpSpPr>
        <a:xfrm>
          <a:off x="0" y="0"/>
          <a:ext cx="0" cy="0"/>
          <a:chOff x="0" y="0"/>
          <a:chExt cx="0" cy="0"/>
        </a:xfrm>
      </p:grpSpPr>
      <p:sp>
        <p:nvSpPr>
          <p:cNvPr id="2533" name="Google Shape;2533;h29ad1a1c935308b6_12_165"/>
          <p:cNvSpPr txBox="1"/>
          <p:nvPr/>
        </p:nvSpPr>
        <p:spPr>
          <a:xfrm>
            <a:off x="1325880" y="868680"/>
            <a:ext cx="960120" cy="10972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BDDEF"/>
              </a:buClr>
              <a:buSzPts val="4900"/>
              <a:buFont typeface="Arial"/>
              <a:buNone/>
            </a:pPr>
            <a:r>
              <a:rPr b="1" i="0" lang="en-US" sz="4900" u="none" cap="none" strike="noStrike">
                <a:solidFill>
                  <a:srgbClr val="CBDDEF"/>
                </a:solidFill>
                <a:latin typeface="Arial"/>
                <a:ea typeface="Arial"/>
                <a:cs typeface="Arial"/>
                <a:sym typeface="Arial"/>
              </a:rPr>
              <a:t>04</a:t>
            </a:r>
            <a:endParaRPr b="0" i="0" sz="4900" u="none" cap="none" strike="noStrike">
              <a:solidFill>
                <a:schemeClr val="dk1"/>
              </a:solidFill>
              <a:latin typeface="Calibri"/>
              <a:ea typeface="Calibri"/>
              <a:cs typeface="Calibri"/>
              <a:sym typeface="Calibri"/>
            </a:endParaRPr>
          </a:p>
        </p:txBody>
      </p:sp>
      <p:sp>
        <p:nvSpPr>
          <p:cNvPr id="2534" name="Google Shape;2534;h29ad1a1c935308b6_12_165"/>
          <p:cNvSpPr txBox="1"/>
          <p:nvPr/>
        </p:nvSpPr>
        <p:spPr>
          <a:xfrm>
            <a:off x="2331720" y="841248"/>
            <a:ext cx="12984480" cy="11704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0538B"/>
              </a:buClr>
              <a:buSzPts val="5000"/>
              <a:buFont typeface="Arial"/>
              <a:buNone/>
            </a:pPr>
            <a:r>
              <a:rPr b="1" i="0" lang="en-US" sz="5000" u="none" cap="none" strike="noStrike">
                <a:solidFill>
                  <a:srgbClr val="20538B"/>
                </a:solidFill>
                <a:latin typeface="Arial"/>
                <a:ea typeface="Arial"/>
                <a:cs typeface="Arial"/>
                <a:sym typeface="Arial"/>
              </a:rPr>
              <a:t>보고서 생성</a:t>
            </a:r>
            <a:r>
              <a:rPr b="1" i="0" lang="en-US" sz="3100" u="none" cap="none" strike="noStrike">
                <a:solidFill>
                  <a:srgbClr val="5A83B8"/>
                </a:solidFill>
                <a:latin typeface="Arial"/>
                <a:ea typeface="Arial"/>
                <a:cs typeface="Arial"/>
                <a:sym typeface="Arial"/>
              </a:rPr>
              <a:t>  -  실무진용 보고서</a:t>
            </a:r>
            <a:endParaRPr b="0" i="0" sz="5000" u="none" cap="none" strike="noStrike">
              <a:solidFill>
                <a:schemeClr val="dk1"/>
              </a:solidFill>
              <a:latin typeface="Calibri"/>
              <a:ea typeface="Calibri"/>
              <a:cs typeface="Calibri"/>
              <a:sym typeface="Calibri"/>
            </a:endParaRPr>
          </a:p>
        </p:txBody>
      </p:sp>
      <p:sp>
        <p:nvSpPr>
          <p:cNvPr id="2535" name="Google Shape;2535;h29ad1a1c935308b6_12_165"/>
          <p:cNvSpPr/>
          <p:nvPr/>
        </p:nvSpPr>
        <p:spPr>
          <a:xfrm>
            <a:off x="1143000" y="2450592"/>
            <a:ext cx="16002000" cy="475488"/>
          </a:xfrm>
          <a:prstGeom prst="rect">
            <a:avLst/>
          </a:prstGeom>
          <a:solidFill>
            <a:srgbClr val="2053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6" name="Google Shape;2536;h29ad1a1c935308b6_12_165"/>
          <p:cNvSpPr txBox="1"/>
          <p:nvPr/>
        </p:nvSpPr>
        <p:spPr>
          <a:xfrm>
            <a:off x="1344168" y="2450592"/>
            <a:ext cx="1563624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700"/>
              <a:buFont typeface="Arial"/>
              <a:buNone/>
            </a:pPr>
            <a:r>
              <a:rPr b="1" i="0" lang="en-US" sz="1700" u="none" cap="none" strike="noStrike">
                <a:solidFill>
                  <a:srgbClr val="FFFFFF"/>
                </a:solidFill>
                <a:latin typeface="Arial"/>
                <a:ea typeface="Arial"/>
                <a:cs typeface="Arial"/>
                <a:sym typeface="Arial"/>
              </a:rPr>
              <a:t>⑨ 실무진용 상세 보고서</a:t>
            </a:r>
            <a:r>
              <a:rPr b="0" i="0" lang="en-US" sz="1300" u="none" cap="none" strike="noStrike">
                <a:solidFill>
                  <a:srgbClr val="BFD4EC"/>
                </a:solidFill>
                <a:latin typeface="Arial"/>
                <a:ea typeface="Arial"/>
                <a:cs typeface="Arial"/>
                <a:sym typeface="Arial"/>
              </a:rPr>
              <a:t>   SCAN-20261007-002-T · A4 14쪽 — 판단 기준·조치 방법은 KISA 가이드 원문, 관련 법령은 조문 원문 그대로</a:t>
            </a:r>
            <a:endParaRPr b="0" i="0" sz="1700" u="none" cap="none" strike="noStrike">
              <a:solidFill>
                <a:schemeClr val="dk1"/>
              </a:solidFill>
              <a:latin typeface="Calibri"/>
              <a:ea typeface="Calibri"/>
              <a:cs typeface="Calibri"/>
              <a:sym typeface="Calibri"/>
            </a:endParaRPr>
          </a:p>
        </p:txBody>
      </p:sp>
      <p:sp>
        <p:nvSpPr>
          <p:cNvPr id="2537" name="Google Shape;2537;h29ad1a1c935308b6_12_165"/>
          <p:cNvSpPr txBox="1"/>
          <p:nvPr/>
        </p:nvSpPr>
        <p:spPr>
          <a:xfrm>
            <a:off x="1143000" y="2980944"/>
            <a:ext cx="3808476"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0538B"/>
              </a:buClr>
              <a:buSzPts val="1300"/>
              <a:buFont typeface="Arial"/>
              <a:buNone/>
            </a:pPr>
            <a:r>
              <a:rPr b="1" i="0" lang="en-US" sz="1300" u="none" cap="none" strike="noStrike">
                <a:solidFill>
                  <a:srgbClr val="20538B"/>
                </a:solidFill>
                <a:latin typeface="Arial"/>
                <a:ea typeface="Arial"/>
                <a:cs typeface="Arial"/>
                <a:sym typeface="Arial"/>
              </a:rPr>
              <a:t>3쪽 · 진단 결과 요약</a:t>
            </a:r>
            <a:endParaRPr b="0" i="0" sz="1300" u="none" cap="none" strike="noStrike">
              <a:solidFill>
                <a:schemeClr val="dk1"/>
              </a:solidFill>
              <a:latin typeface="Calibri"/>
              <a:ea typeface="Calibri"/>
              <a:cs typeface="Calibri"/>
              <a:sym typeface="Calibri"/>
            </a:endParaRPr>
          </a:p>
        </p:txBody>
      </p:sp>
      <p:sp>
        <p:nvSpPr>
          <p:cNvPr id="2538" name="Google Shape;2538;h29ad1a1c935308b6_12_165"/>
          <p:cNvSpPr txBox="1"/>
          <p:nvPr/>
        </p:nvSpPr>
        <p:spPr>
          <a:xfrm>
            <a:off x="1143000" y="3255264"/>
            <a:ext cx="3808476"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748A"/>
              </a:buClr>
              <a:buSzPts val="1100"/>
              <a:buFont typeface="Arial"/>
              <a:buNone/>
            </a:pPr>
            <a:r>
              <a:rPr b="0" i="0" lang="en-US" sz="1100" u="none" cap="none" strike="noStrike">
                <a:solidFill>
                  <a:srgbClr val="66748A"/>
                </a:solidFill>
                <a:latin typeface="Arial"/>
                <a:ea typeface="Arial"/>
                <a:cs typeface="Arial"/>
                <a:sym typeface="Arial"/>
              </a:rPr>
              <a:t>위험도별 현황과 항목별 결과</a:t>
            </a:r>
            <a:endParaRPr b="0" i="0" sz="1100" u="none" cap="none" strike="noStrike">
              <a:solidFill>
                <a:schemeClr val="dk1"/>
              </a:solidFill>
              <a:latin typeface="Calibri"/>
              <a:ea typeface="Calibri"/>
              <a:cs typeface="Calibri"/>
              <a:sym typeface="Calibri"/>
            </a:endParaRPr>
          </a:p>
        </p:txBody>
      </p:sp>
      <p:sp>
        <p:nvSpPr>
          <p:cNvPr id="2539" name="Google Shape;2539;h29ad1a1c935308b6_12_165"/>
          <p:cNvSpPr/>
          <p:nvPr/>
        </p:nvSpPr>
        <p:spPr>
          <a:xfrm>
            <a:off x="1124712" y="3547872"/>
            <a:ext cx="3845052" cy="3310128"/>
          </a:xfrm>
          <a:prstGeom prst="rect">
            <a:avLst/>
          </a:prstGeom>
          <a:solidFill>
            <a:srgbClr val="FFFFFF"/>
          </a:solidFill>
          <a:ln cap="flat" cmpd="sng" w="12700">
            <a:solidFill>
              <a:srgbClr val="C9D6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tmp/p/build/img2/t3.jpg" id="2540" name="Google Shape;2540;h29ad1a1c935308b6_12_165"/>
          <p:cNvPicPr preferRelativeResize="0"/>
          <p:nvPr/>
        </p:nvPicPr>
        <p:blipFill rotWithShape="1">
          <a:blip r:embed="rId7">
            <a:alphaModFix/>
          </a:blip>
          <a:srcRect b="0" l="0" r="0" t="0"/>
          <a:stretch/>
        </p:blipFill>
        <p:spPr>
          <a:xfrm>
            <a:off x="1143000" y="3566160"/>
            <a:ext cx="3808476" cy="3273552"/>
          </a:xfrm>
          <a:prstGeom prst="rect">
            <a:avLst/>
          </a:prstGeom>
          <a:noFill/>
          <a:ln>
            <a:noFill/>
          </a:ln>
        </p:spPr>
      </p:pic>
      <p:sp>
        <p:nvSpPr>
          <p:cNvPr id="2541" name="Google Shape;2541;h29ad1a1c935308b6_12_165"/>
          <p:cNvSpPr/>
          <p:nvPr/>
        </p:nvSpPr>
        <p:spPr>
          <a:xfrm>
            <a:off x="1143000" y="7004304"/>
            <a:ext cx="3808476" cy="2432304"/>
          </a:xfrm>
          <a:prstGeom prst="rect">
            <a:avLst/>
          </a:prstGeom>
          <a:solidFill>
            <a:srgbClr val="F3F6FB"/>
          </a:solidFill>
          <a:ln cap="flat" cmpd="sng" w="12700">
            <a:solidFill>
              <a:srgbClr val="D7E1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2" name="Google Shape;2542;h29ad1a1c935308b6_12_165"/>
          <p:cNvSpPr txBox="1"/>
          <p:nvPr/>
        </p:nvSpPr>
        <p:spPr>
          <a:xfrm>
            <a:off x="1325880" y="7114032"/>
            <a:ext cx="3442716"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0538B"/>
              </a:buClr>
              <a:buSzPts val="1300"/>
              <a:buFont typeface="Arial"/>
              <a:buNone/>
            </a:pPr>
            <a:r>
              <a:rPr b="1" i="0" lang="en-US" sz="1300" u="none" cap="none" strike="noStrike">
                <a:solidFill>
                  <a:srgbClr val="20538B"/>
                </a:solidFill>
                <a:latin typeface="Arial"/>
                <a:ea typeface="Arial"/>
                <a:cs typeface="Arial"/>
                <a:sym typeface="Arial"/>
              </a:rPr>
              <a:t>코드가 판정하는 값</a:t>
            </a:r>
            <a:endParaRPr b="0" i="0" sz="1300" u="none" cap="none" strike="noStrike">
              <a:solidFill>
                <a:schemeClr val="dk1"/>
              </a:solidFill>
              <a:latin typeface="Calibri"/>
              <a:ea typeface="Calibri"/>
              <a:cs typeface="Calibri"/>
              <a:sym typeface="Calibri"/>
            </a:endParaRPr>
          </a:p>
        </p:txBody>
      </p:sp>
      <p:sp>
        <p:nvSpPr>
          <p:cNvPr id="2543" name="Google Shape;2543;h29ad1a1c935308b6_12_165"/>
          <p:cNvSpPr txBox="1"/>
          <p:nvPr/>
        </p:nvSpPr>
        <p:spPr>
          <a:xfrm>
            <a:off x="1371600" y="7534656"/>
            <a:ext cx="3351276" cy="1792224"/>
          </a:xfrm>
          <a:prstGeom prst="rect">
            <a:avLst/>
          </a:prstGeom>
          <a:noFill/>
          <a:ln>
            <a:noFill/>
          </a:ln>
        </p:spPr>
        <p:txBody>
          <a:bodyPr anchorCtr="0" anchor="t" bIns="0" lIns="0" spcFirstLastPara="1" rIns="0" wrap="square" tIns="0">
            <a:noAutofit/>
          </a:bodyPr>
          <a:lstStyle/>
          <a:p>
            <a:pPr indent="-342900" lvl="0" marL="342900" marR="0" rtl="0" algn="l">
              <a:lnSpc>
                <a:spcPct val="112000"/>
              </a:lnSpc>
              <a:spcBef>
                <a:spcPts val="0"/>
              </a:spcBef>
              <a:spcAft>
                <a:spcPts val="0"/>
              </a:spcAft>
              <a:buClr>
                <a:srgbClr val="2E3F57"/>
              </a:buClr>
              <a:buSzPts val="1150"/>
              <a:buFont typeface="Arial"/>
              <a:buChar char="•"/>
            </a:pPr>
            <a:r>
              <a:rPr b="0" i="0" lang="en-US" sz="1150" u="none" cap="none" strike="noStrike">
                <a:solidFill>
                  <a:srgbClr val="2E3F57"/>
                </a:solidFill>
                <a:latin typeface="Arial"/>
                <a:ea typeface="Arial"/>
                <a:cs typeface="Arial"/>
                <a:sym typeface="Arial"/>
              </a:rPr>
              <a:t>위험도별 취약 항목 수 (상 7 · 중 0 · 하 0)</a:t>
            </a:r>
            <a:endParaRPr b="0" i="0" sz="1150" u="none" cap="none" strike="noStrike">
              <a:solidFill>
                <a:schemeClr val="dk1"/>
              </a:solidFill>
              <a:latin typeface="Calibri"/>
              <a:ea typeface="Calibri"/>
              <a:cs typeface="Calibri"/>
              <a:sym typeface="Calibri"/>
            </a:endParaRPr>
          </a:p>
          <a:p>
            <a:pPr indent="-342900" lvl="0" marL="342900" marR="0" rtl="0" algn="l">
              <a:lnSpc>
                <a:spcPct val="112000"/>
              </a:lnSpc>
              <a:spcBef>
                <a:spcPts val="300"/>
              </a:spcBef>
              <a:spcAft>
                <a:spcPts val="0"/>
              </a:spcAft>
              <a:buClr>
                <a:srgbClr val="2E3F57"/>
              </a:buClr>
              <a:buSzPts val="1150"/>
              <a:buFont typeface="Arial"/>
              <a:buChar char="•"/>
            </a:pPr>
            <a:r>
              <a:rPr b="0" i="0" lang="en-US" sz="1150" u="none" cap="none" strike="noStrike">
                <a:solidFill>
                  <a:srgbClr val="2E3F57"/>
                </a:solidFill>
                <a:latin typeface="Arial"/>
                <a:ea typeface="Arial"/>
                <a:cs typeface="Arial"/>
                <a:sym typeface="Arial"/>
              </a:rPr>
              <a:t>항목별 취약 / 양호 — 점검 19개 중 취약 7개</a:t>
            </a:r>
            <a:endParaRPr b="0" i="0" sz="1150" u="none" cap="none" strike="noStrike">
              <a:solidFill>
                <a:schemeClr val="dk1"/>
              </a:solidFill>
              <a:latin typeface="Calibri"/>
              <a:ea typeface="Calibri"/>
              <a:cs typeface="Calibri"/>
              <a:sym typeface="Calibri"/>
            </a:endParaRPr>
          </a:p>
          <a:p>
            <a:pPr indent="-342900" lvl="0" marL="342900" marR="0" rtl="0" algn="l">
              <a:lnSpc>
                <a:spcPct val="112000"/>
              </a:lnSpc>
              <a:spcBef>
                <a:spcPts val="300"/>
              </a:spcBef>
              <a:spcAft>
                <a:spcPts val="0"/>
              </a:spcAft>
              <a:buClr>
                <a:srgbClr val="2E3F57"/>
              </a:buClr>
              <a:buSzPts val="1150"/>
              <a:buFont typeface="Arial"/>
              <a:buChar char="•"/>
            </a:pPr>
            <a:r>
              <a:rPr b="0" i="0" lang="en-US" sz="1150" u="none" cap="none" strike="noStrike">
                <a:solidFill>
                  <a:srgbClr val="2E3F57"/>
                </a:solidFill>
                <a:latin typeface="Arial"/>
                <a:ea typeface="Arial"/>
                <a:cs typeface="Arial"/>
                <a:sym typeface="Arial"/>
              </a:rPr>
              <a:t>전체 위험 수준 '심각' = 개인정보를 처리하는 자산에 '상' 위험 취약점이 있음</a:t>
            </a:r>
            <a:endParaRPr b="0" i="0" sz="1150" u="none" cap="none" strike="noStrike">
              <a:solidFill>
                <a:schemeClr val="dk1"/>
              </a:solidFill>
              <a:latin typeface="Calibri"/>
              <a:ea typeface="Calibri"/>
              <a:cs typeface="Calibri"/>
              <a:sym typeface="Calibri"/>
            </a:endParaRPr>
          </a:p>
          <a:p>
            <a:pPr indent="-342900" lvl="0" marL="342900" marR="0" rtl="0" algn="l">
              <a:lnSpc>
                <a:spcPct val="112000"/>
              </a:lnSpc>
              <a:spcBef>
                <a:spcPts val="300"/>
              </a:spcBef>
              <a:spcAft>
                <a:spcPts val="0"/>
              </a:spcAft>
              <a:buClr>
                <a:srgbClr val="2E3F57"/>
              </a:buClr>
              <a:buSzPts val="1150"/>
              <a:buFont typeface="Arial"/>
              <a:buChar char="•"/>
            </a:pPr>
            <a:r>
              <a:rPr b="0" i="0" lang="en-US" sz="1150" u="none" cap="none" strike="noStrike">
                <a:solidFill>
                  <a:srgbClr val="2E3F57"/>
                </a:solidFill>
                <a:latin typeface="Arial"/>
                <a:ea typeface="Arial"/>
                <a:cs typeface="Arial"/>
                <a:sym typeface="Arial"/>
              </a:rPr>
              <a:t>LLM은 이 숫자를 직접 수정하지 않음</a:t>
            </a:r>
            <a:endParaRPr b="0" i="0" sz="1150" u="none" cap="none" strike="noStrike">
              <a:solidFill>
                <a:schemeClr val="dk1"/>
              </a:solidFill>
              <a:latin typeface="Calibri"/>
              <a:ea typeface="Calibri"/>
              <a:cs typeface="Calibri"/>
              <a:sym typeface="Calibri"/>
            </a:endParaRPr>
          </a:p>
        </p:txBody>
      </p:sp>
      <p:sp>
        <p:nvSpPr>
          <p:cNvPr id="2544" name="Google Shape;2544;h29ad1a1c935308b6_12_165"/>
          <p:cNvSpPr txBox="1"/>
          <p:nvPr/>
        </p:nvSpPr>
        <p:spPr>
          <a:xfrm>
            <a:off x="5207508" y="2980944"/>
            <a:ext cx="3808476"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0538B"/>
              </a:buClr>
              <a:buSzPts val="1300"/>
              <a:buFont typeface="Arial"/>
              <a:buNone/>
            </a:pPr>
            <a:r>
              <a:rPr b="1" i="0" lang="en-US" sz="1300" u="none" cap="none" strike="noStrike">
                <a:solidFill>
                  <a:srgbClr val="20538B"/>
                </a:solidFill>
                <a:latin typeface="Arial"/>
                <a:ea typeface="Arial"/>
                <a:cs typeface="Arial"/>
                <a:sym typeface="Arial"/>
              </a:rPr>
              <a:t>5쪽 · 취약점 상세 3.1</a:t>
            </a:r>
            <a:endParaRPr b="0" i="0" sz="1300" u="none" cap="none" strike="noStrike">
              <a:solidFill>
                <a:schemeClr val="dk1"/>
              </a:solidFill>
              <a:latin typeface="Calibri"/>
              <a:ea typeface="Calibri"/>
              <a:cs typeface="Calibri"/>
              <a:sym typeface="Calibri"/>
            </a:endParaRPr>
          </a:p>
        </p:txBody>
      </p:sp>
      <p:sp>
        <p:nvSpPr>
          <p:cNvPr id="2545" name="Google Shape;2545;h29ad1a1c935308b6_12_165"/>
          <p:cNvSpPr txBox="1"/>
          <p:nvPr/>
        </p:nvSpPr>
        <p:spPr>
          <a:xfrm>
            <a:off x="5207508" y="3255264"/>
            <a:ext cx="3808476"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748A"/>
              </a:buClr>
              <a:buSzPts val="1100"/>
              <a:buFont typeface="Arial"/>
              <a:buNone/>
            </a:pPr>
            <a:r>
              <a:rPr b="0" i="0" lang="en-US" sz="1100" u="none" cap="none" strike="noStrike">
                <a:solidFill>
                  <a:srgbClr val="66748A"/>
                </a:solidFill>
                <a:latin typeface="Arial"/>
                <a:ea typeface="Arial"/>
                <a:cs typeface="Arial"/>
                <a:sym typeface="Arial"/>
              </a:rPr>
              <a:t>주석 내 정보 누출 (IL-COMMENT-01)</a:t>
            </a:r>
            <a:endParaRPr b="0" i="0" sz="1100" u="none" cap="none" strike="noStrike">
              <a:solidFill>
                <a:schemeClr val="dk1"/>
              </a:solidFill>
              <a:latin typeface="Calibri"/>
              <a:ea typeface="Calibri"/>
              <a:cs typeface="Calibri"/>
              <a:sym typeface="Calibri"/>
            </a:endParaRPr>
          </a:p>
        </p:txBody>
      </p:sp>
      <p:sp>
        <p:nvSpPr>
          <p:cNvPr id="2546" name="Google Shape;2546;h29ad1a1c935308b6_12_165"/>
          <p:cNvSpPr/>
          <p:nvPr/>
        </p:nvSpPr>
        <p:spPr>
          <a:xfrm>
            <a:off x="5189220" y="3547872"/>
            <a:ext cx="3845052" cy="3200400"/>
          </a:xfrm>
          <a:prstGeom prst="rect">
            <a:avLst/>
          </a:prstGeom>
          <a:solidFill>
            <a:srgbClr val="FFFFFF"/>
          </a:solidFill>
          <a:ln cap="flat" cmpd="sng" w="12700">
            <a:solidFill>
              <a:srgbClr val="C9D6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tmp/p/build/img2/t4.jpg" id="2547" name="Google Shape;2547;h29ad1a1c935308b6_12_165"/>
          <p:cNvPicPr preferRelativeResize="0"/>
          <p:nvPr/>
        </p:nvPicPr>
        <p:blipFill rotWithShape="1">
          <a:blip r:embed="rId3">
            <a:alphaModFix/>
          </a:blip>
          <a:srcRect b="0" l="0" r="0" t="0"/>
          <a:stretch/>
        </p:blipFill>
        <p:spPr>
          <a:xfrm>
            <a:off x="5207508" y="3566160"/>
            <a:ext cx="3808476" cy="3163824"/>
          </a:xfrm>
          <a:prstGeom prst="rect">
            <a:avLst/>
          </a:prstGeom>
          <a:noFill/>
          <a:ln>
            <a:noFill/>
          </a:ln>
        </p:spPr>
      </p:pic>
      <p:sp>
        <p:nvSpPr>
          <p:cNvPr id="2548" name="Google Shape;2548;h29ad1a1c935308b6_12_165"/>
          <p:cNvSpPr/>
          <p:nvPr/>
        </p:nvSpPr>
        <p:spPr>
          <a:xfrm>
            <a:off x="5207508" y="6894576"/>
            <a:ext cx="3808476" cy="2542032"/>
          </a:xfrm>
          <a:prstGeom prst="rect">
            <a:avLst/>
          </a:prstGeom>
          <a:solidFill>
            <a:srgbClr val="F3F6FB"/>
          </a:solidFill>
          <a:ln cap="flat" cmpd="sng" w="12700">
            <a:solidFill>
              <a:srgbClr val="D7E1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9" name="Google Shape;2549;h29ad1a1c935308b6_12_165"/>
          <p:cNvSpPr txBox="1"/>
          <p:nvPr/>
        </p:nvSpPr>
        <p:spPr>
          <a:xfrm>
            <a:off x="5390388" y="7004304"/>
            <a:ext cx="3442716"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0538B"/>
              </a:buClr>
              <a:buSzPts val="1300"/>
              <a:buFont typeface="Arial"/>
              <a:buNone/>
            </a:pPr>
            <a:r>
              <a:rPr b="1" i="0" lang="en-US" sz="1300" u="none" cap="none" strike="noStrike">
                <a:solidFill>
                  <a:srgbClr val="20538B"/>
                </a:solidFill>
                <a:latin typeface="Arial"/>
                <a:ea typeface="Arial"/>
                <a:cs typeface="Arial"/>
                <a:sym typeface="Arial"/>
              </a:rPr>
              <a:t>한 항목에 들어가는 칸</a:t>
            </a:r>
            <a:endParaRPr b="0" i="0" sz="1300" u="none" cap="none" strike="noStrike">
              <a:solidFill>
                <a:schemeClr val="dk1"/>
              </a:solidFill>
              <a:latin typeface="Calibri"/>
              <a:ea typeface="Calibri"/>
              <a:cs typeface="Calibri"/>
              <a:sym typeface="Calibri"/>
            </a:endParaRPr>
          </a:p>
        </p:txBody>
      </p:sp>
      <p:sp>
        <p:nvSpPr>
          <p:cNvPr id="2550" name="Google Shape;2550;h29ad1a1c935308b6_12_165"/>
          <p:cNvSpPr txBox="1"/>
          <p:nvPr/>
        </p:nvSpPr>
        <p:spPr>
          <a:xfrm>
            <a:off x="5436108" y="7424928"/>
            <a:ext cx="3351276" cy="1901952"/>
          </a:xfrm>
          <a:prstGeom prst="rect">
            <a:avLst/>
          </a:prstGeom>
          <a:noFill/>
          <a:ln>
            <a:noFill/>
          </a:ln>
        </p:spPr>
        <p:txBody>
          <a:bodyPr anchorCtr="0" anchor="t" bIns="0" lIns="0" spcFirstLastPara="1" rIns="0" wrap="square" tIns="0">
            <a:noAutofit/>
          </a:bodyPr>
          <a:lstStyle/>
          <a:p>
            <a:pPr indent="-342900" lvl="0" marL="342900" marR="0" rtl="0" algn="l">
              <a:lnSpc>
                <a:spcPct val="112000"/>
              </a:lnSpc>
              <a:spcBef>
                <a:spcPts val="0"/>
              </a:spcBef>
              <a:spcAft>
                <a:spcPts val="0"/>
              </a:spcAft>
              <a:buClr>
                <a:srgbClr val="2E3F57"/>
              </a:buClr>
              <a:buSzPts val="1150"/>
              <a:buFont typeface="Arial"/>
              <a:buChar char="•"/>
            </a:pPr>
            <a:r>
              <a:rPr b="0" i="0" lang="en-US" sz="1150" u="none" cap="none" strike="noStrike">
                <a:solidFill>
                  <a:srgbClr val="2E3F57"/>
                </a:solidFill>
                <a:latin typeface="Arial"/>
                <a:ea typeface="Arial"/>
                <a:cs typeface="Arial"/>
                <a:sym typeface="Arial"/>
              </a:rPr>
              <a:t>식별 번호 · 대상 자산 — 진단 JSON 그대로</a:t>
            </a:r>
            <a:endParaRPr b="0" i="0" sz="1150" u="none" cap="none" strike="noStrike">
              <a:solidFill>
                <a:schemeClr val="dk1"/>
              </a:solidFill>
              <a:latin typeface="Calibri"/>
              <a:ea typeface="Calibri"/>
              <a:cs typeface="Calibri"/>
              <a:sym typeface="Calibri"/>
            </a:endParaRPr>
          </a:p>
          <a:p>
            <a:pPr indent="-342900" lvl="0" marL="342900" marR="0" rtl="0" algn="l">
              <a:lnSpc>
                <a:spcPct val="112000"/>
              </a:lnSpc>
              <a:spcBef>
                <a:spcPts val="300"/>
              </a:spcBef>
              <a:spcAft>
                <a:spcPts val="0"/>
              </a:spcAft>
              <a:buClr>
                <a:srgbClr val="2E3F57"/>
              </a:buClr>
              <a:buSzPts val="1150"/>
              <a:buFont typeface="Arial"/>
              <a:buChar char="•"/>
            </a:pPr>
            <a:r>
              <a:rPr b="0" i="0" lang="en-US" sz="1150" u="none" cap="none" strike="noStrike">
                <a:solidFill>
                  <a:srgbClr val="2E3F57"/>
                </a:solidFill>
                <a:latin typeface="Arial"/>
                <a:ea typeface="Arial"/>
                <a:cs typeface="Arial"/>
                <a:sym typeface="Arial"/>
              </a:rPr>
              <a:t>설명 · 영향 — LLM이 쓴 문장은 이 두 칸뿐</a:t>
            </a:r>
            <a:endParaRPr b="0" i="0" sz="1150" u="none" cap="none" strike="noStrike">
              <a:solidFill>
                <a:schemeClr val="dk1"/>
              </a:solidFill>
              <a:latin typeface="Calibri"/>
              <a:ea typeface="Calibri"/>
              <a:cs typeface="Calibri"/>
              <a:sym typeface="Calibri"/>
            </a:endParaRPr>
          </a:p>
          <a:p>
            <a:pPr indent="-342900" lvl="0" marL="342900" marR="0" rtl="0" algn="l">
              <a:lnSpc>
                <a:spcPct val="112000"/>
              </a:lnSpc>
              <a:spcBef>
                <a:spcPts val="300"/>
              </a:spcBef>
              <a:spcAft>
                <a:spcPts val="0"/>
              </a:spcAft>
              <a:buClr>
                <a:srgbClr val="2E3F57"/>
              </a:buClr>
              <a:buSzPts val="1150"/>
              <a:buFont typeface="Arial"/>
              <a:buChar char="•"/>
            </a:pPr>
            <a:r>
              <a:rPr b="0" i="0" lang="en-US" sz="1150" u="none" cap="none" strike="noStrike">
                <a:solidFill>
                  <a:srgbClr val="2E3F57"/>
                </a:solidFill>
                <a:latin typeface="Arial"/>
                <a:ea typeface="Arial"/>
                <a:cs typeface="Arial"/>
                <a:sym typeface="Arial"/>
              </a:rPr>
              <a:t>현황 — 진단 근거 원문 (확인된 정보까지)</a:t>
            </a:r>
            <a:endParaRPr b="0" i="0" sz="1150" u="none" cap="none" strike="noStrike">
              <a:solidFill>
                <a:schemeClr val="dk1"/>
              </a:solidFill>
              <a:latin typeface="Calibri"/>
              <a:ea typeface="Calibri"/>
              <a:cs typeface="Calibri"/>
              <a:sym typeface="Calibri"/>
            </a:endParaRPr>
          </a:p>
          <a:p>
            <a:pPr indent="-342900" lvl="0" marL="342900" marR="0" rtl="0" algn="l">
              <a:lnSpc>
                <a:spcPct val="112000"/>
              </a:lnSpc>
              <a:spcBef>
                <a:spcPts val="300"/>
              </a:spcBef>
              <a:spcAft>
                <a:spcPts val="0"/>
              </a:spcAft>
              <a:buClr>
                <a:srgbClr val="2E3F57"/>
              </a:buClr>
              <a:buSzPts val="1150"/>
              <a:buFont typeface="Arial"/>
              <a:buChar char="•"/>
            </a:pPr>
            <a:r>
              <a:rPr b="0" i="0" lang="en-US" sz="1150" u="none" cap="none" strike="noStrike">
                <a:solidFill>
                  <a:srgbClr val="2E3F57"/>
                </a:solidFill>
                <a:latin typeface="Arial"/>
                <a:ea typeface="Arial"/>
                <a:cs typeface="Arial"/>
                <a:sym typeface="Arial"/>
              </a:rPr>
              <a:t>판단 기준 · 조치 방법 — KISA 가이드 원문</a:t>
            </a:r>
            <a:endParaRPr b="0" i="0" sz="1150" u="none" cap="none" strike="noStrike">
              <a:solidFill>
                <a:schemeClr val="dk1"/>
              </a:solidFill>
              <a:latin typeface="Calibri"/>
              <a:ea typeface="Calibri"/>
              <a:cs typeface="Calibri"/>
              <a:sym typeface="Calibri"/>
            </a:endParaRPr>
          </a:p>
        </p:txBody>
      </p:sp>
      <p:sp>
        <p:nvSpPr>
          <p:cNvPr id="2551" name="Google Shape;2551;h29ad1a1c935308b6_12_165"/>
          <p:cNvSpPr txBox="1"/>
          <p:nvPr/>
        </p:nvSpPr>
        <p:spPr>
          <a:xfrm>
            <a:off x="9272016" y="2980944"/>
            <a:ext cx="3808476"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0538B"/>
              </a:buClr>
              <a:buSzPts val="1300"/>
              <a:buFont typeface="Arial"/>
              <a:buNone/>
            </a:pPr>
            <a:r>
              <a:rPr b="1" i="0" lang="en-US" sz="1300" u="none" cap="none" strike="noStrike">
                <a:solidFill>
                  <a:srgbClr val="20538B"/>
                </a:solidFill>
                <a:latin typeface="Arial"/>
                <a:ea typeface="Arial"/>
                <a:cs typeface="Arial"/>
                <a:sym typeface="Arial"/>
              </a:rPr>
              <a:t>9쪽 · 관련 법령 원문과 매핑 근거</a:t>
            </a:r>
            <a:endParaRPr b="0" i="0" sz="1300" u="none" cap="none" strike="noStrike">
              <a:solidFill>
                <a:schemeClr val="dk1"/>
              </a:solidFill>
              <a:latin typeface="Calibri"/>
              <a:ea typeface="Calibri"/>
              <a:cs typeface="Calibri"/>
              <a:sym typeface="Calibri"/>
            </a:endParaRPr>
          </a:p>
        </p:txBody>
      </p:sp>
      <p:sp>
        <p:nvSpPr>
          <p:cNvPr id="2552" name="Google Shape;2552;h29ad1a1c935308b6_12_165"/>
          <p:cNvSpPr txBox="1"/>
          <p:nvPr/>
        </p:nvSpPr>
        <p:spPr>
          <a:xfrm>
            <a:off x="9272016" y="3255264"/>
            <a:ext cx="3808476"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748A"/>
              </a:buClr>
              <a:buSzPts val="1100"/>
              <a:buFont typeface="Arial"/>
              <a:buNone/>
            </a:pPr>
            <a:r>
              <a:rPr b="0" i="0" lang="en-US" sz="1100" u="none" cap="none" strike="noStrike">
                <a:solidFill>
                  <a:srgbClr val="66748A"/>
                </a:solidFill>
                <a:latin typeface="Arial"/>
                <a:ea typeface="Arial"/>
                <a:cs typeface="Arial"/>
                <a:sym typeface="Arial"/>
              </a:rPr>
              <a:t>조문 원문 + 매핑 근거 + '검토 전' 배지</a:t>
            </a:r>
            <a:endParaRPr b="0" i="0" sz="1100" u="none" cap="none" strike="noStrike">
              <a:solidFill>
                <a:schemeClr val="dk1"/>
              </a:solidFill>
              <a:latin typeface="Calibri"/>
              <a:ea typeface="Calibri"/>
              <a:cs typeface="Calibri"/>
              <a:sym typeface="Calibri"/>
            </a:endParaRPr>
          </a:p>
        </p:txBody>
      </p:sp>
      <p:sp>
        <p:nvSpPr>
          <p:cNvPr id="2553" name="Google Shape;2553;h29ad1a1c935308b6_12_165"/>
          <p:cNvSpPr/>
          <p:nvPr/>
        </p:nvSpPr>
        <p:spPr>
          <a:xfrm>
            <a:off x="9253728" y="3547872"/>
            <a:ext cx="3845052" cy="5843016"/>
          </a:xfrm>
          <a:prstGeom prst="rect">
            <a:avLst/>
          </a:prstGeom>
          <a:solidFill>
            <a:srgbClr val="FFFFFF"/>
          </a:solidFill>
          <a:ln cap="flat" cmpd="sng" w="12700">
            <a:solidFill>
              <a:srgbClr val="C9D6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tmp/p/build/img2/t5.jpg" id="2554" name="Google Shape;2554;h29ad1a1c935308b6_12_165"/>
          <p:cNvPicPr preferRelativeResize="0"/>
          <p:nvPr/>
        </p:nvPicPr>
        <p:blipFill rotWithShape="1">
          <a:blip r:embed="rId4">
            <a:alphaModFix/>
          </a:blip>
          <a:srcRect b="0" l="0" r="0" t="0"/>
          <a:stretch/>
        </p:blipFill>
        <p:spPr>
          <a:xfrm>
            <a:off x="9272016" y="3566160"/>
            <a:ext cx="3808476" cy="5806440"/>
          </a:xfrm>
          <a:prstGeom prst="rect">
            <a:avLst/>
          </a:prstGeom>
          <a:noFill/>
          <a:ln>
            <a:noFill/>
          </a:ln>
        </p:spPr>
      </p:pic>
      <p:sp>
        <p:nvSpPr>
          <p:cNvPr id="2555" name="Google Shape;2555;h29ad1a1c935308b6_12_165"/>
          <p:cNvSpPr txBox="1"/>
          <p:nvPr/>
        </p:nvSpPr>
        <p:spPr>
          <a:xfrm>
            <a:off x="13336524" y="2980944"/>
            <a:ext cx="3808476"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0538B"/>
              </a:buClr>
              <a:buSzPts val="1300"/>
              <a:buFont typeface="Arial"/>
              <a:buNone/>
            </a:pPr>
            <a:r>
              <a:rPr b="1" i="0" lang="en-US" sz="1300" u="none" cap="none" strike="noStrike">
                <a:solidFill>
                  <a:srgbClr val="20538B"/>
                </a:solidFill>
                <a:latin typeface="Arial"/>
                <a:ea typeface="Arial"/>
                <a:cs typeface="Arial"/>
                <a:sym typeface="Arial"/>
              </a:rPr>
              <a:t>12쪽 · 부록 4.3 과징금 노출 산정</a:t>
            </a:r>
            <a:endParaRPr b="0" i="0" sz="1300" u="none" cap="none" strike="noStrike">
              <a:solidFill>
                <a:schemeClr val="dk1"/>
              </a:solidFill>
              <a:latin typeface="Calibri"/>
              <a:ea typeface="Calibri"/>
              <a:cs typeface="Calibri"/>
              <a:sym typeface="Calibri"/>
            </a:endParaRPr>
          </a:p>
        </p:txBody>
      </p:sp>
      <p:sp>
        <p:nvSpPr>
          <p:cNvPr id="2556" name="Google Shape;2556;h29ad1a1c935308b6_12_165"/>
          <p:cNvSpPr txBox="1"/>
          <p:nvPr/>
        </p:nvSpPr>
        <p:spPr>
          <a:xfrm>
            <a:off x="13336524" y="3255264"/>
            <a:ext cx="3808476"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6748A"/>
              </a:buClr>
              <a:buSzPts val="1100"/>
              <a:buFont typeface="Arial"/>
              <a:buNone/>
            </a:pPr>
            <a:r>
              <a:rPr b="0" i="0" lang="en-US" sz="1100" u="none" cap="none" strike="noStrike">
                <a:solidFill>
                  <a:srgbClr val="66748A"/>
                </a:solidFill>
                <a:latin typeface="Arial"/>
                <a:ea typeface="Arial"/>
                <a:cs typeface="Arial"/>
                <a:sym typeface="Arial"/>
              </a:rPr>
              <a:t>상한 · 특례 · 감경을 근거와 함께 표로</a:t>
            </a:r>
            <a:endParaRPr b="0" i="0" sz="1100" u="none" cap="none" strike="noStrike">
              <a:solidFill>
                <a:schemeClr val="dk1"/>
              </a:solidFill>
              <a:latin typeface="Calibri"/>
              <a:ea typeface="Calibri"/>
              <a:cs typeface="Calibri"/>
              <a:sym typeface="Calibri"/>
            </a:endParaRPr>
          </a:p>
        </p:txBody>
      </p:sp>
      <p:sp>
        <p:nvSpPr>
          <p:cNvPr id="2557" name="Google Shape;2557;h29ad1a1c935308b6_12_165"/>
          <p:cNvSpPr/>
          <p:nvPr/>
        </p:nvSpPr>
        <p:spPr>
          <a:xfrm>
            <a:off x="13318236" y="3547872"/>
            <a:ext cx="3845052" cy="5175504"/>
          </a:xfrm>
          <a:prstGeom prst="rect">
            <a:avLst/>
          </a:prstGeom>
          <a:solidFill>
            <a:srgbClr val="FFFFFF"/>
          </a:solidFill>
          <a:ln cap="flat" cmpd="sng" w="12700">
            <a:solidFill>
              <a:srgbClr val="C9D6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tmp/p/build/img2/t7.jpg" id="2558" name="Google Shape;2558;h29ad1a1c935308b6_12_165"/>
          <p:cNvPicPr preferRelativeResize="0"/>
          <p:nvPr/>
        </p:nvPicPr>
        <p:blipFill rotWithShape="1">
          <a:blip r:embed="rId5">
            <a:alphaModFix/>
          </a:blip>
          <a:srcRect b="0" l="0" r="0" t="0"/>
          <a:stretch/>
        </p:blipFill>
        <p:spPr>
          <a:xfrm>
            <a:off x="13336524" y="3566160"/>
            <a:ext cx="3808476" cy="5138928"/>
          </a:xfrm>
          <a:prstGeom prst="rect">
            <a:avLst/>
          </a:prstGeom>
          <a:noFill/>
          <a:ln>
            <a:noFill/>
          </a:ln>
        </p:spPr>
      </p:pic>
      <p:sp>
        <p:nvSpPr>
          <p:cNvPr id="2559" name="Google Shape;2559;h29ad1a1c935308b6_12_165"/>
          <p:cNvSpPr txBox="1"/>
          <p:nvPr/>
        </p:nvSpPr>
        <p:spPr>
          <a:xfrm>
            <a:off x="13336524" y="8851392"/>
            <a:ext cx="3808476" cy="56692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66748A"/>
              </a:buClr>
              <a:buSzPts val="1100"/>
              <a:buFont typeface="Arial"/>
              <a:buNone/>
            </a:pPr>
            <a:r>
              <a:rPr b="0" i="1" lang="en-US" sz="1100" u="none" cap="none" strike="noStrike">
                <a:solidFill>
                  <a:srgbClr val="66748A"/>
                </a:solidFill>
                <a:latin typeface="Arial"/>
                <a:ea typeface="Arial"/>
                <a:cs typeface="Arial"/>
                <a:sym typeface="Arial"/>
              </a:rPr>
              <a:t>4.1 기준 문서 원본 목록 · 4.2 보고서 생성 방식 · 4.4 우선순위 점수와 공식 · 4.5 산정 가정과 제외 항목이 이어집니다.</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4" name="Shape 2564"/>
        <p:cNvGrpSpPr/>
        <p:nvPr/>
      </p:nvGrpSpPr>
      <p:grpSpPr>
        <a:xfrm>
          <a:off x="0" y="0"/>
          <a:ext cx="0" cy="0"/>
          <a:chOff x="0" y="0"/>
          <a:chExt cx="0" cy="0"/>
        </a:xfrm>
      </p:grpSpPr>
      <p:sp>
        <p:nvSpPr>
          <p:cNvPr id="2565" name="Google Shape;2565;h29ad1a1c935308b6_12_196"/>
          <p:cNvSpPr txBox="1"/>
          <p:nvPr/>
        </p:nvSpPr>
        <p:spPr>
          <a:xfrm>
            <a:off x="1325880" y="868680"/>
            <a:ext cx="960120" cy="10972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BDDEF"/>
              </a:buClr>
              <a:buSzPts val="4900"/>
              <a:buFont typeface="Arial"/>
              <a:buNone/>
            </a:pPr>
            <a:r>
              <a:rPr b="1" i="0" lang="en-US" sz="4900" u="none" cap="none" strike="noStrike">
                <a:solidFill>
                  <a:srgbClr val="CBDDEF"/>
                </a:solidFill>
                <a:latin typeface="Arial"/>
                <a:ea typeface="Arial"/>
                <a:cs typeface="Arial"/>
                <a:sym typeface="Arial"/>
              </a:rPr>
              <a:t>04</a:t>
            </a:r>
            <a:endParaRPr b="0" i="0" sz="4900" u="none" cap="none" strike="noStrike">
              <a:solidFill>
                <a:schemeClr val="dk1"/>
              </a:solidFill>
              <a:latin typeface="Calibri"/>
              <a:ea typeface="Calibri"/>
              <a:cs typeface="Calibri"/>
              <a:sym typeface="Calibri"/>
            </a:endParaRPr>
          </a:p>
        </p:txBody>
      </p:sp>
      <p:sp>
        <p:nvSpPr>
          <p:cNvPr id="2566" name="Google Shape;2566;h29ad1a1c935308b6_12_196"/>
          <p:cNvSpPr txBox="1"/>
          <p:nvPr/>
        </p:nvSpPr>
        <p:spPr>
          <a:xfrm>
            <a:off x="2331720" y="841248"/>
            <a:ext cx="12984480" cy="11704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0538B"/>
              </a:buClr>
              <a:buSzPts val="5000"/>
              <a:buFont typeface="Arial"/>
              <a:buNone/>
            </a:pPr>
            <a:r>
              <a:rPr b="1" i="0" lang="en-US" sz="5000" u="none" cap="none" strike="noStrike">
                <a:solidFill>
                  <a:srgbClr val="20538B"/>
                </a:solidFill>
                <a:latin typeface="Arial"/>
                <a:ea typeface="Arial"/>
                <a:cs typeface="Arial"/>
                <a:sym typeface="Arial"/>
              </a:rPr>
              <a:t>보고서 생성</a:t>
            </a:r>
            <a:r>
              <a:rPr b="1" i="0" lang="en-US" sz="3100" u="none" cap="none" strike="noStrike">
                <a:solidFill>
                  <a:srgbClr val="5A83B8"/>
                </a:solidFill>
                <a:latin typeface="Arial"/>
                <a:ea typeface="Arial"/>
                <a:cs typeface="Arial"/>
                <a:sym typeface="Arial"/>
              </a:rPr>
              <a:t>  -  검증 결과</a:t>
            </a:r>
            <a:endParaRPr b="0" i="0" sz="5000" u="none" cap="none" strike="noStrike">
              <a:solidFill>
                <a:schemeClr val="dk1"/>
              </a:solidFill>
              <a:latin typeface="Calibri"/>
              <a:ea typeface="Calibri"/>
              <a:cs typeface="Calibri"/>
              <a:sym typeface="Calibri"/>
            </a:endParaRPr>
          </a:p>
        </p:txBody>
      </p:sp>
      <p:sp>
        <p:nvSpPr>
          <p:cNvPr id="2567" name="Google Shape;2567;h29ad1a1c935308b6_12_196"/>
          <p:cNvSpPr/>
          <p:nvPr/>
        </p:nvSpPr>
        <p:spPr>
          <a:xfrm>
            <a:off x="1143000" y="2487168"/>
            <a:ext cx="16002000" cy="475488"/>
          </a:xfrm>
          <a:prstGeom prst="rect">
            <a:avLst/>
          </a:prstGeom>
          <a:solidFill>
            <a:srgbClr val="2053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8" name="Google Shape;2568;h29ad1a1c935308b6_12_196"/>
          <p:cNvSpPr txBox="1"/>
          <p:nvPr/>
        </p:nvSpPr>
        <p:spPr>
          <a:xfrm>
            <a:off x="1344168" y="2487168"/>
            <a:ext cx="1563624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700"/>
              <a:buFont typeface="Arial"/>
              <a:buNone/>
            </a:pPr>
            <a:r>
              <a:rPr b="1" i="0" lang="en-US" sz="1700" u="none" cap="none" strike="noStrike">
                <a:solidFill>
                  <a:srgbClr val="FFFFFF"/>
                </a:solidFill>
                <a:latin typeface="Arial"/>
                <a:ea typeface="Arial"/>
                <a:cs typeface="Arial"/>
                <a:sym typeface="Arial"/>
              </a:rPr>
              <a:t>⑪ 비교 실험</a:t>
            </a:r>
            <a:r>
              <a:rPr b="0" i="0" lang="en-US" sz="1300" u="none" cap="none" strike="noStrike">
                <a:solidFill>
                  <a:srgbClr val="BFD4EC"/>
                </a:solidFill>
                <a:latin typeface="Arial"/>
                <a:ea typeface="Arial"/>
                <a:cs typeface="Arial"/>
                <a:sym typeface="Arial"/>
              </a:rPr>
              <a:t>   LLM 단독 vs 보고서 엔진 — 진단 3건 × 5회, 총 30회 생성</a:t>
            </a:r>
            <a:endParaRPr b="0" i="0" sz="1700" u="none" cap="none" strike="noStrike">
              <a:solidFill>
                <a:schemeClr val="dk1"/>
              </a:solidFill>
              <a:latin typeface="Calibri"/>
              <a:ea typeface="Calibri"/>
              <a:cs typeface="Calibri"/>
              <a:sym typeface="Calibri"/>
            </a:endParaRPr>
          </a:p>
        </p:txBody>
      </p:sp>
      <p:pic>
        <p:nvPicPr>
          <p:cNvPr descr="/tmp/p/build/img/c35.png" id="2569" name="Google Shape;2569;h29ad1a1c935308b6_12_196"/>
          <p:cNvPicPr preferRelativeResize="0"/>
          <p:nvPr/>
        </p:nvPicPr>
        <p:blipFill rotWithShape="1">
          <a:blip r:embed="rId3">
            <a:alphaModFix/>
          </a:blip>
          <a:srcRect b="0" l="0" r="0" t="0"/>
          <a:stretch/>
        </p:blipFill>
        <p:spPr>
          <a:xfrm>
            <a:off x="1143000" y="3017520"/>
            <a:ext cx="4005072" cy="3054096"/>
          </a:xfrm>
          <a:prstGeom prst="rect">
            <a:avLst/>
          </a:prstGeom>
          <a:noFill/>
          <a:ln>
            <a:noFill/>
          </a:ln>
        </p:spPr>
      </p:pic>
      <p:sp>
        <p:nvSpPr>
          <p:cNvPr id="2570" name="Google Shape;2570;h29ad1a1c935308b6_12_196"/>
          <p:cNvSpPr txBox="1"/>
          <p:nvPr/>
        </p:nvSpPr>
        <p:spPr>
          <a:xfrm>
            <a:off x="5212080" y="3145536"/>
            <a:ext cx="11932920" cy="786384"/>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20538B"/>
              </a:buClr>
              <a:buSzPts val="1350"/>
              <a:buFont typeface="Arial"/>
              <a:buNone/>
            </a:pPr>
            <a:r>
              <a:rPr b="1" i="0" lang="en-US" sz="1350" u="none" cap="none" strike="noStrike">
                <a:solidFill>
                  <a:srgbClr val="20538B"/>
                </a:solidFill>
                <a:latin typeface="Arial"/>
                <a:ea typeface="Arial"/>
                <a:cs typeface="Arial"/>
                <a:sym typeface="Arial"/>
              </a:rPr>
              <a:t>실험 설계   </a:t>
            </a:r>
            <a:r>
              <a:rPr b="0" i="0" lang="en-US" sz="1250" u="none" cap="none" strike="noStrike">
                <a:solidFill>
                  <a:srgbClr val="2E3F57"/>
                </a:solidFill>
                <a:latin typeface="Arial"/>
                <a:ea typeface="Arial"/>
                <a:cs typeface="Arial"/>
                <a:sym typeface="Arial"/>
              </a:rPr>
              <a:t>두 조건 모두 GPT-4o · temperature 0.2 · 같은 JSON 출력 형식. 차이는 입력과 규칙뿐입니다. LLM 단독은 진단 JSON 원본, 매출이 들어간 고객사 정보, 과징금이 들어간 사례 카드를 그대로 받았고, 보고서 엔진은 실제 파이프라인 그대로 실행했습니다. 채점은 코드로 자동화했습니다. 다만 LLM 단독에는 사례 등급 정보를 주지 않았으므로, '관련성 낮은 사례' 차이는 등급 검색 설계의 효과까지 포함한 비교입니다.</a:t>
            </a:r>
            <a:endParaRPr b="0" i="0" sz="1350" u="none" cap="none" strike="noStrike">
              <a:solidFill>
                <a:schemeClr val="dk1"/>
              </a:solidFill>
              <a:latin typeface="Calibri"/>
              <a:ea typeface="Calibri"/>
              <a:cs typeface="Calibri"/>
              <a:sym typeface="Calibri"/>
            </a:endParaRPr>
          </a:p>
        </p:txBody>
      </p:sp>
      <p:sp>
        <p:nvSpPr>
          <p:cNvPr id="2571" name="Google Shape;2571;h29ad1a1c935308b6_12_196"/>
          <p:cNvSpPr/>
          <p:nvPr/>
        </p:nvSpPr>
        <p:spPr>
          <a:xfrm>
            <a:off x="5212080" y="4096512"/>
            <a:ext cx="2788920" cy="1975104"/>
          </a:xfrm>
          <a:prstGeom prst="rect">
            <a:avLst/>
          </a:prstGeom>
          <a:solidFill>
            <a:srgbClr val="F3F6FB"/>
          </a:solidFill>
          <a:ln cap="flat" cmpd="sng" w="12700">
            <a:solidFill>
              <a:srgbClr val="D7E1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2" name="Google Shape;2572;h29ad1a1c935308b6_12_196"/>
          <p:cNvSpPr txBox="1"/>
          <p:nvPr/>
        </p:nvSpPr>
        <p:spPr>
          <a:xfrm>
            <a:off x="5321808" y="4187952"/>
            <a:ext cx="256946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0538B"/>
              </a:buClr>
              <a:buSzPts val="1300"/>
              <a:buFont typeface="Arial"/>
              <a:buNone/>
            </a:pPr>
            <a:r>
              <a:rPr b="1" i="0" lang="en-US" sz="1300" u="none" cap="none" strike="noStrike">
                <a:solidFill>
                  <a:srgbClr val="20538B"/>
                </a:solidFill>
                <a:latin typeface="Arial"/>
                <a:ea typeface="Arial"/>
                <a:cs typeface="Arial"/>
                <a:sym typeface="Arial"/>
              </a:rPr>
              <a:t>오류 있는 보고서</a:t>
            </a:r>
            <a:endParaRPr b="0" i="0" sz="1300" u="none" cap="none" strike="noStrike">
              <a:solidFill>
                <a:schemeClr val="dk1"/>
              </a:solidFill>
              <a:latin typeface="Calibri"/>
              <a:ea typeface="Calibri"/>
              <a:cs typeface="Calibri"/>
              <a:sym typeface="Calibri"/>
            </a:endParaRPr>
          </a:p>
        </p:txBody>
      </p:sp>
      <p:sp>
        <p:nvSpPr>
          <p:cNvPr id="2573" name="Google Shape;2573;h29ad1a1c935308b6_12_196"/>
          <p:cNvSpPr txBox="1"/>
          <p:nvPr/>
        </p:nvSpPr>
        <p:spPr>
          <a:xfrm>
            <a:off x="5321808" y="4553712"/>
            <a:ext cx="2569464"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748A"/>
              </a:buClr>
              <a:buSzPts val="1050"/>
              <a:buFont typeface="Arial"/>
              <a:buNone/>
            </a:pPr>
            <a:r>
              <a:rPr b="0" i="0" lang="en-US" sz="1050" u="none" cap="none" strike="noStrike">
                <a:solidFill>
                  <a:srgbClr val="66748A"/>
                </a:solidFill>
                <a:latin typeface="Arial"/>
                <a:ea typeface="Arial"/>
                <a:cs typeface="Arial"/>
                <a:sym typeface="Arial"/>
              </a:rPr>
              <a:t>LLM 단독</a:t>
            </a:r>
            <a:endParaRPr b="0" i="0" sz="1050" u="none" cap="none" strike="noStrike">
              <a:solidFill>
                <a:schemeClr val="dk1"/>
              </a:solidFill>
              <a:latin typeface="Calibri"/>
              <a:ea typeface="Calibri"/>
              <a:cs typeface="Calibri"/>
              <a:sym typeface="Calibri"/>
            </a:endParaRPr>
          </a:p>
        </p:txBody>
      </p:sp>
      <p:sp>
        <p:nvSpPr>
          <p:cNvPr id="2574" name="Google Shape;2574;h29ad1a1c935308b6_12_196"/>
          <p:cNvSpPr txBox="1"/>
          <p:nvPr/>
        </p:nvSpPr>
        <p:spPr>
          <a:xfrm>
            <a:off x="5321808" y="4754880"/>
            <a:ext cx="2569464"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A94A6"/>
              </a:buClr>
              <a:buSzPts val="1900"/>
              <a:buFont typeface="Arial"/>
              <a:buNone/>
            </a:pPr>
            <a:r>
              <a:rPr b="1" i="0" lang="en-US" sz="1900" u="none" cap="none" strike="noStrike">
                <a:solidFill>
                  <a:srgbClr val="8A94A6"/>
                </a:solidFill>
                <a:latin typeface="Arial"/>
                <a:ea typeface="Arial"/>
                <a:cs typeface="Arial"/>
                <a:sym typeface="Arial"/>
              </a:rPr>
              <a:t>15/15</a:t>
            </a:r>
            <a:endParaRPr b="0" i="0" sz="1900" u="none" cap="none" strike="noStrike">
              <a:solidFill>
                <a:schemeClr val="dk1"/>
              </a:solidFill>
              <a:latin typeface="Calibri"/>
              <a:ea typeface="Calibri"/>
              <a:cs typeface="Calibri"/>
              <a:sym typeface="Calibri"/>
            </a:endParaRPr>
          </a:p>
        </p:txBody>
      </p:sp>
      <p:sp>
        <p:nvSpPr>
          <p:cNvPr id="2575" name="Google Shape;2575;h29ad1a1c935308b6_12_196"/>
          <p:cNvSpPr txBox="1"/>
          <p:nvPr/>
        </p:nvSpPr>
        <p:spPr>
          <a:xfrm>
            <a:off x="5321808" y="5120640"/>
            <a:ext cx="2569464"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B6DA"/>
              </a:buClr>
              <a:buSzPts val="1200"/>
              <a:buFont typeface="Arial"/>
              <a:buNone/>
            </a:pPr>
            <a:r>
              <a:rPr b="1" i="0" lang="en-US" sz="1200" u="none" cap="none" strike="noStrike">
                <a:solidFill>
                  <a:srgbClr val="94B6DA"/>
                </a:solidFill>
                <a:latin typeface="Arial"/>
                <a:ea typeface="Arial"/>
                <a:cs typeface="Arial"/>
                <a:sym typeface="Arial"/>
              </a:rPr>
              <a:t>↓</a:t>
            </a:r>
            <a:endParaRPr b="0" i="0" sz="1200" u="none" cap="none" strike="noStrike">
              <a:solidFill>
                <a:schemeClr val="dk1"/>
              </a:solidFill>
              <a:latin typeface="Calibri"/>
              <a:ea typeface="Calibri"/>
              <a:cs typeface="Calibri"/>
              <a:sym typeface="Calibri"/>
            </a:endParaRPr>
          </a:p>
        </p:txBody>
      </p:sp>
      <p:sp>
        <p:nvSpPr>
          <p:cNvPr id="2576" name="Google Shape;2576;h29ad1a1c935308b6_12_196"/>
          <p:cNvSpPr txBox="1"/>
          <p:nvPr/>
        </p:nvSpPr>
        <p:spPr>
          <a:xfrm>
            <a:off x="5321808" y="5340096"/>
            <a:ext cx="2569464"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0538B"/>
              </a:buClr>
              <a:buSzPts val="1050"/>
              <a:buFont typeface="Arial"/>
              <a:buNone/>
            </a:pPr>
            <a:r>
              <a:rPr b="0" i="0" lang="en-US" sz="1050" u="none" cap="none" strike="noStrike">
                <a:solidFill>
                  <a:srgbClr val="20538B"/>
                </a:solidFill>
                <a:latin typeface="Arial"/>
                <a:ea typeface="Arial"/>
                <a:cs typeface="Arial"/>
                <a:sym typeface="Arial"/>
              </a:rPr>
              <a:t>보고서 엔진</a:t>
            </a:r>
            <a:endParaRPr b="0" i="0" sz="1050" u="none" cap="none" strike="noStrike">
              <a:solidFill>
                <a:schemeClr val="dk1"/>
              </a:solidFill>
              <a:latin typeface="Calibri"/>
              <a:ea typeface="Calibri"/>
              <a:cs typeface="Calibri"/>
              <a:sym typeface="Calibri"/>
            </a:endParaRPr>
          </a:p>
        </p:txBody>
      </p:sp>
      <p:sp>
        <p:nvSpPr>
          <p:cNvPr id="2577" name="Google Shape;2577;h29ad1a1c935308b6_12_196"/>
          <p:cNvSpPr txBox="1"/>
          <p:nvPr/>
        </p:nvSpPr>
        <p:spPr>
          <a:xfrm>
            <a:off x="5321808" y="5541264"/>
            <a:ext cx="2569464"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0538B"/>
              </a:buClr>
              <a:buSzPts val="2300"/>
              <a:buFont typeface="Arial"/>
              <a:buNone/>
            </a:pPr>
            <a:r>
              <a:rPr b="1" i="0" lang="en-US" sz="2300" u="none" cap="none" strike="noStrike">
                <a:solidFill>
                  <a:srgbClr val="20538B"/>
                </a:solidFill>
                <a:latin typeface="Arial"/>
                <a:ea typeface="Arial"/>
                <a:cs typeface="Arial"/>
                <a:sym typeface="Arial"/>
              </a:rPr>
              <a:t>0/15</a:t>
            </a:r>
            <a:endParaRPr b="0" i="0" sz="2300" u="none" cap="none" strike="noStrike">
              <a:solidFill>
                <a:schemeClr val="dk1"/>
              </a:solidFill>
              <a:latin typeface="Calibri"/>
              <a:ea typeface="Calibri"/>
              <a:cs typeface="Calibri"/>
              <a:sym typeface="Calibri"/>
            </a:endParaRPr>
          </a:p>
        </p:txBody>
      </p:sp>
      <p:sp>
        <p:nvSpPr>
          <p:cNvPr id="2578" name="Google Shape;2578;h29ad1a1c935308b6_12_196"/>
          <p:cNvSpPr/>
          <p:nvPr/>
        </p:nvSpPr>
        <p:spPr>
          <a:xfrm>
            <a:off x="8257032" y="4096512"/>
            <a:ext cx="2788920" cy="1975104"/>
          </a:xfrm>
          <a:prstGeom prst="rect">
            <a:avLst/>
          </a:prstGeom>
          <a:solidFill>
            <a:srgbClr val="F3F6FB"/>
          </a:solidFill>
          <a:ln cap="flat" cmpd="sng" w="12700">
            <a:solidFill>
              <a:srgbClr val="D7E1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9" name="Google Shape;2579;h29ad1a1c935308b6_12_196"/>
          <p:cNvSpPr txBox="1"/>
          <p:nvPr/>
        </p:nvSpPr>
        <p:spPr>
          <a:xfrm>
            <a:off x="8366760" y="4187952"/>
            <a:ext cx="256946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0538B"/>
              </a:buClr>
              <a:buSzPts val="1300"/>
              <a:buFont typeface="Arial"/>
              <a:buNone/>
            </a:pPr>
            <a:r>
              <a:rPr b="1" i="0" lang="en-US" sz="1300" u="none" cap="none" strike="noStrike">
                <a:solidFill>
                  <a:srgbClr val="20538B"/>
                </a:solidFill>
                <a:latin typeface="Arial"/>
                <a:ea typeface="Arial"/>
                <a:cs typeface="Arial"/>
                <a:sym typeface="Arial"/>
              </a:rPr>
              <a:t>양호 항목 오보</a:t>
            </a:r>
            <a:endParaRPr b="0" i="0" sz="1300" u="none" cap="none" strike="noStrike">
              <a:solidFill>
                <a:schemeClr val="dk1"/>
              </a:solidFill>
              <a:latin typeface="Calibri"/>
              <a:ea typeface="Calibri"/>
              <a:cs typeface="Calibri"/>
              <a:sym typeface="Calibri"/>
            </a:endParaRPr>
          </a:p>
        </p:txBody>
      </p:sp>
      <p:sp>
        <p:nvSpPr>
          <p:cNvPr id="2580" name="Google Shape;2580;h29ad1a1c935308b6_12_196"/>
          <p:cNvSpPr txBox="1"/>
          <p:nvPr/>
        </p:nvSpPr>
        <p:spPr>
          <a:xfrm>
            <a:off x="8366760" y="4553712"/>
            <a:ext cx="2569464"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748A"/>
              </a:buClr>
              <a:buSzPts val="1050"/>
              <a:buFont typeface="Arial"/>
              <a:buNone/>
            </a:pPr>
            <a:r>
              <a:rPr b="0" i="0" lang="en-US" sz="1050" u="none" cap="none" strike="noStrike">
                <a:solidFill>
                  <a:srgbClr val="66748A"/>
                </a:solidFill>
                <a:latin typeface="Arial"/>
                <a:ea typeface="Arial"/>
                <a:cs typeface="Arial"/>
                <a:sym typeface="Arial"/>
              </a:rPr>
              <a:t>LLM 단독</a:t>
            </a:r>
            <a:endParaRPr b="0" i="0" sz="1050" u="none" cap="none" strike="noStrike">
              <a:solidFill>
                <a:schemeClr val="dk1"/>
              </a:solidFill>
              <a:latin typeface="Calibri"/>
              <a:ea typeface="Calibri"/>
              <a:cs typeface="Calibri"/>
              <a:sym typeface="Calibri"/>
            </a:endParaRPr>
          </a:p>
        </p:txBody>
      </p:sp>
      <p:sp>
        <p:nvSpPr>
          <p:cNvPr id="2581" name="Google Shape;2581;h29ad1a1c935308b6_12_196"/>
          <p:cNvSpPr txBox="1"/>
          <p:nvPr/>
        </p:nvSpPr>
        <p:spPr>
          <a:xfrm>
            <a:off x="8366760" y="4754880"/>
            <a:ext cx="2569464"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A94A6"/>
              </a:buClr>
              <a:buSzPts val="1900"/>
              <a:buFont typeface="Arial"/>
              <a:buNone/>
            </a:pPr>
            <a:r>
              <a:rPr b="1" i="0" lang="en-US" sz="1900" u="none" cap="none" strike="noStrike">
                <a:solidFill>
                  <a:srgbClr val="8A94A6"/>
                </a:solidFill>
                <a:latin typeface="Arial"/>
                <a:ea typeface="Arial"/>
                <a:cs typeface="Arial"/>
                <a:sym typeface="Arial"/>
              </a:rPr>
              <a:t>22건</a:t>
            </a:r>
            <a:endParaRPr b="0" i="0" sz="1900" u="none" cap="none" strike="noStrike">
              <a:solidFill>
                <a:schemeClr val="dk1"/>
              </a:solidFill>
              <a:latin typeface="Calibri"/>
              <a:ea typeface="Calibri"/>
              <a:cs typeface="Calibri"/>
              <a:sym typeface="Calibri"/>
            </a:endParaRPr>
          </a:p>
        </p:txBody>
      </p:sp>
      <p:sp>
        <p:nvSpPr>
          <p:cNvPr id="2582" name="Google Shape;2582;h29ad1a1c935308b6_12_196"/>
          <p:cNvSpPr txBox="1"/>
          <p:nvPr/>
        </p:nvSpPr>
        <p:spPr>
          <a:xfrm>
            <a:off x="8366760" y="5120640"/>
            <a:ext cx="2569464"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B6DA"/>
              </a:buClr>
              <a:buSzPts val="1200"/>
              <a:buFont typeface="Arial"/>
              <a:buNone/>
            </a:pPr>
            <a:r>
              <a:rPr b="1" i="0" lang="en-US" sz="1200" u="none" cap="none" strike="noStrike">
                <a:solidFill>
                  <a:srgbClr val="94B6DA"/>
                </a:solidFill>
                <a:latin typeface="Arial"/>
                <a:ea typeface="Arial"/>
                <a:cs typeface="Arial"/>
                <a:sym typeface="Arial"/>
              </a:rPr>
              <a:t>↓</a:t>
            </a:r>
            <a:endParaRPr b="0" i="0" sz="1200" u="none" cap="none" strike="noStrike">
              <a:solidFill>
                <a:schemeClr val="dk1"/>
              </a:solidFill>
              <a:latin typeface="Calibri"/>
              <a:ea typeface="Calibri"/>
              <a:cs typeface="Calibri"/>
              <a:sym typeface="Calibri"/>
            </a:endParaRPr>
          </a:p>
        </p:txBody>
      </p:sp>
      <p:sp>
        <p:nvSpPr>
          <p:cNvPr id="2583" name="Google Shape;2583;h29ad1a1c935308b6_12_196"/>
          <p:cNvSpPr txBox="1"/>
          <p:nvPr/>
        </p:nvSpPr>
        <p:spPr>
          <a:xfrm>
            <a:off x="8366760" y="5340096"/>
            <a:ext cx="2569464"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0538B"/>
              </a:buClr>
              <a:buSzPts val="1050"/>
              <a:buFont typeface="Arial"/>
              <a:buNone/>
            </a:pPr>
            <a:r>
              <a:rPr b="0" i="0" lang="en-US" sz="1050" u="none" cap="none" strike="noStrike">
                <a:solidFill>
                  <a:srgbClr val="20538B"/>
                </a:solidFill>
                <a:latin typeface="Arial"/>
                <a:ea typeface="Arial"/>
                <a:cs typeface="Arial"/>
                <a:sym typeface="Arial"/>
              </a:rPr>
              <a:t>보고서 엔진</a:t>
            </a:r>
            <a:endParaRPr b="0" i="0" sz="1050" u="none" cap="none" strike="noStrike">
              <a:solidFill>
                <a:schemeClr val="dk1"/>
              </a:solidFill>
              <a:latin typeface="Calibri"/>
              <a:ea typeface="Calibri"/>
              <a:cs typeface="Calibri"/>
              <a:sym typeface="Calibri"/>
            </a:endParaRPr>
          </a:p>
        </p:txBody>
      </p:sp>
      <p:sp>
        <p:nvSpPr>
          <p:cNvPr id="2584" name="Google Shape;2584;h29ad1a1c935308b6_12_196"/>
          <p:cNvSpPr txBox="1"/>
          <p:nvPr/>
        </p:nvSpPr>
        <p:spPr>
          <a:xfrm>
            <a:off x="8366760" y="5541264"/>
            <a:ext cx="2569464"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0538B"/>
              </a:buClr>
              <a:buSzPts val="2300"/>
              <a:buFont typeface="Arial"/>
              <a:buNone/>
            </a:pPr>
            <a:r>
              <a:rPr b="1" i="0" lang="en-US" sz="2300" u="none" cap="none" strike="noStrike">
                <a:solidFill>
                  <a:srgbClr val="20538B"/>
                </a:solidFill>
                <a:latin typeface="Arial"/>
                <a:ea typeface="Arial"/>
                <a:cs typeface="Arial"/>
                <a:sym typeface="Arial"/>
              </a:rPr>
              <a:t>0건</a:t>
            </a:r>
            <a:endParaRPr b="0" i="0" sz="2300" u="none" cap="none" strike="noStrike">
              <a:solidFill>
                <a:schemeClr val="dk1"/>
              </a:solidFill>
              <a:latin typeface="Calibri"/>
              <a:ea typeface="Calibri"/>
              <a:cs typeface="Calibri"/>
              <a:sym typeface="Calibri"/>
            </a:endParaRPr>
          </a:p>
        </p:txBody>
      </p:sp>
      <p:sp>
        <p:nvSpPr>
          <p:cNvPr id="2585" name="Google Shape;2585;h29ad1a1c935308b6_12_196"/>
          <p:cNvSpPr/>
          <p:nvPr/>
        </p:nvSpPr>
        <p:spPr>
          <a:xfrm>
            <a:off x="11301984" y="4096512"/>
            <a:ext cx="2788920" cy="1975104"/>
          </a:xfrm>
          <a:prstGeom prst="rect">
            <a:avLst/>
          </a:prstGeom>
          <a:solidFill>
            <a:srgbClr val="F3F6FB"/>
          </a:solidFill>
          <a:ln cap="flat" cmpd="sng" w="12700">
            <a:solidFill>
              <a:srgbClr val="D7E1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6" name="Google Shape;2586;h29ad1a1c935308b6_12_196"/>
          <p:cNvSpPr txBox="1"/>
          <p:nvPr/>
        </p:nvSpPr>
        <p:spPr>
          <a:xfrm>
            <a:off x="11411712" y="4187952"/>
            <a:ext cx="256946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0538B"/>
              </a:buClr>
              <a:buSzPts val="1300"/>
              <a:buFont typeface="Arial"/>
              <a:buNone/>
            </a:pPr>
            <a:r>
              <a:rPr b="1" i="0" lang="en-US" sz="1300" u="none" cap="none" strike="noStrike">
                <a:solidFill>
                  <a:srgbClr val="20538B"/>
                </a:solidFill>
                <a:latin typeface="Arial"/>
                <a:ea typeface="Arial"/>
                <a:cs typeface="Arial"/>
                <a:sym typeface="Arial"/>
              </a:rPr>
              <a:t>관련성 낮은 사례</a:t>
            </a:r>
            <a:endParaRPr b="0" i="0" sz="1300" u="none" cap="none" strike="noStrike">
              <a:solidFill>
                <a:schemeClr val="dk1"/>
              </a:solidFill>
              <a:latin typeface="Calibri"/>
              <a:ea typeface="Calibri"/>
              <a:cs typeface="Calibri"/>
              <a:sym typeface="Calibri"/>
            </a:endParaRPr>
          </a:p>
        </p:txBody>
      </p:sp>
      <p:sp>
        <p:nvSpPr>
          <p:cNvPr id="2587" name="Google Shape;2587;h29ad1a1c935308b6_12_196"/>
          <p:cNvSpPr txBox="1"/>
          <p:nvPr/>
        </p:nvSpPr>
        <p:spPr>
          <a:xfrm>
            <a:off x="11411712" y="4553712"/>
            <a:ext cx="2569464"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748A"/>
              </a:buClr>
              <a:buSzPts val="1050"/>
              <a:buFont typeface="Arial"/>
              <a:buNone/>
            </a:pPr>
            <a:r>
              <a:rPr b="0" i="0" lang="en-US" sz="1050" u="none" cap="none" strike="noStrike">
                <a:solidFill>
                  <a:srgbClr val="66748A"/>
                </a:solidFill>
                <a:latin typeface="Arial"/>
                <a:ea typeface="Arial"/>
                <a:cs typeface="Arial"/>
                <a:sym typeface="Arial"/>
              </a:rPr>
              <a:t>LLM 단독</a:t>
            </a:r>
            <a:endParaRPr b="0" i="0" sz="1050" u="none" cap="none" strike="noStrike">
              <a:solidFill>
                <a:schemeClr val="dk1"/>
              </a:solidFill>
              <a:latin typeface="Calibri"/>
              <a:ea typeface="Calibri"/>
              <a:cs typeface="Calibri"/>
              <a:sym typeface="Calibri"/>
            </a:endParaRPr>
          </a:p>
        </p:txBody>
      </p:sp>
      <p:sp>
        <p:nvSpPr>
          <p:cNvPr id="2588" name="Google Shape;2588;h29ad1a1c935308b6_12_196"/>
          <p:cNvSpPr txBox="1"/>
          <p:nvPr/>
        </p:nvSpPr>
        <p:spPr>
          <a:xfrm>
            <a:off x="11411712" y="4754880"/>
            <a:ext cx="2569464"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A94A6"/>
              </a:buClr>
              <a:buSzPts val="1900"/>
              <a:buFont typeface="Arial"/>
              <a:buNone/>
            </a:pPr>
            <a:r>
              <a:rPr b="1" i="0" lang="en-US" sz="1900" u="none" cap="none" strike="noStrike">
                <a:solidFill>
                  <a:srgbClr val="8A94A6"/>
                </a:solidFill>
                <a:latin typeface="Arial"/>
                <a:ea typeface="Arial"/>
                <a:cs typeface="Arial"/>
                <a:sym typeface="Arial"/>
              </a:rPr>
              <a:t>11건</a:t>
            </a:r>
            <a:endParaRPr b="0" i="0" sz="1900" u="none" cap="none" strike="noStrike">
              <a:solidFill>
                <a:schemeClr val="dk1"/>
              </a:solidFill>
              <a:latin typeface="Calibri"/>
              <a:ea typeface="Calibri"/>
              <a:cs typeface="Calibri"/>
              <a:sym typeface="Calibri"/>
            </a:endParaRPr>
          </a:p>
        </p:txBody>
      </p:sp>
      <p:sp>
        <p:nvSpPr>
          <p:cNvPr id="2589" name="Google Shape;2589;h29ad1a1c935308b6_12_196"/>
          <p:cNvSpPr txBox="1"/>
          <p:nvPr/>
        </p:nvSpPr>
        <p:spPr>
          <a:xfrm>
            <a:off x="11411712" y="5120640"/>
            <a:ext cx="2569464"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B6DA"/>
              </a:buClr>
              <a:buSzPts val="1200"/>
              <a:buFont typeface="Arial"/>
              <a:buNone/>
            </a:pPr>
            <a:r>
              <a:rPr b="1" i="0" lang="en-US" sz="1200" u="none" cap="none" strike="noStrike">
                <a:solidFill>
                  <a:srgbClr val="94B6DA"/>
                </a:solidFill>
                <a:latin typeface="Arial"/>
                <a:ea typeface="Arial"/>
                <a:cs typeface="Arial"/>
                <a:sym typeface="Arial"/>
              </a:rPr>
              <a:t>↓</a:t>
            </a:r>
            <a:endParaRPr b="0" i="0" sz="1200" u="none" cap="none" strike="noStrike">
              <a:solidFill>
                <a:schemeClr val="dk1"/>
              </a:solidFill>
              <a:latin typeface="Calibri"/>
              <a:ea typeface="Calibri"/>
              <a:cs typeface="Calibri"/>
              <a:sym typeface="Calibri"/>
            </a:endParaRPr>
          </a:p>
        </p:txBody>
      </p:sp>
      <p:sp>
        <p:nvSpPr>
          <p:cNvPr id="2590" name="Google Shape;2590;h29ad1a1c935308b6_12_196"/>
          <p:cNvSpPr txBox="1"/>
          <p:nvPr/>
        </p:nvSpPr>
        <p:spPr>
          <a:xfrm>
            <a:off x="11411712" y="5340096"/>
            <a:ext cx="2569464"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0538B"/>
              </a:buClr>
              <a:buSzPts val="1050"/>
              <a:buFont typeface="Arial"/>
              <a:buNone/>
            </a:pPr>
            <a:r>
              <a:rPr b="0" i="0" lang="en-US" sz="1050" u="none" cap="none" strike="noStrike">
                <a:solidFill>
                  <a:srgbClr val="20538B"/>
                </a:solidFill>
                <a:latin typeface="Arial"/>
                <a:ea typeface="Arial"/>
                <a:cs typeface="Arial"/>
                <a:sym typeface="Arial"/>
              </a:rPr>
              <a:t>보고서 엔진</a:t>
            </a:r>
            <a:endParaRPr b="0" i="0" sz="1050" u="none" cap="none" strike="noStrike">
              <a:solidFill>
                <a:schemeClr val="dk1"/>
              </a:solidFill>
              <a:latin typeface="Calibri"/>
              <a:ea typeface="Calibri"/>
              <a:cs typeface="Calibri"/>
              <a:sym typeface="Calibri"/>
            </a:endParaRPr>
          </a:p>
        </p:txBody>
      </p:sp>
      <p:sp>
        <p:nvSpPr>
          <p:cNvPr id="2591" name="Google Shape;2591;h29ad1a1c935308b6_12_196"/>
          <p:cNvSpPr txBox="1"/>
          <p:nvPr/>
        </p:nvSpPr>
        <p:spPr>
          <a:xfrm>
            <a:off x="11411712" y="5541264"/>
            <a:ext cx="2569464"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0538B"/>
              </a:buClr>
              <a:buSzPts val="2300"/>
              <a:buFont typeface="Arial"/>
              <a:buNone/>
            </a:pPr>
            <a:r>
              <a:rPr b="1" i="0" lang="en-US" sz="2300" u="none" cap="none" strike="noStrike">
                <a:solidFill>
                  <a:srgbClr val="20538B"/>
                </a:solidFill>
                <a:latin typeface="Arial"/>
                <a:ea typeface="Arial"/>
                <a:cs typeface="Arial"/>
                <a:sym typeface="Arial"/>
              </a:rPr>
              <a:t>0건</a:t>
            </a:r>
            <a:endParaRPr b="0" i="0" sz="2300" u="none" cap="none" strike="noStrike">
              <a:solidFill>
                <a:schemeClr val="dk1"/>
              </a:solidFill>
              <a:latin typeface="Calibri"/>
              <a:ea typeface="Calibri"/>
              <a:cs typeface="Calibri"/>
              <a:sym typeface="Calibri"/>
            </a:endParaRPr>
          </a:p>
        </p:txBody>
      </p:sp>
      <p:sp>
        <p:nvSpPr>
          <p:cNvPr id="2592" name="Google Shape;2592;h29ad1a1c935308b6_12_196"/>
          <p:cNvSpPr/>
          <p:nvPr/>
        </p:nvSpPr>
        <p:spPr>
          <a:xfrm>
            <a:off x="14346936" y="4096512"/>
            <a:ext cx="2788920" cy="1975104"/>
          </a:xfrm>
          <a:prstGeom prst="rect">
            <a:avLst/>
          </a:prstGeom>
          <a:solidFill>
            <a:srgbClr val="F3F6FB"/>
          </a:solidFill>
          <a:ln cap="flat" cmpd="sng" w="12700">
            <a:solidFill>
              <a:srgbClr val="D7E1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3" name="Google Shape;2593;h29ad1a1c935308b6_12_196"/>
          <p:cNvSpPr txBox="1"/>
          <p:nvPr/>
        </p:nvSpPr>
        <p:spPr>
          <a:xfrm>
            <a:off x="14456664" y="4187952"/>
            <a:ext cx="256946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0538B"/>
              </a:buClr>
              <a:buSzPts val="1300"/>
              <a:buFont typeface="Arial"/>
              <a:buNone/>
            </a:pPr>
            <a:r>
              <a:rPr b="1" i="0" lang="en-US" sz="1300" u="none" cap="none" strike="noStrike">
                <a:solidFill>
                  <a:srgbClr val="20538B"/>
                </a:solidFill>
                <a:latin typeface="Arial"/>
                <a:ea typeface="Arial"/>
                <a:cs typeface="Arial"/>
                <a:sym typeface="Arial"/>
              </a:rPr>
              <a:t>요약 속 과징금</a:t>
            </a:r>
            <a:endParaRPr b="0" i="0" sz="1300" u="none" cap="none" strike="noStrike">
              <a:solidFill>
                <a:schemeClr val="dk1"/>
              </a:solidFill>
              <a:latin typeface="Calibri"/>
              <a:ea typeface="Calibri"/>
              <a:cs typeface="Calibri"/>
              <a:sym typeface="Calibri"/>
            </a:endParaRPr>
          </a:p>
        </p:txBody>
      </p:sp>
      <p:sp>
        <p:nvSpPr>
          <p:cNvPr id="2594" name="Google Shape;2594;h29ad1a1c935308b6_12_196"/>
          <p:cNvSpPr txBox="1"/>
          <p:nvPr/>
        </p:nvSpPr>
        <p:spPr>
          <a:xfrm>
            <a:off x="14456664" y="4553712"/>
            <a:ext cx="2569464"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6748A"/>
              </a:buClr>
              <a:buSzPts val="1050"/>
              <a:buFont typeface="Arial"/>
              <a:buNone/>
            </a:pPr>
            <a:r>
              <a:rPr b="0" i="0" lang="en-US" sz="1050" u="none" cap="none" strike="noStrike">
                <a:solidFill>
                  <a:srgbClr val="66748A"/>
                </a:solidFill>
                <a:latin typeface="Arial"/>
                <a:ea typeface="Arial"/>
                <a:cs typeface="Arial"/>
                <a:sym typeface="Arial"/>
              </a:rPr>
              <a:t>LLM 단독</a:t>
            </a:r>
            <a:endParaRPr b="0" i="0" sz="1050" u="none" cap="none" strike="noStrike">
              <a:solidFill>
                <a:schemeClr val="dk1"/>
              </a:solidFill>
              <a:latin typeface="Calibri"/>
              <a:ea typeface="Calibri"/>
              <a:cs typeface="Calibri"/>
              <a:sym typeface="Calibri"/>
            </a:endParaRPr>
          </a:p>
        </p:txBody>
      </p:sp>
      <p:sp>
        <p:nvSpPr>
          <p:cNvPr id="2595" name="Google Shape;2595;h29ad1a1c935308b6_12_196"/>
          <p:cNvSpPr txBox="1"/>
          <p:nvPr/>
        </p:nvSpPr>
        <p:spPr>
          <a:xfrm>
            <a:off x="14456664" y="4754880"/>
            <a:ext cx="2569464"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A94A6"/>
              </a:buClr>
              <a:buSzPts val="1900"/>
              <a:buFont typeface="Arial"/>
              <a:buNone/>
            </a:pPr>
            <a:r>
              <a:rPr b="1" i="0" lang="en-US" sz="1900" u="none" cap="none" strike="noStrike">
                <a:solidFill>
                  <a:srgbClr val="8A94A6"/>
                </a:solidFill>
                <a:latin typeface="Arial"/>
                <a:ea typeface="Arial"/>
                <a:cs typeface="Arial"/>
                <a:sym typeface="Arial"/>
              </a:rPr>
              <a:t>8건</a:t>
            </a:r>
            <a:endParaRPr b="0" i="0" sz="1900" u="none" cap="none" strike="noStrike">
              <a:solidFill>
                <a:schemeClr val="dk1"/>
              </a:solidFill>
              <a:latin typeface="Calibri"/>
              <a:ea typeface="Calibri"/>
              <a:cs typeface="Calibri"/>
              <a:sym typeface="Calibri"/>
            </a:endParaRPr>
          </a:p>
        </p:txBody>
      </p:sp>
      <p:sp>
        <p:nvSpPr>
          <p:cNvPr id="2596" name="Google Shape;2596;h29ad1a1c935308b6_12_196"/>
          <p:cNvSpPr txBox="1"/>
          <p:nvPr/>
        </p:nvSpPr>
        <p:spPr>
          <a:xfrm>
            <a:off x="14456664" y="5120640"/>
            <a:ext cx="2569464"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B6DA"/>
              </a:buClr>
              <a:buSzPts val="1200"/>
              <a:buFont typeface="Arial"/>
              <a:buNone/>
            </a:pPr>
            <a:r>
              <a:rPr b="1" i="0" lang="en-US" sz="1200" u="none" cap="none" strike="noStrike">
                <a:solidFill>
                  <a:srgbClr val="94B6DA"/>
                </a:solidFill>
                <a:latin typeface="Arial"/>
                <a:ea typeface="Arial"/>
                <a:cs typeface="Arial"/>
                <a:sym typeface="Arial"/>
              </a:rPr>
              <a:t>↓</a:t>
            </a:r>
            <a:endParaRPr b="0" i="0" sz="1200" u="none" cap="none" strike="noStrike">
              <a:solidFill>
                <a:schemeClr val="dk1"/>
              </a:solidFill>
              <a:latin typeface="Calibri"/>
              <a:ea typeface="Calibri"/>
              <a:cs typeface="Calibri"/>
              <a:sym typeface="Calibri"/>
            </a:endParaRPr>
          </a:p>
        </p:txBody>
      </p:sp>
      <p:sp>
        <p:nvSpPr>
          <p:cNvPr id="2597" name="Google Shape;2597;h29ad1a1c935308b6_12_196"/>
          <p:cNvSpPr txBox="1"/>
          <p:nvPr/>
        </p:nvSpPr>
        <p:spPr>
          <a:xfrm>
            <a:off x="14456664" y="5340096"/>
            <a:ext cx="2569464"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0538B"/>
              </a:buClr>
              <a:buSzPts val="1050"/>
              <a:buFont typeface="Arial"/>
              <a:buNone/>
            </a:pPr>
            <a:r>
              <a:rPr b="0" i="0" lang="en-US" sz="1050" u="none" cap="none" strike="noStrike">
                <a:solidFill>
                  <a:srgbClr val="20538B"/>
                </a:solidFill>
                <a:latin typeface="Arial"/>
                <a:ea typeface="Arial"/>
                <a:cs typeface="Arial"/>
                <a:sym typeface="Arial"/>
              </a:rPr>
              <a:t>보고서 엔진</a:t>
            </a:r>
            <a:endParaRPr b="0" i="0" sz="1050" u="none" cap="none" strike="noStrike">
              <a:solidFill>
                <a:schemeClr val="dk1"/>
              </a:solidFill>
              <a:latin typeface="Calibri"/>
              <a:ea typeface="Calibri"/>
              <a:cs typeface="Calibri"/>
              <a:sym typeface="Calibri"/>
            </a:endParaRPr>
          </a:p>
        </p:txBody>
      </p:sp>
      <p:sp>
        <p:nvSpPr>
          <p:cNvPr id="2598" name="Google Shape;2598;h29ad1a1c935308b6_12_196"/>
          <p:cNvSpPr txBox="1"/>
          <p:nvPr/>
        </p:nvSpPr>
        <p:spPr>
          <a:xfrm>
            <a:off x="14456664" y="5541264"/>
            <a:ext cx="2569464"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0538B"/>
              </a:buClr>
              <a:buSzPts val="2300"/>
              <a:buFont typeface="Arial"/>
              <a:buNone/>
            </a:pPr>
            <a:r>
              <a:rPr b="1" i="0" lang="en-US" sz="2300" u="none" cap="none" strike="noStrike">
                <a:solidFill>
                  <a:srgbClr val="20538B"/>
                </a:solidFill>
                <a:latin typeface="Arial"/>
                <a:ea typeface="Arial"/>
                <a:cs typeface="Arial"/>
                <a:sym typeface="Arial"/>
              </a:rPr>
              <a:t>0건</a:t>
            </a:r>
            <a:endParaRPr b="0" i="0" sz="2300" u="none" cap="none" strike="noStrike">
              <a:solidFill>
                <a:schemeClr val="dk1"/>
              </a:solidFill>
              <a:latin typeface="Calibri"/>
              <a:ea typeface="Calibri"/>
              <a:cs typeface="Calibri"/>
              <a:sym typeface="Calibri"/>
            </a:endParaRPr>
          </a:p>
        </p:txBody>
      </p:sp>
      <p:sp>
        <p:nvSpPr>
          <p:cNvPr id="2599" name="Google Shape;2599;h29ad1a1c935308b6_12_196"/>
          <p:cNvSpPr/>
          <p:nvPr/>
        </p:nvSpPr>
        <p:spPr>
          <a:xfrm>
            <a:off x="1143000" y="6272784"/>
            <a:ext cx="16002000" cy="475488"/>
          </a:xfrm>
          <a:prstGeom prst="rect">
            <a:avLst/>
          </a:prstGeom>
          <a:solidFill>
            <a:srgbClr val="2053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0" name="Google Shape;2600;h29ad1a1c935308b6_12_196"/>
          <p:cNvSpPr txBox="1"/>
          <p:nvPr/>
        </p:nvSpPr>
        <p:spPr>
          <a:xfrm>
            <a:off x="1344168" y="6272784"/>
            <a:ext cx="1563624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700"/>
              <a:buFont typeface="Arial"/>
              <a:buNone/>
            </a:pPr>
            <a:r>
              <a:rPr b="1" i="0" lang="en-US" sz="1700" u="none" cap="none" strike="noStrike">
                <a:solidFill>
                  <a:srgbClr val="FFFFFF"/>
                </a:solidFill>
                <a:latin typeface="Arial"/>
                <a:ea typeface="Arial"/>
                <a:cs typeface="Arial"/>
                <a:sym typeface="Arial"/>
              </a:rPr>
              <a:t>⑫ 정량 결과</a:t>
            </a:r>
            <a:r>
              <a:rPr b="0" i="0" lang="en-US" sz="1300" u="none" cap="none" strike="noStrike">
                <a:solidFill>
                  <a:srgbClr val="BFD4EC"/>
                </a:solidFill>
                <a:latin typeface="Arial"/>
                <a:ea typeface="Arial"/>
                <a:cs typeface="Arial"/>
                <a:sym typeface="Arial"/>
              </a:rPr>
              <a:t>   모두 직접 실행해 측정한 값</a:t>
            </a:r>
            <a:endParaRPr b="0" i="0" sz="1700" u="none" cap="none" strike="noStrike">
              <a:solidFill>
                <a:schemeClr val="dk1"/>
              </a:solidFill>
              <a:latin typeface="Calibri"/>
              <a:ea typeface="Calibri"/>
              <a:cs typeface="Calibri"/>
              <a:sym typeface="Calibri"/>
            </a:endParaRPr>
          </a:p>
        </p:txBody>
      </p:sp>
      <p:sp>
        <p:nvSpPr>
          <p:cNvPr id="2601" name="Google Shape;2601;h29ad1a1c935308b6_12_196"/>
          <p:cNvSpPr/>
          <p:nvPr/>
        </p:nvSpPr>
        <p:spPr>
          <a:xfrm>
            <a:off x="1143000" y="6858000"/>
            <a:ext cx="3794760" cy="1956816"/>
          </a:xfrm>
          <a:prstGeom prst="rect">
            <a:avLst/>
          </a:prstGeom>
          <a:solidFill>
            <a:srgbClr val="FFFFFF"/>
          </a:solidFill>
          <a:ln cap="flat" cmpd="sng" w="19050">
            <a:solidFill>
              <a:srgbClr val="CBDD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2" name="Google Shape;2602;h29ad1a1c935308b6_12_196"/>
          <p:cNvSpPr txBox="1"/>
          <p:nvPr/>
        </p:nvSpPr>
        <p:spPr>
          <a:xfrm>
            <a:off x="1252728" y="6949440"/>
            <a:ext cx="3575304" cy="6583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0538B"/>
              </a:buClr>
              <a:buSzPts val="4000"/>
              <a:buFont typeface="Arial"/>
              <a:buNone/>
            </a:pPr>
            <a:r>
              <a:rPr b="1" i="0" lang="en-US" sz="4000" u="none" cap="none" strike="noStrike">
                <a:solidFill>
                  <a:srgbClr val="20538B"/>
                </a:solidFill>
                <a:latin typeface="Arial"/>
                <a:ea typeface="Arial"/>
                <a:cs typeface="Arial"/>
                <a:sym typeface="Arial"/>
              </a:rPr>
              <a:t>0</a:t>
            </a:r>
            <a:r>
              <a:rPr b="1" i="0" lang="en-US" sz="1500" u="none" cap="none" strike="noStrike">
                <a:solidFill>
                  <a:srgbClr val="94B6DA"/>
                </a:solidFill>
                <a:latin typeface="Arial"/>
                <a:ea typeface="Arial"/>
                <a:cs typeface="Arial"/>
                <a:sym typeface="Arial"/>
              </a:rPr>
              <a:t> 건</a:t>
            </a:r>
            <a:endParaRPr b="0" i="0" sz="4000" u="none" cap="none" strike="noStrike">
              <a:solidFill>
                <a:schemeClr val="dk1"/>
              </a:solidFill>
              <a:latin typeface="Calibri"/>
              <a:ea typeface="Calibri"/>
              <a:cs typeface="Calibri"/>
              <a:sym typeface="Calibri"/>
            </a:endParaRPr>
          </a:p>
        </p:txBody>
      </p:sp>
      <p:sp>
        <p:nvSpPr>
          <p:cNvPr id="2603" name="Google Shape;2603;h29ad1a1c935308b6_12_196"/>
          <p:cNvSpPr txBox="1"/>
          <p:nvPr/>
        </p:nvSpPr>
        <p:spPr>
          <a:xfrm>
            <a:off x="1252728" y="7626096"/>
            <a:ext cx="3575304"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0538B"/>
              </a:buClr>
              <a:buSzPts val="1450"/>
              <a:buFont typeface="Arial"/>
              <a:buNone/>
            </a:pPr>
            <a:r>
              <a:rPr b="1" i="0" lang="en-US" sz="1450" u="none" cap="none" strike="noStrike">
                <a:solidFill>
                  <a:srgbClr val="20538B"/>
                </a:solidFill>
                <a:latin typeface="Arial"/>
                <a:ea typeface="Arial"/>
                <a:cs typeface="Arial"/>
                <a:sym typeface="Arial"/>
              </a:rPr>
              <a:t>엔진 오류</a:t>
            </a:r>
            <a:endParaRPr b="0" i="0" sz="1450" u="none" cap="none" strike="noStrike">
              <a:solidFill>
                <a:schemeClr val="dk1"/>
              </a:solidFill>
              <a:latin typeface="Calibri"/>
              <a:ea typeface="Calibri"/>
              <a:cs typeface="Calibri"/>
              <a:sym typeface="Calibri"/>
            </a:endParaRPr>
          </a:p>
        </p:txBody>
      </p:sp>
      <p:sp>
        <p:nvSpPr>
          <p:cNvPr id="2604" name="Google Shape;2604;h29ad1a1c935308b6_12_196"/>
          <p:cNvSpPr txBox="1"/>
          <p:nvPr/>
        </p:nvSpPr>
        <p:spPr>
          <a:xfrm>
            <a:off x="1252728" y="7955280"/>
            <a:ext cx="3575304" cy="713232"/>
          </a:xfrm>
          <a:prstGeom prst="rect">
            <a:avLst/>
          </a:prstGeom>
          <a:noFill/>
          <a:ln>
            <a:noFill/>
          </a:ln>
        </p:spPr>
        <p:txBody>
          <a:bodyPr anchorCtr="0" anchor="t" bIns="0" lIns="0" spcFirstLastPara="1" rIns="0" wrap="square" tIns="0">
            <a:noAutofit/>
          </a:bodyPr>
          <a:lstStyle/>
          <a:p>
            <a:pPr indent="0" lvl="0" marL="0" marR="0" rtl="0" algn="ctr">
              <a:lnSpc>
                <a:spcPct val="112000"/>
              </a:lnSpc>
              <a:spcBef>
                <a:spcPts val="0"/>
              </a:spcBef>
              <a:spcAft>
                <a:spcPts val="0"/>
              </a:spcAft>
              <a:buClr>
                <a:srgbClr val="2E3F57"/>
              </a:buClr>
              <a:buSzPts val="1150"/>
              <a:buFont typeface="Arial"/>
              <a:buNone/>
            </a:pPr>
            <a:r>
              <a:rPr b="0" i="0" lang="en-US" sz="1150" u="none" cap="none" strike="noStrike">
                <a:solidFill>
                  <a:srgbClr val="2E3F57"/>
                </a:solidFill>
                <a:latin typeface="Arial"/>
                <a:ea typeface="Arial"/>
                <a:cs typeface="Arial"/>
                <a:sym typeface="Arial"/>
              </a:rPr>
              <a:t>엔진 보고서 15건 오류 0건</a:t>
            </a:r>
            <a:endParaRPr b="0" i="0" sz="1150" u="none" cap="none" strike="noStrike">
              <a:solidFill>
                <a:schemeClr val="dk1"/>
              </a:solidFill>
              <a:latin typeface="Calibri"/>
              <a:ea typeface="Calibri"/>
              <a:cs typeface="Calibri"/>
              <a:sym typeface="Calibri"/>
            </a:endParaRPr>
          </a:p>
          <a:p>
            <a:pPr indent="0" lvl="0" marL="0" marR="0" rtl="0" algn="ctr">
              <a:lnSpc>
                <a:spcPct val="112000"/>
              </a:lnSpc>
              <a:spcBef>
                <a:spcPts val="0"/>
              </a:spcBef>
              <a:spcAft>
                <a:spcPts val="0"/>
              </a:spcAft>
              <a:buClr>
                <a:srgbClr val="2E3F57"/>
              </a:buClr>
              <a:buSzPts val="1150"/>
              <a:buFont typeface="Arial"/>
              <a:buNone/>
            </a:pPr>
            <a:r>
              <a:rPr b="0" i="0" lang="en-US" sz="1150" u="none" cap="none" strike="noStrike">
                <a:solidFill>
                  <a:srgbClr val="2E3F57"/>
                </a:solidFill>
                <a:latin typeface="Arial"/>
                <a:ea typeface="Arial"/>
                <a:cs typeface="Arial"/>
                <a:sym typeface="Arial"/>
              </a:rPr>
              <a:t>(LLM 단독은 15건 모두 오류)</a:t>
            </a:r>
            <a:endParaRPr b="0" i="0" sz="1150" u="none" cap="none" strike="noStrike">
              <a:solidFill>
                <a:schemeClr val="dk1"/>
              </a:solidFill>
              <a:latin typeface="Calibri"/>
              <a:ea typeface="Calibri"/>
              <a:cs typeface="Calibri"/>
              <a:sym typeface="Calibri"/>
            </a:endParaRPr>
          </a:p>
        </p:txBody>
      </p:sp>
      <p:sp>
        <p:nvSpPr>
          <p:cNvPr id="2605" name="Google Shape;2605;h29ad1a1c935308b6_12_196"/>
          <p:cNvSpPr/>
          <p:nvPr/>
        </p:nvSpPr>
        <p:spPr>
          <a:xfrm>
            <a:off x="5212080" y="6858000"/>
            <a:ext cx="3794760" cy="1956816"/>
          </a:xfrm>
          <a:prstGeom prst="rect">
            <a:avLst/>
          </a:prstGeom>
          <a:solidFill>
            <a:srgbClr val="FFFFFF"/>
          </a:solidFill>
          <a:ln cap="flat" cmpd="sng" w="19050">
            <a:solidFill>
              <a:srgbClr val="CBDD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6" name="Google Shape;2606;h29ad1a1c935308b6_12_196"/>
          <p:cNvSpPr txBox="1"/>
          <p:nvPr/>
        </p:nvSpPr>
        <p:spPr>
          <a:xfrm>
            <a:off x="5321808" y="6949440"/>
            <a:ext cx="3575304" cy="6583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0538B"/>
              </a:buClr>
              <a:buSzPts val="4000"/>
              <a:buFont typeface="Arial"/>
              <a:buNone/>
            </a:pPr>
            <a:r>
              <a:rPr b="1" i="0" lang="en-US" sz="4000" u="none" cap="none" strike="noStrike">
                <a:solidFill>
                  <a:srgbClr val="20538B"/>
                </a:solidFill>
                <a:latin typeface="Arial"/>
                <a:ea typeface="Arial"/>
                <a:cs typeface="Arial"/>
                <a:sym typeface="Arial"/>
              </a:rPr>
              <a:t>8/8</a:t>
            </a:r>
            <a:endParaRPr b="0" i="0" sz="4000" u="none" cap="none" strike="noStrike">
              <a:solidFill>
                <a:schemeClr val="dk1"/>
              </a:solidFill>
              <a:latin typeface="Calibri"/>
              <a:ea typeface="Calibri"/>
              <a:cs typeface="Calibri"/>
              <a:sym typeface="Calibri"/>
            </a:endParaRPr>
          </a:p>
        </p:txBody>
      </p:sp>
      <p:sp>
        <p:nvSpPr>
          <p:cNvPr id="2607" name="Google Shape;2607;h29ad1a1c935308b6_12_196"/>
          <p:cNvSpPr txBox="1"/>
          <p:nvPr/>
        </p:nvSpPr>
        <p:spPr>
          <a:xfrm>
            <a:off x="5321808" y="7626096"/>
            <a:ext cx="3575304"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0538B"/>
              </a:buClr>
              <a:buSzPts val="1450"/>
              <a:buFont typeface="Arial"/>
              <a:buNone/>
            </a:pPr>
            <a:r>
              <a:rPr b="1" i="0" lang="en-US" sz="1450" u="none" cap="none" strike="noStrike">
                <a:solidFill>
                  <a:srgbClr val="20538B"/>
                </a:solidFill>
                <a:latin typeface="Arial"/>
                <a:ea typeface="Arial"/>
                <a:cs typeface="Arial"/>
                <a:sym typeface="Arial"/>
              </a:rPr>
              <a:t>오류 탐지</a:t>
            </a:r>
            <a:endParaRPr b="0" i="0" sz="1450" u="none" cap="none" strike="noStrike">
              <a:solidFill>
                <a:schemeClr val="dk1"/>
              </a:solidFill>
              <a:latin typeface="Calibri"/>
              <a:ea typeface="Calibri"/>
              <a:cs typeface="Calibri"/>
              <a:sym typeface="Calibri"/>
            </a:endParaRPr>
          </a:p>
        </p:txBody>
      </p:sp>
      <p:sp>
        <p:nvSpPr>
          <p:cNvPr id="2608" name="Google Shape;2608;h29ad1a1c935308b6_12_196"/>
          <p:cNvSpPr txBox="1"/>
          <p:nvPr/>
        </p:nvSpPr>
        <p:spPr>
          <a:xfrm>
            <a:off x="5321808" y="7955280"/>
            <a:ext cx="3575304" cy="713232"/>
          </a:xfrm>
          <a:prstGeom prst="rect">
            <a:avLst/>
          </a:prstGeom>
          <a:noFill/>
          <a:ln>
            <a:noFill/>
          </a:ln>
        </p:spPr>
        <p:txBody>
          <a:bodyPr anchorCtr="0" anchor="t" bIns="0" lIns="0" spcFirstLastPara="1" rIns="0" wrap="square" tIns="0">
            <a:noAutofit/>
          </a:bodyPr>
          <a:lstStyle/>
          <a:p>
            <a:pPr indent="0" lvl="0" marL="0" marR="0" rtl="0" algn="ctr">
              <a:lnSpc>
                <a:spcPct val="112000"/>
              </a:lnSpc>
              <a:spcBef>
                <a:spcPts val="0"/>
              </a:spcBef>
              <a:spcAft>
                <a:spcPts val="0"/>
              </a:spcAft>
              <a:buClr>
                <a:srgbClr val="2E3F57"/>
              </a:buClr>
              <a:buSzPts val="1150"/>
              <a:buFont typeface="Arial"/>
              <a:buNone/>
            </a:pPr>
            <a:r>
              <a:rPr b="0" i="0" lang="en-US" sz="1150" u="none" cap="none" strike="noStrike">
                <a:solidFill>
                  <a:srgbClr val="2E3F57"/>
                </a:solidFill>
                <a:latin typeface="Arial"/>
                <a:ea typeface="Arial"/>
                <a:cs typeface="Arial"/>
                <a:sym typeface="Arial"/>
              </a:rPr>
              <a:t>가짜 ID · 금액 등 8종 주입 시험</a:t>
            </a:r>
            <a:endParaRPr b="0" i="0" sz="1150" u="none" cap="none" strike="noStrike">
              <a:solidFill>
                <a:schemeClr val="dk1"/>
              </a:solidFill>
              <a:latin typeface="Calibri"/>
              <a:ea typeface="Calibri"/>
              <a:cs typeface="Calibri"/>
              <a:sym typeface="Calibri"/>
            </a:endParaRPr>
          </a:p>
          <a:p>
            <a:pPr indent="0" lvl="0" marL="0" marR="0" rtl="0" algn="ctr">
              <a:lnSpc>
                <a:spcPct val="112000"/>
              </a:lnSpc>
              <a:spcBef>
                <a:spcPts val="0"/>
              </a:spcBef>
              <a:spcAft>
                <a:spcPts val="0"/>
              </a:spcAft>
              <a:buClr>
                <a:srgbClr val="2E3F57"/>
              </a:buClr>
              <a:buSzPts val="1150"/>
              <a:buFont typeface="Arial"/>
              <a:buNone/>
            </a:pPr>
            <a:r>
              <a:rPr b="0" i="0" lang="en-US" sz="1150" u="none" cap="none" strike="noStrike">
                <a:solidFill>
                  <a:srgbClr val="2E3F57"/>
                </a:solidFill>
                <a:latin typeface="Arial"/>
                <a:ea typeface="Arial"/>
                <a:cs typeface="Arial"/>
                <a:sym typeface="Arial"/>
              </a:rPr>
              <a:t>8종 모두 탐지 · 제거 · 경고</a:t>
            </a:r>
            <a:endParaRPr b="0" i="0" sz="1150" u="none" cap="none" strike="noStrike">
              <a:solidFill>
                <a:schemeClr val="dk1"/>
              </a:solidFill>
              <a:latin typeface="Calibri"/>
              <a:ea typeface="Calibri"/>
              <a:cs typeface="Calibri"/>
              <a:sym typeface="Calibri"/>
            </a:endParaRPr>
          </a:p>
        </p:txBody>
      </p:sp>
      <p:sp>
        <p:nvSpPr>
          <p:cNvPr id="2609" name="Google Shape;2609;h29ad1a1c935308b6_12_196"/>
          <p:cNvSpPr/>
          <p:nvPr/>
        </p:nvSpPr>
        <p:spPr>
          <a:xfrm>
            <a:off x="9281160" y="6858000"/>
            <a:ext cx="3794760" cy="1956816"/>
          </a:xfrm>
          <a:prstGeom prst="rect">
            <a:avLst/>
          </a:prstGeom>
          <a:solidFill>
            <a:srgbClr val="FFFFFF"/>
          </a:solidFill>
          <a:ln cap="flat" cmpd="sng" w="19050">
            <a:solidFill>
              <a:srgbClr val="CBDD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0" name="Google Shape;2610;h29ad1a1c935308b6_12_196"/>
          <p:cNvSpPr txBox="1"/>
          <p:nvPr/>
        </p:nvSpPr>
        <p:spPr>
          <a:xfrm>
            <a:off x="9390888" y="6949440"/>
            <a:ext cx="3575304" cy="6583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0538B"/>
              </a:buClr>
              <a:buSzPts val="4000"/>
              <a:buFont typeface="Arial"/>
              <a:buNone/>
            </a:pPr>
            <a:r>
              <a:rPr b="1" i="0" lang="en-US" sz="4000" u="none" cap="none" strike="noStrike">
                <a:solidFill>
                  <a:srgbClr val="20538B"/>
                </a:solidFill>
                <a:latin typeface="Arial"/>
                <a:ea typeface="Arial"/>
                <a:cs typeface="Arial"/>
                <a:sym typeface="Arial"/>
              </a:rPr>
              <a:t>10.5</a:t>
            </a:r>
            <a:r>
              <a:rPr b="1" i="0" lang="en-US" sz="1500" u="none" cap="none" strike="noStrike">
                <a:solidFill>
                  <a:srgbClr val="94B6DA"/>
                </a:solidFill>
                <a:latin typeface="Arial"/>
                <a:ea typeface="Arial"/>
                <a:cs typeface="Arial"/>
                <a:sym typeface="Arial"/>
              </a:rPr>
              <a:t> 초</a:t>
            </a:r>
            <a:endParaRPr b="0" i="0" sz="4000" u="none" cap="none" strike="noStrike">
              <a:solidFill>
                <a:schemeClr val="dk1"/>
              </a:solidFill>
              <a:latin typeface="Calibri"/>
              <a:ea typeface="Calibri"/>
              <a:cs typeface="Calibri"/>
              <a:sym typeface="Calibri"/>
            </a:endParaRPr>
          </a:p>
        </p:txBody>
      </p:sp>
      <p:sp>
        <p:nvSpPr>
          <p:cNvPr id="2611" name="Google Shape;2611;h29ad1a1c935308b6_12_196"/>
          <p:cNvSpPr txBox="1"/>
          <p:nvPr/>
        </p:nvSpPr>
        <p:spPr>
          <a:xfrm>
            <a:off x="9390888" y="7626096"/>
            <a:ext cx="3575304"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0538B"/>
              </a:buClr>
              <a:buSzPts val="1450"/>
              <a:buFont typeface="Arial"/>
              <a:buNone/>
            </a:pPr>
            <a:r>
              <a:rPr b="1" i="0" lang="en-US" sz="1450" u="none" cap="none" strike="noStrike">
                <a:solidFill>
                  <a:srgbClr val="20538B"/>
                </a:solidFill>
                <a:latin typeface="Arial"/>
                <a:ea typeface="Arial"/>
                <a:cs typeface="Arial"/>
                <a:sym typeface="Arial"/>
              </a:rPr>
              <a:t>보고서 1건</a:t>
            </a:r>
            <a:endParaRPr b="0" i="0" sz="1450" u="none" cap="none" strike="noStrike">
              <a:solidFill>
                <a:schemeClr val="dk1"/>
              </a:solidFill>
              <a:latin typeface="Calibri"/>
              <a:ea typeface="Calibri"/>
              <a:cs typeface="Calibri"/>
              <a:sym typeface="Calibri"/>
            </a:endParaRPr>
          </a:p>
        </p:txBody>
      </p:sp>
      <p:sp>
        <p:nvSpPr>
          <p:cNvPr id="2612" name="Google Shape;2612;h29ad1a1c935308b6_12_196"/>
          <p:cNvSpPr txBox="1"/>
          <p:nvPr/>
        </p:nvSpPr>
        <p:spPr>
          <a:xfrm>
            <a:off x="9390888" y="7955280"/>
            <a:ext cx="3575304" cy="713232"/>
          </a:xfrm>
          <a:prstGeom prst="rect">
            <a:avLst/>
          </a:prstGeom>
          <a:noFill/>
          <a:ln>
            <a:noFill/>
          </a:ln>
        </p:spPr>
        <p:txBody>
          <a:bodyPr anchorCtr="0" anchor="t" bIns="0" lIns="0" spcFirstLastPara="1" rIns="0" wrap="square" tIns="0">
            <a:noAutofit/>
          </a:bodyPr>
          <a:lstStyle/>
          <a:p>
            <a:pPr indent="0" lvl="0" marL="0" marR="0" rtl="0" algn="ctr">
              <a:lnSpc>
                <a:spcPct val="112000"/>
              </a:lnSpc>
              <a:spcBef>
                <a:spcPts val="0"/>
              </a:spcBef>
              <a:spcAft>
                <a:spcPts val="0"/>
              </a:spcAft>
              <a:buClr>
                <a:srgbClr val="2E3F57"/>
              </a:buClr>
              <a:buSzPts val="1150"/>
              <a:buFont typeface="Arial"/>
              <a:buNone/>
            </a:pPr>
            <a:r>
              <a:rPr b="0" i="0" lang="en-US" sz="1150" u="none" cap="none" strike="noStrike">
                <a:solidFill>
                  <a:srgbClr val="2E3F57"/>
                </a:solidFill>
                <a:latin typeface="Arial"/>
                <a:ea typeface="Arial"/>
                <a:cs typeface="Arial"/>
                <a:sym typeface="Arial"/>
              </a:rPr>
              <a:t>파이프라인 전체 실측 평균</a:t>
            </a:r>
            <a:endParaRPr b="0" i="0" sz="1150" u="none" cap="none" strike="noStrike">
              <a:solidFill>
                <a:schemeClr val="dk1"/>
              </a:solidFill>
              <a:latin typeface="Calibri"/>
              <a:ea typeface="Calibri"/>
              <a:cs typeface="Calibri"/>
              <a:sym typeface="Calibri"/>
            </a:endParaRPr>
          </a:p>
          <a:p>
            <a:pPr indent="0" lvl="0" marL="0" marR="0" rtl="0" algn="ctr">
              <a:lnSpc>
                <a:spcPct val="112000"/>
              </a:lnSpc>
              <a:spcBef>
                <a:spcPts val="0"/>
              </a:spcBef>
              <a:spcAft>
                <a:spcPts val="0"/>
              </a:spcAft>
              <a:buClr>
                <a:srgbClr val="2E3F57"/>
              </a:buClr>
              <a:buSzPts val="1150"/>
              <a:buFont typeface="Arial"/>
              <a:buNone/>
            </a:pPr>
            <a:r>
              <a:rPr b="0" i="0" lang="en-US" sz="1150" u="none" cap="none" strike="noStrike">
                <a:solidFill>
                  <a:srgbClr val="2E3F57"/>
                </a:solidFill>
                <a:latin typeface="Arial"/>
                <a:ea typeface="Arial"/>
                <a:cs typeface="Arial"/>
                <a:sym typeface="Arial"/>
              </a:rPr>
              <a:t>최소 7.0 ~ 최대 16.0초</a:t>
            </a:r>
            <a:endParaRPr b="0" i="0" sz="1150" u="none" cap="none" strike="noStrike">
              <a:solidFill>
                <a:schemeClr val="dk1"/>
              </a:solidFill>
              <a:latin typeface="Calibri"/>
              <a:ea typeface="Calibri"/>
              <a:cs typeface="Calibri"/>
              <a:sym typeface="Calibri"/>
            </a:endParaRPr>
          </a:p>
        </p:txBody>
      </p:sp>
      <p:sp>
        <p:nvSpPr>
          <p:cNvPr id="2613" name="Google Shape;2613;h29ad1a1c935308b6_12_196"/>
          <p:cNvSpPr/>
          <p:nvPr/>
        </p:nvSpPr>
        <p:spPr>
          <a:xfrm>
            <a:off x="13350240" y="6858000"/>
            <a:ext cx="3794760" cy="1956816"/>
          </a:xfrm>
          <a:prstGeom prst="rect">
            <a:avLst/>
          </a:prstGeom>
          <a:solidFill>
            <a:srgbClr val="FFFFFF"/>
          </a:solidFill>
          <a:ln cap="flat" cmpd="sng" w="19050">
            <a:solidFill>
              <a:srgbClr val="CBDD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4" name="Google Shape;2614;h29ad1a1c935308b6_12_196"/>
          <p:cNvSpPr txBox="1"/>
          <p:nvPr/>
        </p:nvSpPr>
        <p:spPr>
          <a:xfrm>
            <a:off x="13459968" y="6949440"/>
            <a:ext cx="3575304" cy="6583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0538B"/>
              </a:buClr>
              <a:buSzPts val="4000"/>
              <a:buFont typeface="Arial"/>
              <a:buNone/>
            </a:pPr>
            <a:r>
              <a:rPr b="1" i="0" lang="en-US" sz="4000" u="none" cap="none" strike="noStrike">
                <a:solidFill>
                  <a:srgbClr val="20538B"/>
                </a:solidFill>
                <a:latin typeface="Arial"/>
                <a:ea typeface="Arial"/>
                <a:cs typeface="Arial"/>
                <a:sym typeface="Arial"/>
              </a:rPr>
              <a:t>43%</a:t>
            </a:r>
            <a:endParaRPr b="0" i="0" sz="4000" u="none" cap="none" strike="noStrike">
              <a:solidFill>
                <a:schemeClr val="dk1"/>
              </a:solidFill>
              <a:latin typeface="Calibri"/>
              <a:ea typeface="Calibri"/>
              <a:cs typeface="Calibri"/>
              <a:sym typeface="Calibri"/>
            </a:endParaRPr>
          </a:p>
        </p:txBody>
      </p:sp>
      <p:sp>
        <p:nvSpPr>
          <p:cNvPr id="2615" name="Google Shape;2615;h29ad1a1c935308b6_12_196"/>
          <p:cNvSpPr txBox="1"/>
          <p:nvPr/>
        </p:nvSpPr>
        <p:spPr>
          <a:xfrm>
            <a:off x="13459968" y="7626096"/>
            <a:ext cx="3575304"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0538B"/>
              </a:buClr>
              <a:buSzPts val="1450"/>
              <a:buFont typeface="Arial"/>
              <a:buNone/>
            </a:pPr>
            <a:r>
              <a:rPr b="1" i="0" lang="en-US" sz="1450" u="none" cap="none" strike="noStrike">
                <a:solidFill>
                  <a:srgbClr val="20538B"/>
                </a:solidFill>
                <a:latin typeface="Arial"/>
                <a:ea typeface="Arial"/>
                <a:cs typeface="Arial"/>
                <a:sym typeface="Arial"/>
              </a:rPr>
              <a:t>입력 토큰 절감</a:t>
            </a:r>
            <a:endParaRPr b="0" i="0" sz="1450" u="none" cap="none" strike="noStrike">
              <a:solidFill>
                <a:schemeClr val="dk1"/>
              </a:solidFill>
              <a:latin typeface="Calibri"/>
              <a:ea typeface="Calibri"/>
              <a:cs typeface="Calibri"/>
              <a:sym typeface="Calibri"/>
            </a:endParaRPr>
          </a:p>
        </p:txBody>
      </p:sp>
      <p:sp>
        <p:nvSpPr>
          <p:cNvPr id="2616" name="Google Shape;2616;h29ad1a1c935308b6_12_196"/>
          <p:cNvSpPr txBox="1"/>
          <p:nvPr/>
        </p:nvSpPr>
        <p:spPr>
          <a:xfrm>
            <a:off x="13459968" y="7955280"/>
            <a:ext cx="3575304" cy="713232"/>
          </a:xfrm>
          <a:prstGeom prst="rect">
            <a:avLst/>
          </a:prstGeom>
          <a:noFill/>
          <a:ln>
            <a:noFill/>
          </a:ln>
        </p:spPr>
        <p:txBody>
          <a:bodyPr anchorCtr="0" anchor="t" bIns="0" lIns="0" spcFirstLastPara="1" rIns="0" wrap="square" tIns="0">
            <a:noAutofit/>
          </a:bodyPr>
          <a:lstStyle/>
          <a:p>
            <a:pPr indent="0" lvl="0" marL="0" marR="0" rtl="0" algn="ctr">
              <a:lnSpc>
                <a:spcPct val="112000"/>
              </a:lnSpc>
              <a:spcBef>
                <a:spcPts val="0"/>
              </a:spcBef>
              <a:spcAft>
                <a:spcPts val="0"/>
              </a:spcAft>
              <a:buClr>
                <a:srgbClr val="2E3F57"/>
              </a:buClr>
              <a:buSzPts val="1150"/>
              <a:buFont typeface="Arial"/>
              <a:buNone/>
            </a:pPr>
            <a:r>
              <a:rPr b="0" i="0" lang="en-US" sz="1150" u="none" cap="none" strike="noStrike">
                <a:solidFill>
                  <a:srgbClr val="2E3F57"/>
                </a:solidFill>
                <a:latin typeface="Arial"/>
                <a:ea typeface="Arial"/>
                <a:cs typeface="Arial"/>
                <a:sym typeface="Arial"/>
              </a:rPr>
              <a:t>LLM 단독 8,580 → 엔진 4,923</a:t>
            </a:r>
            <a:endParaRPr b="0" i="0" sz="1150" u="none" cap="none" strike="noStrike">
              <a:solidFill>
                <a:schemeClr val="dk1"/>
              </a:solidFill>
              <a:latin typeface="Calibri"/>
              <a:ea typeface="Calibri"/>
              <a:cs typeface="Calibri"/>
              <a:sym typeface="Calibri"/>
            </a:endParaRPr>
          </a:p>
          <a:p>
            <a:pPr indent="0" lvl="0" marL="0" marR="0" rtl="0" algn="ctr">
              <a:lnSpc>
                <a:spcPct val="112000"/>
              </a:lnSpc>
              <a:spcBef>
                <a:spcPts val="0"/>
              </a:spcBef>
              <a:spcAft>
                <a:spcPts val="0"/>
              </a:spcAft>
              <a:buClr>
                <a:srgbClr val="2E3F57"/>
              </a:buClr>
              <a:buSzPts val="1150"/>
              <a:buFont typeface="Arial"/>
              <a:buNone/>
            </a:pPr>
            <a:r>
              <a:rPr b="0" i="0" lang="en-US" sz="1150" u="none" cap="none" strike="noStrike">
                <a:solidFill>
                  <a:srgbClr val="2E3F57"/>
                </a:solidFill>
                <a:latin typeface="Arial"/>
                <a:ea typeface="Arial"/>
                <a:cs typeface="Arial"/>
                <a:sym typeface="Arial"/>
              </a:rPr>
              <a:t>필요한 사실만 골라 전달</a:t>
            </a:r>
            <a:endParaRPr b="0" i="0" sz="1150" u="none" cap="none" strike="noStrike">
              <a:solidFill>
                <a:schemeClr val="dk1"/>
              </a:solidFill>
              <a:latin typeface="Calibri"/>
              <a:ea typeface="Calibri"/>
              <a:cs typeface="Calibri"/>
              <a:sym typeface="Calibri"/>
            </a:endParaRPr>
          </a:p>
        </p:txBody>
      </p:sp>
      <p:sp>
        <p:nvSpPr>
          <p:cNvPr id="2617" name="Google Shape;2617;h29ad1a1c935308b6_12_196"/>
          <p:cNvSpPr/>
          <p:nvPr/>
        </p:nvSpPr>
        <p:spPr>
          <a:xfrm>
            <a:off x="1143000" y="8997696"/>
            <a:ext cx="16002000" cy="457200"/>
          </a:xfrm>
          <a:prstGeom prst="rect">
            <a:avLst/>
          </a:prstGeom>
          <a:solidFill>
            <a:srgbClr val="EEF6FF"/>
          </a:solidFill>
          <a:ln cap="flat" cmpd="sng" w="12700">
            <a:solidFill>
              <a:srgbClr val="CBDD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8" name="Google Shape;2618;h29ad1a1c935308b6_12_196"/>
          <p:cNvSpPr txBox="1"/>
          <p:nvPr/>
        </p:nvSpPr>
        <p:spPr>
          <a:xfrm>
            <a:off x="1325880" y="8997696"/>
            <a:ext cx="156362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0538B"/>
              </a:buClr>
              <a:buSzPts val="1350"/>
              <a:buFont typeface="Arial"/>
              <a:buNone/>
            </a:pPr>
            <a:r>
              <a:rPr b="1" i="0" lang="en-US" sz="1350" u="none" cap="none" strike="noStrike">
                <a:solidFill>
                  <a:srgbClr val="20538B"/>
                </a:solidFill>
                <a:latin typeface="Arial"/>
                <a:ea typeface="Arial"/>
                <a:cs typeface="Arial"/>
                <a:sym typeface="Arial"/>
              </a:rPr>
              <a:t>✓  2026-10-07 재실측 (GPT-4o · 진단 3건 × 5회) · 요약 속 과징금 8건 = 15건 중 7건의 보고서 · 취약점 8건 중 7건에 동일 결함 사례 매칭 · 고객사 정보는 가상의 교육 플랫폼 기준</a:t>
            </a:r>
            <a:endParaRPr b="0" i="0" sz="1350" u="none" cap="none" strike="noStrike">
              <a:solidFill>
                <a:schemeClr val="dk1"/>
              </a:solidFill>
              <a:latin typeface="Calibri"/>
              <a:ea typeface="Calibri"/>
              <a:cs typeface="Calibri"/>
              <a:sym typeface="Calibri"/>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2" name="Shape 2622"/>
        <p:cNvGrpSpPr/>
        <p:nvPr/>
      </p:nvGrpSpPr>
      <p:grpSpPr>
        <a:xfrm>
          <a:off x="0" y="0"/>
          <a:ext cx="0" cy="0"/>
          <a:chOff x="0" y="0"/>
          <a:chExt cx="0" cy="0"/>
        </a:xfrm>
      </p:grpSpPr>
      <p:grpSp>
        <p:nvGrpSpPr>
          <p:cNvPr id="2623" name="Google Shape;2623;h32a9095667746e33_6_130"/>
          <p:cNvGrpSpPr/>
          <p:nvPr/>
        </p:nvGrpSpPr>
        <p:grpSpPr>
          <a:xfrm>
            <a:off x="-1081199" y="3274283"/>
            <a:ext cx="20615733" cy="7012716"/>
            <a:chOff x="-99239" y="-86"/>
            <a:chExt cx="27487644" cy="9350288"/>
          </a:xfrm>
        </p:grpSpPr>
        <p:grpSp>
          <p:nvGrpSpPr>
            <p:cNvPr id="2624" name="Google Shape;2624;h32a9095667746e33_6_130"/>
            <p:cNvGrpSpPr/>
            <p:nvPr/>
          </p:nvGrpSpPr>
          <p:grpSpPr>
            <a:xfrm rot="-5400000">
              <a:off x="11107617" y="-11206942"/>
              <a:ext cx="4770761" cy="27184472"/>
              <a:chOff x="0" y="-38100"/>
              <a:chExt cx="1831597" cy="10436700"/>
            </a:xfrm>
          </p:grpSpPr>
          <p:sp>
            <p:nvSpPr>
              <p:cNvPr id="2625" name="Google Shape;2625;h32a9095667746e33_6_130"/>
              <p:cNvSpPr/>
              <p:nvPr/>
            </p:nvSpPr>
            <p:spPr>
              <a:xfrm>
                <a:off x="0" y="0"/>
                <a:ext cx="1831597" cy="10398600"/>
              </a:xfrm>
              <a:custGeom>
                <a:rect b="b" l="l" r="r" t="t"/>
                <a:pathLst>
                  <a:path extrusionOk="0" h="10398600" w="1831597">
                    <a:moveTo>
                      <a:pt x="0" y="0"/>
                    </a:moveTo>
                    <a:lnTo>
                      <a:pt x="1831597" y="0"/>
                    </a:lnTo>
                    <a:lnTo>
                      <a:pt x="1831597" y="10398600"/>
                    </a:lnTo>
                    <a:lnTo>
                      <a:pt x="0" y="10398600"/>
                    </a:lnTo>
                    <a:close/>
                  </a:path>
                </a:pathLst>
              </a:custGeom>
              <a:solidFill>
                <a:srgbClr val="CBDDEF"/>
              </a:solidFill>
              <a:ln>
                <a:noFill/>
              </a:ln>
            </p:spPr>
          </p:sp>
          <p:sp>
            <p:nvSpPr>
              <p:cNvPr id="2626" name="Google Shape;2626;h32a9095667746e33_6_130"/>
              <p:cNvSpPr txBox="1"/>
              <p:nvPr/>
            </p:nvSpPr>
            <p:spPr>
              <a:xfrm>
                <a:off x="0" y="-38100"/>
                <a:ext cx="1831500" cy="10436700"/>
              </a:xfrm>
              <a:prstGeom prst="rect">
                <a:avLst/>
              </a:prstGeom>
              <a:noFill/>
              <a:ln>
                <a:noFill/>
              </a:ln>
            </p:spPr>
            <p:txBody>
              <a:bodyPr anchorCtr="0" anchor="ctr" bIns="27000" lIns="27000" spcFirstLastPara="1" rIns="27000" wrap="square" tIns="27000">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627" name="Google Shape;2627;h32a9095667746e33_6_130"/>
            <p:cNvGrpSpPr/>
            <p:nvPr/>
          </p:nvGrpSpPr>
          <p:grpSpPr>
            <a:xfrm rot="-5400000">
              <a:off x="11637133" y="-6401070"/>
              <a:ext cx="4579844" cy="26922700"/>
              <a:chOff x="0" y="-38100"/>
              <a:chExt cx="1758300" cy="10336200"/>
            </a:xfrm>
          </p:grpSpPr>
          <p:sp>
            <p:nvSpPr>
              <p:cNvPr id="2628" name="Google Shape;2628;h32a9095667746e33_6_130"/>
              <p:cNvSpPr/>
              <p:nvPr/>
            </p:nvSpPr>
            <p:spPr>
              <a:xfrm>
                <a:off x="0" y="0"/>
                <a:ext cx="1758210" cy="10298040"/>
              </a:xfrm>
              <a:custGeom>
                <a:rect b="b" l="l" r="r" t="t"/>
                <a:pathLst>
                  <a:path extrusionOk="0" h="10298040" w="1758210">
                    <a:moveTo>
                      <a:pt x="0" y="0"/>
                    </a:moveTo>
                    <a:lnTo>
                      <a:pt x="1758210" y="0"/>
                    </a:lnTo>
                    <a:lnTo>
                      <a:pt x="1758210" y="10298040"/>
                    </a:lnTo>
                    <a:lnTo>
                      <a:pt x="0" y="10298040"/>
                    </a:lnTo>
                    <a:close/>
                  </a:path>
                </a:pathLst>
              </a:custGeom>
              <a:solidFill>
                <a:srgbClr val="94B6DA"/>
              </a:solidFill>
              <a:ln>
                <a:noFill/>
              </a:ln>
            </p:spPr>
          </p:sp>
          <p:sp>
            <p:nvSpPr>
              <p:cNvPr id="2629" name="Google Shape;2629;h32a9095667746e33_6_130"/>
              <p:cNvSpPr txBox="1"/>
              <p:nvPr/>
            </p:nvSpPr>
            <p:spPr>
              <a:xfrm>
                <a:off x="0" y="-38100"/>
                <a:ext cx="1758300" cy="10336200"/>
              </a:xfrm>
              <a:prstGeom prst="rect">
                <a:avLst/>
              </a:prstGeom>
              <a:noFill/>
              <a:ln>
                <a:noFill/>
              </a:ln>
            </p:spPr>
            <p:txBody>
              <a:bodyPr anchorCtr="0" anchor="ctr" bIns="27000" lIns="27000" spcFirstLastPara="1" rIns="27000" wrap="square" tIns="27000">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grpSp>
        <p:nvGrpSpPr>
          <p:cNvPr id="2630" name="Google Shape;2630;h32a9095667746e33_6_130"/>
          <p:cNvGrpSpPr/>
          <p:nvPr/>
        </p:nvGrpSpPr>
        <p:grpSpPr>
          <a:xfrm>
            <a:off x="731085" y="622850"/>
            <a:ext cx="16825838" cy="9050174"/>
            <a:chOff x="0" y="-108814"/>
            <a:chExt cx="22434451" cy="12066898"/>
          </a:xfrm>
        </p:grpSpPr>
        <p:grpSp>
          <p:nvGrpSpPr>
            <p:cNvPr id="2631" name="Google Shape;2631;h32a9095667746e33_6_130"/>
            <p:cNvGrpSpPr/>
            <p:nvPr/>
          </p:nvGrpSpPr>
          <p:grpSpPr>
            <a:xfrm>
              <a:off x="26537" y="10214891"/>
              <a:ext cx="22386840" cy="1743193"/>
              <a:chOff x="0" y="-47625"/>
              <a:chExt cx="9809754" cy="763855"/>
            </a:xfrm>
          </p:grpSpPr>
          <p:sp>
            <p:nvSpPr>
              <p:cNvPr id="2632" name="Google Shape;2632;h32a9095667746e33_6_130"/>
              <p:cNvSpPr/>
              <p:nvPr/>
            </p:nvSpPr>
            <p:spPr>
              <a:xfrm>
                <a:off x="0" y="0"/>
                <a:ext cx="9809754" cy="716230"/>
              </a:xfrm>
              <a:custGeom>
                <a:rect b="b" l="l" r="r" t="t"/>
                <a:pathLst>
                  <a:path extrusionOk="0" h="716230" w="9809754">
                    <a:moveTo>
                      <a:pt x="0" y="0"/>
                    </a:moveTo>
                    <a:lnTo>
                      <a:pt x="9809754" y="0"/>
                    </a:lnTo>
                    <a:lnTo>
                      <a:pt x="9809754" y="716230"/>
                    </a:lnTo>
                    <a:lnTo>
                      <a:pt x="0" y="716230"/>
                    </a:lnTo>
                    <a:close/>
                  </a:path>
                </a:pathLst>
              </a:custGeom>
              <a:solidFill>
                <a:srgbClr val="20538B"/>
              </a:solidFill>
              <a:ln cap="sq" cmpd="sng" w="38100">
                <a:solidFill>
                  <a:srgbClr val="20538B"/>
                </a:solidFill>
                <a:prstDash val="solid"/>
                <a:miter lim="8000"/>
                <a:headEnd len="sm" w="sm" type="none"/>
                <a:tailEnd len="sm" w="sm" type="none"/>
              </a:ln>
            </p:spPr>
          </p:sp>
          <p:sp>
            <p:nvSpPr>
              <p:cNvPr id="2633" name="Google Shape;2633;h32a9095667746e33_6_130"/>
              <p:cNvSpPr txBox="1"/>
              <p:nvPr/>
            </p:nvSpPr>
            <p:spPr>
              <a:xfrm>
                <a:off x="0" y="-47625"/>
                <a:ext cx="9809700" cy="763800"/>
              </a:xfrm>
              <a:prstGeom prst="rect">
                <a:avLst/>
              </a:prstGeom>
              <a:noFill/>
              <a:ln>
                <a:noFill/>
              </a:ln>
            </p:spPr>
            <p:txBody>
              <a:bodyPr anchorCtr="0" anchor="ctr" bIns="50800" lIns="50800" spcFirstLastPara="1" rIns="50800" wrap="square" tIns="50800">
                <a:noAutofit/>
              </a:bodyPr>
              <a:lstStyle/>
              <a:p>
                <a:pPr indent="0" lvl="0" marL="0" marR="0" rtl="0" algn="ctr">
                  <a:lnSpc>
                    <a:spcPct val="175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634" name="Google Shape;2634;h32a9095667746e33_6_130"/>
            <p:cNvGrpSpPr/>
            <p:nvPr/>
          </p:nvGrpSpPr>
          <p:grpSpPr>
            <a:xfrm>
              <a:off x="0" y="-108814"/>
              <a:ext cx="22434451" cy="11946166"/>
              <a:chOff x="0" y="-47625"/>
              <a:chExt cx="9819000" cy="5228539"/>
            </a:xfrm>
          </p:grpSpPr>
          <p:sp>
            <p:nvSpPr>
              <p:cNvPr id="2635" name="Google Shape;2635;h32a9095667746e33_6_130"/>
              <p:cNvSpPr/>
              <p:nvPr/>
            </p:nvSpPr>
            <p:spPr>
              <a:xfrm>
                <a:off x="0" y="0"/>
                <a:ext cx="9818922" cy="5180914"/>
              </a:xfrm>
              <a:custGeom>
                <a:rect b="b" l="l" r="r" t="t"/>
                <a:pathLst>
                  <a:path extrusionOk="0" h="5180914" w="9818922">
                    <a:moveTo>
                      <a:pt x="0" y="0"/>
                    </a:moveTo>
                    <a:lnTo>
                      <a:pt x="9818922" y="0"/>
                    </a:lnTo>
                    <a:lnTo>
                      <a:pt x="9818922" y="5180914"/>
                    </a:lnTo>
                    <a:lnTo>
                      <a:pt x="0" y="5180914"/>
                    </a:lnTo>
                    <a:close/>
                  </a:path>
                </a:pathLst>
              </a:custGeom>
              <a:solidFill>
                <a:srgbClr val="FFFFFF"/>
              </a:solidFill>
              <a:ln cap="sq" cmpd="sng" w="38100">
                <a:solidFill>
                  <a:srgbClr val="20538B"/>
                </a:solidFill>
                <a:prstDash val="solid"/>
                <a:miter lim="8000"/>
                <a:headEnd len="sm" w="sm" type="none"/>
                <a:tailEnd len="sm" w="sm" type="none"/>
              </a:ln>
            </p:spPr>
          </p:sp>
          <p:sp>
            <p:nvSpPr>
              <p:cNvPr id="2636" name="Google Shape;2636;h32a9095667746e33_6_130"/>
              <p:cNvSpPr txBox="1"/>
              <p:nvPr/>
            </p:nvSpPr>
            <p:spPr>
              <a:xfrm>
                <a:off x="0" y="-47625"/>
                <a:ext cx="9819000" cy="5228400"/>
              </a:xfrm>
              <a:prstGeom prst="rect">
                <a:avLst/>
              </a:prstGeom>
              <a:noFill/>
              <a:ln>
                <a:noFill/>
              </a:ln>
            </p:spPr>
            <p:txBody>
              <a:bodyPr anchorCtr="0" anchor="ctr" bIns="50800" lIns="50800" spcFirstLastPara="1" rIns="50800" wrap="square" tIns="50800">
                <a:noAutofit/>
              </a:bodyPr>
              <a:lstStyle/>
              <a:p>
                <a:pPr indent="0" lvl="0" marL="0" marR="0" rtl="0" algn="ctr">
                  <a:lnSpc>
                    <a:spcPct val="175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grpSp>
        <p:nvGrpSpPr>
          <p:cNvPr id="2637" name="Google Shape;2637;h32a9095667746e33_6_130"/>
          <p:cNvGrpSpPr/>
          <p:nvPr/>
        </p:nvGrpSpPr>
        <p:grpSpPr>
          <a:xfrm>
            <a:off x="763743" y="662704"/>
            <a:ext cx="16759942" cy="1561150"/>
            <a:chOff x="0" y="-38100"/>
            <a:chExt cx="8581200" cy="799319"/>
          </a:xfrm>
        </p:grpSpPr>
        <p:sp>
          <p:nvSpPr>
            <p:cNvPr id="2638" name="Google Shape;2638;h32a9095667746e33_6_130"/>
            <p:cNvSpPr/>
            <p:nvPr/>
          </p:nvSpPr>
          <p:spPr>
            <a:xfrm>
              <a:off x="0" y="0"/>
              <a:ext cx="8581180" cy="761219"/>
            </a:xfrm>
            <a:custGeom>
              <a:rect b="b" l="l" r="r" t="t"/>
              <a:pathLst>
                <a:path extrusionOk="0" h="761219" w="8581180">
                  <a:moveTo>
                    <a:pt x="0" y="0"/>
                  </a:moveTo>
                  <a:lnTo>
                    <a:pt x="8581180" y="0"/>
                  </a:lnTo>
                  <a:lnTo>
                    <a:pt x="8581180" y="761219"/>
                  </a:lnTo>
                  <a:lnTo>
                    <a:pt x="0" y="761219"/>
                  </a:lnTo>
                  <a:close/>
                </a:path>
              </a:pathLst>
            </a:custGeom>
            <a:solidFill>
              <a:srgbClr val="EEF6FF"/>
            </a:solidFill>
            <a:ln cap="sq" cmpd="sng" w="9525">
              <a:solidFill>
                <a:srgbClr val="20538B"/>
              </a:solidFill>
              <a:prstDash val="solid"/>
              <a:miter lim="8000"/>
              <a:headEnd len="sm" w="sm" type="none"/>
              <a:tailEnd len="sm" w="sm" type="none"/>
            </a:ln>
          </p:spPr>
        </p:sp>
        <p:sp>
          <p:nvSpPr>
            <p:cNvPr id="2639" name="Google Shape;2639;h32a9095667746e33_6_130"/>
            <p:cNvSpPr txBox="1"/>
            <p:nvPr/>
          </p:nvSpPr>
          <p:spPr>
            <a:xfrm>
              <a:off x="0" y="-38100"/>
              <a:ext cx="8581200" cy="799200"/>
            </a:xfrm>
            <a:prstGeom prst="rect">
              <a:avLst/>
            </a:prstGeom>
            <a:noFill/>
            <a:ln>
              <a:noFill/>
            </a:ln>
          </p:spPr>
          <p:txBody>
            <a:bodyPr anchorCtr="0" anchor="ctr" bIns="39175" lIns="39175" spcFirstLastPara="1" rIns="39175" wrap="square" tIns="39175">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640" name="Google Shape;2640;h32a9095667746e33_6_130"/>
          <p:cNvSpPr/>
          <p:nvPr/>
        </p:nvSpPr>
        <p:spPr>
          <a:xfrm>
            <a:off x="8529670" y="4041017"/>
            <a:ext cx="614330" cy="466891"/>
          </a:xfrm>
          <a:custGeom>
            <a:rect b="b" l="l" r="r" t="t"/>
            <a:pathLst>
              <a:path extrusionOk="0" h="466891" w="614330">
                <a:moveTo>
                  <a:pt x="0" y="0"/>
                </a:moveTo>
                <a:lnTo>
                  <a:pt x="614330" y="0"/>
                </a:lnTo>
                <a:lnTo>
                  <a:pt x="614330" y="466891"/>
                </a:lnTo>
                <a:lnTo>
                  <a:pt x="0" y="466891"/>
                </a:lnTo>
                <a:lnTo>
                  <a:pt x="0" y="0"/>
                </a:lnTo>
                <a:close/>
              </a:path>
            </a:pathLst>
          </a:custGeom>
          <a:blipFill rotWithShape="1">
            <a:blip r:embed="rId3">
              <a:alphaModFix/>
            </a:blip>
            <a:stretch>
              <a:fillRect b="0" l="0" r="0" t="0"/>
            </a:stretch>
          </a:blipFill>
          <a:ln>
            <a:noFill/>
          </a:ln>
        </p:spPr>
      </p:sp>
      <p:sp>
        <p:nvSpPr>
          <p:cNvPr id="2641" name="Google Shape;2641;h32a9095667746e33_6_130"/>
          <p:cNvSpPr/>
          <p:nvPr/>
        </p:nvSpPr>
        <p:spPr>
          <a:xfrm rot="10800000">
            <a:off x="8529670" y="5869584"/>
            <a:ext cx="614330" cy="466891"/>
          </a:xfrm>
          <a:custGeom>
            <a:rect b="b" l="l" r="r" t="t"/>
            <a:pathLst>
              <a:path extrusionOk="0" h="466891" w="614330">
                <a:moveTo>
                  <a:pt x="614330" y="466890"/>
                </a:moveTo>
                <a:lnTo>
                  <a:pt x="0" y="466890"/>
                </a:lnTo>
                <a:lnTo>
                  <a:pt x="0" y="0"/>
                </a:lnTo>
                <a:lnTo>
                  <a:pt x="614330" y="0"/>
                </a:lnTo>
                <a:lnTo>
                  <a:pt x="614330" y="466890"/>
                </a:lnTo>
                <a:close/>
              </a:path>
            </a:pathLst>
          </a:custGeom>
          <a:blipFill rotWithShape="1">
            <a:blip r:embed="rId3">
              <a:alphaModFix/>
            </a:blip>
            <a:stretch>
              <a:fillRect b="0" l="0" r="0" t="0"/>
            </a:stretch>
          </a:blipFill>
          <a:ln>
            <a:noFill/>
          </a:ln>
        </p:spPr>
      </p:sp>
      <p:sp>
        <p:nvSpPr>
          <p:cNvPr id="2642" name="Google Shape;2642;h32a9095667746e33_6_130"/>
          <p:cNvSpPr/>
          <p:nvPr/>
        </p:nvSpPr>
        <p:spPr>
          <a:xfrm>
            <a:off x="15531691" y="160918"/>
            <a:ext cx="996214" cy="1021758"/>
          </a:xfrm>
          <a:custGeom>
            <a:rect b="b" l="l" r="r" t="t"/>
            <a:pathLst>
              <a:path extrusionOk="0" h="1021758" w="996214">
                <a:moveTo>
                  <a:pt x="0" y="0"/>
                </a:moveTo>
                <a:lnTo>
                  <a:pt x="996214" y="0"/>
                </a:lnTo>
                <a:lnTo>
                  <a:pt x="996214" y="1021758"/>
                </a:lnTo>
                <a:lnTo>
                  <a:pt x="0" y="1021758"/>
                </a:lnTo>
                <a:lnTo>
                  <a:pt x="0" y="0"/>
                </a:lnTo>
                <a:close/>
              </a:path>
            </a:pathLst>
          </a:custGeom>
          <a:blipFill rotWithShape="1">
            <a:blip r:embed="rId4">
              <a:alphaModFix/>
            </a:blip>
            <a:stretch>
              <a:fillRect b="0" l="0" r="0" t="0"/>
            </a:stretch>
          </a:blipFill>
          <a:ln>
            <a:noFill/>
          </a:ln>
        </p:spPr>
      </p:sp>
      <p:sp>
        <p:nvSpPr>
          <p:cNvPr id="2643" name="Google Shape;2643;h32a9095667746e33_6_130"/>
          <p:cNvSpPr txBox="1"/>
          <p:nvPr/>
        </p:nvSpPr>
        <p:spPr>
          <a:xfrm>
            <a:off x="2381350" y="893150"/>
            <a:ext cx="9984900" cy="10467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None/>
            </a:pPr>
            <a:r>
              <a:rPr b="1" lang="en-US" sz="5000">
                <a:solidFill>
                  <a:srgbClr val="20538B"/>
                </a:solidFill>
              </a:rPr>
              <a:t>에듀체크</a:t>
            </a:r>
            <a:endParaRPr b="1" sz="1800">
              <a:solidFill>
                <a:srgbClr val="20538B"/>
              </a:solidFill>
            </a:endParaRPr>
          </a:p>
          <a:p>
            <a:pPr indent="0" lvl="0" marL="0" rtl="0" algn="l">
              <a:lnSpc>
                <a:spcPct val="140000"/>
              </a:lnSpc>
              <a:spcBef>
                <a:spcPts val="0"/>
              </a:spcBef>
              <a:spcAft>
                <a:spcPts val="0"/>
              </a:spcAft>
              <a:buNone/>
            </a:pPr>
            <a:r>
              <a:rPr lang="en-US" sz="1800">
                <a:solidFill>
                  <a:srgbClr val="20538B"/>
                </a:solidFill>
              </a:rPr>
              <a:t>생성형 AI를 활용한 개인정보 유출 취약점 자동 진단 및 ISMS-P 인증기준 확인</a:t>
            </a:r>
            <a:endParaRPr b="1" sz="1800">
              <a:solidFill>
                <a:srgbClr val="20538B"/>
              </a:solidFill>
            </a:endParaRPr>
          </a:p>
        </p:txBody>
      </p:sp>
      <p:sp>
        <p:nvSpPr>
          <p:cNvPr id="2644" name="Google Shape;2644;h32a9095667746e33_6_130"/>
          <p:cNvSpPr txBox="1"/>
          <p:nvPr/>
        </p:nvSpPr>
        <p:spPr>
          <a:xfrm>
            <a:off x="1437501" y="920715"/>
            <a:ext cx="834600" cy="751200"/>
          </a:xfrm>
          <a:prstGeom prst="rect">
            <a:avLst/>
          </a:prstGeom>
          <a:noFill/>
          <a:ln>
            <a:noFill/>
          </a:ln>
        </p:spPr>
        <p:txBody>
          <a:bodyPr anchorCtr="0" anchor="t" bIns="0" lIns="0" spcFirstLastPara="1" rIns="0" wrap="square" tIns="0">
            <a:spAutoFit/>
          </a:bodyPr>
          <a:lstStyle/>
          <a:p>
            <a:pPr indent="0" lvl="0" marL="0" marR="0" rtl="0" algn="l">
              <a:lnSpc>
                <a:spcPct val="192009"/>
              </a:lnSpc>
              <a:spcBef>
                <a:spcPts val="0"/>
              </a:spcBef>
              <a:spcAft>
                <a:spcPts val="0"/>
              </a:spcAft>
              <a:buNone/>
            </a:pPr>
            <a:r>
              <a:rPr b="1" i="0" lang="en-US" sz="4881" u="none" cap="none" strike="noStrike">
                <a:solidFill>
                  <a:srgbClr val="CBDDEF"/>
                </a:solidFill>
                <a:latin typeface="Arial"/>
                <a:ea typeface="Arial"/>
                <a:cs typeface="Arial"/>
                <a:sym typeface="Arial"/>
              </a:rPr>
              <a:t>0</a:t>
            </a:r>
            <a:r>
              <a:rPr b="1" lang="en-US" sz="4881">
                <a:solidFill>
                  <a:srgbClr val="CBDDEF"/>
                </a:solidFill>
              </a:rPr>
              <a:t>5</a:t>
            </a:r>
            <a:endParaRPr/>
          </a:p>
        </p:txBody>
      </p:sp>
      <p:sp>
        <p:nvSpPr>
          <p:cNvPr id="2645" name="Google Shape;2645;h32a9095667746e33_6_130"/>
          <p:cNvSpPr txBox="1"/>
          <p:nvPr/>
        </p:nvSpPr>
        <p:spPr>
          <a:xfrm>
            <a:off x="4014349" y="4803993"/>
            <a:ext cx="9645000" cy="769500"/>
          </a:xfrm>
          <a:prstGeom prst="rect">
            <a:avLst/>
          </a:prstGeom>
          <a:noFill/>
          <a:ln>
            <a:noFill/>
          </a:ln>
        </p:spPr>
        <p:txBody>
          <a:bodyPr anchorCtr="0" anchor="t" bIns="0" lIns="0" spcFirstLastPara="1" rIns="0" wrap="square" tIns="0">
            <a:spAutoFit/>
          </a:bodyPr>
          <a:lstStyle/>
          <a:p>
            <a:pPr indent="0" lvl="0" marL="0" marR="0" rtl="0" algn="ctr">
              <a:lnSpc>
                <a:spcPct val="140012"/>
              </a:lnSpc>
              <a:spcBef>
                <a:spcPts val="0"/>
              </a:spcBef>
              <a:spcAft>
                <a:spcPts val="0"/>
              </a:spcAft>
              <a:buNone/>
            </a:pPr>
            <a:r>
              <a:rPr b="1" lang="en-US" sz="5000">
                <a:solidFill>
                  <a:srgbClr val="20538B"/>
                </a:solidFill>
              </a:rPr>
              <a:t>자체 평가</a:t>
            </a:r>
            <a:endParaRPr b="1" sz="5000">
              <a:solidFill>
                <a:srgbClr val="20538B"/>
              </a:solidFill>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9" name="Shape 2649"/>
        <p:cNvGrpSpPr/>
        <p:nvPr/>
      </p:nvGrpSpPr>
      <p:grpSpPr>
        <a:xfrm>
          <a:off x="0" y="0"/>
          <a:ext cx="0" cy="0"/>
          <a:chOff x="0" y="0"/>
          <a:chExt cx="0" cy="0"/>
        </a:xfrm>
      </p:grpSpPr>
      <p:grpSp>
        <p:nvGrpSpPr>
          <p:cNvPr id="2650" name="Google Shape;2650;h29ad1a1c935308b6_7_0"/>
          <p:cNvGrpSpPr/>
          <p:nvPr/>
        </p:nvGrpSpPr>
        <p:grpSpPr>
          <a:xfrm>
            <a:off x="-1081199" y="3274283"/>
            <a:ext cx="20615733" cy="7012716"/>
            <a:chOff x="-99239" y="-86"/>
            <a:chExt cx="27487644" cy="9350288"/>
          </a:xfrm>
        </p:grpSpPr>
        <p:grpSp>
          <p:nvGrpSpPr>
            <p:cNvPr id="2651" name="Google Shape;2651;h29ad1a1c935308b6_7_0"/>
            <p:cNvGrpSpPr/>
            <p:nvPr/>
          </p:nvGrpSpPr>
          <p:grpSpPr>
            <a:xfrm rot="-5400000">
              <a:off x="11107617" y="-11206942"/>
              <a:ext cx="4770761" cy="27184472"/>
              <a:chOff x="0" y="-38100"/>
              <a:chExt cx="1831597" cy="10436700"/>
            </a:xfrm>
          </p:grpSpPr>
          <p:sp>
            <p:nvSpPr>
              <p:cNvPr id="2652" name="Google Shape;2652;h29ad1a1c935308b6_7_0"/>
              <p:cNvSpPr/>
              <p:nvPr/>
            </p:nvSpPr>
            <p:spPr>
              <a:xfrm>
                <a:off x="0" y="0"/>
                <a:ext cx="1831597" cy="10398600"/>
              </a:xfrm>
              <a:custGeom>
                <a:rect b="b" l="l" r="r" t="t"/>
                <a:pathLst>
                  <a:path extrusionOk="0" h="10398600" w="1831597">
                    <a:moveTo>
                      <a:pt x="0" y="0"/>
                    </a:moveTo>
                    <a:lnTo>
                      <a:pt x="1831597" y="0"/>
                    </a:lnTo>
                    <a:lnTo>
                      <a:pt x="1831597" y="10398600"/>
                    </a:lnTo>
                    <a:lnTo>
                      <a:pt x="0" y="10398600"/>
                    </a:lnTo>
                    <a:close/>
                  </a:path>
                </a:pathLst>
              </a:custGeom>
              <a:solidFill>
                <a:srgbClr val="CBDDEF"/>
              </a:solidFill>
              <a:ln>
                <a:noFill/>
              </a:ln>
            </p:spPr>
          </p:sp>
          <p:sp>
            <p:nvSpPr>
              <p:cNvPr id="2653" name="Google Shape;2653;h29ad1a1c935308b6_7_0"/>
              <p:cNvSpPr txBox="1"/>
              <p:nvPr/>
            </p:nvSpPr>
            <p:spPr>
              <a:xfrm>
                <a:off x="0" y="-38100"/>
                <a:ext cx="1831500" cy="10436700"/>
              </a:xfrm>
              <a:prstGeom prst="rect">
                <a:avLst/>
              </a:prstGeom>
              <a:noFill/>
              <a:ln>
                <a:noFill/>
              </a:ln>
            </p:spPr>
            <p:txBody>
              <a:bodyPr anchorCtr="0" anchor="ctr" bIns="27000" lIns="27000" spcFirstLastPara="1" rIns="27000" wrap="square" tIns="27000">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654" name="Google Shape;2654;h29ad1a1c935308b6_7_0"/>
            <p:cNvGrpSpPr/>
            <p:nvPr/>
          </p:nvGrpSpPr>
          <p:grpSpPr>
            <a:xfrm rot="-5400000">
              <a:off x="11637133" y="-6401070"/>
              <a:ext cx="4579844" cy="26922700"/>
              <a:chOff x="0" y="-38100"/>
              <a:chExt cx="1758300" cy="10336200"/>
            </a:xfrm>
          </p:grpSpPr>
          <p:sp>
            <p:nvSpPr>
              <p:cNvPr id="2655" name="Google Shape;2655;h29ad1a1c935308b6_7_0"/>
              <p:cNvSpPr/>
              <p:nvPr/>
            </p:nvSpPr>
            <p:spPr>
              <a:xfrm>
                <a:off x="0" y="0"/>
                <a:ext cx="1758210" cy="10298040"/>
              </a:xfrm>
              <a:custGeom>
                <a:rect b="b" l="l" r="r" t="t"/>
                <a:pathLst>
                  <a:path extrusionOk="0" h="10298040" w="1758210">
                    <a:moveTo>
                      <a:pt x="0" y="0"/>
                    </a:moveTo>
                    <a:lnTo>
                      <a:pt x="1758210" y="0"/>
                    </a:lnTo>
                    <a:lnTo>
                      <a:pt x="1758210" y="10298040"/>
                    </a:lnTo>
                    <a:lnTo>
                      <a:pt x="0" y="10298040"/>
                    </a:lnTo>
                    <a:close/>
                  </a:path>
                </a:pathLst>
              </a:custGeom>
              <a:solidFill>
                <a:srgbClr val="94B6DA"/>
              </a:solidFill>
              <a:ln>
                <a:noFill/>
              </a:ln>
            </p:spPr>
          </p:sp>
          <p:sp>
            <p:nvSpPr>
              <p:cNvPr id="2656" name="Google Shape;2656;h29ad1a1c935308b6_7_0"/>
              <p:cNvSpPr txBox="1"/>
              <p:nvPr/>
            </p:nvSpPr>
            <p:spPr>
              <a:xfrm>
                <a:off x="0" y="-38100"/>
                <a:ext cx="1758300" cy="10336200"/>
              </a:xfrm>
              <a:prstGeom prst="rect">
                <a:avLst/>
              </a:prstGeom>
              <a:noFill/>
              <a:ln>
                <a:noFill/>
              </a:ln>
            </p:spPr>
            <p:txBody>
              <a:bodyPr anchorCtr="0" anchor="ctr" bIns="27000" lIns="27000" spcFirstLastPara="1" rIns="27000" wrap="square" tIns="27000">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grpSp>
        <p:nvGrpSpPr>
          <p:cNvPr id="2657" name="Google Shape;2657;h29ad1a1c935308b6_7_0"/>
          <p:cNvGrpSpPr/>
          <p:nvPr/>
        </p:nvGrpSpPr>
        <p:grpSpPr>
          <a:xfrm>
            <a:off x="731085" y="628765"/>
            <a:ext cx="16825838" cy="9050174"/>
            <a:chOff x="0" y="-108814"/>
            <a:chExt cx="22434451" cy="12066898"/>
          </a:xfrm>
        </p:grpSpPr>
        <p:grpSp>
          <p:nvGrpSpPr>
            <p:cNvPr id="2658" name="Google Shape;2658;h29ad1a1c935308b6_7_0"/>
            <p:cNvGrpSpPr/>
            <p:nvPr/>
          </p:nvGrpSpPr>
          <p:grpSpPr>
            <a:xfrm>
              <a:off x="26537" y="10214891"/>
              <a:ext cx="22386840" cy="1743193"/>
              <a:chOff x="0" y="-47625"/>
              <a:chExt cx="9809754" cy="763855"/>
            </a:xfrm>
          </p:grpSpPr>
          <p:sp>
            <p:nvSpPr>
              <p:cNvPr id="2659" name="Google Shape;2659;h29ad1a1c935308b6_7_0"/>
              <p:cNvSpPr/>
              <p:nvPr/>
            </p:nvSpPr>
            <p:spPr>
              <a:xfrm>
                <a:off x="0" y="0"/>
                <a:ext cx="9809754" cy="716230"/>
              </a:xfrm>
              <a:custGeom>
                <a:rect b="b" l="l" r="r" t="t"/>
                <a:pathLst>
                  <a:path extrusionOk="0" h="716230" w="9809754">
                    <a:moveTo>
                      <a:pt x="0" y="0"/>
                    </a:moveTo>
                    <a:lnTo>
                      <a:pt x="9809754" y="0"/>
                    </a:lnTo>
                    <a:lnTo>
                      <a:pt x="9809754" y="716230"/>
                    </a:lnTo>
                    <a:lnTo>
                      <a:pt x="0" y="716230"/>
                    </a:lnTo>
                    <a:close/>
                  </a:path>
                </a:pathLst>
              </a:custGeom>
              <a:solidFill>
                <a:srgbClr val="20538B"/>
              </a:solidFill>
              <a:ln cap="sq" cmpd="sng" w="38100">
                <a:solidFill>
                  <a:srgbClr val="20538B"/>
                </a:solidFill>
                <a:prstDash val="solid"/>
                <a:miter lim="8000"/>
                <a:headEnd len="sm" w="sm" type="none"/>
                <a:tailEnd len="sm" w="sm" type="none"/>
              </a:ln>
            </p:spPr>
          </p:sp>
          <p:sp>
            <p:nvSpPr>
              <p:cNvPr id="2660" name="Google Shape;2660;h29ad1a1c935308b6_7_0"/>
              <p:cNvSpPr txBox="1"/>
              <p:nvPr/>
            </p:nvSpPr>
            <p:spPr>
              <a:xfrm>
                <a:off x="0" y="-47625"/>
                <a:ext cx="9809700" cy="763800"/>
              </a:xfrm>
              <a:prstGeom prst="rect">
                <a:avLst/>
              </a:prstGeom>
              <a:noFill/>
              <a:ln>
                <a:noFill/>
              </a:ln>
            </p:spPr>
            <p:txBody>
              <a:bodyPr anchorCtr="0" anchor="ctr" bIns="50800" lIns="50800" spcFirstLastPara="1" rIns="50800" wrap="square" tIns="50800">
                <a:noAutofit/>
              </a:bodyPr>
              <a:lstStyle/>
              <a:p>
                <a:pPr indent="0" lvl="0" marL="0" marR="0" rtl="0" algn="ctr">
                  <a:lnSpc>
                    <a:spcPct val="175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661" name="Google Shape;2661;h29ad1a1c935308b6_7_0"/>
            <p:cNvGrpSpPr/>
            <p:nvPr/>
          </p:nvGrpSpPr>
          <p:grpSpPr>
            <a:xfrm>
              <a:off x="0" y="-108814"/>
              <a:ext cx="22434451" cy="11946166"/>
              <a:chOff x="0" y="-47625"/>
              <a:chExt cx="9819000" cy="5228539"/>
            </a:xfrm>
          </p:grpSpPr>
          <p:sp>
            <p:nvSpPr>
              <p:cNvPr id="2662" name="Google Shape;2662;h29ad1a1c935308b6_7_0"/>
              <p:cNvSpPr/>
              <p:nvPr/>
            </p:nvSpPr>
            <p:spPr>
              <a:xfrm>
                <a:off x="0" y="0"/>
                <a:ext cx="9818922" cy="5180914"/>
              </a:xfrm>
              <a:custGeom>
                <a:rect b="b" l="l" r="r" t="t"/>
                <a:pathLst>
                  <a:path extrusionOk="0" h="5180914" w="9818922">
                    <a:moveTo>
                      <a:pt x="0" y="0"/>
                    </a:moveTo>
                    <a:lnTo>
                      <a:pt x="9818922" y="0"/>
                    </a:lnTo>
                    <a:lnTo>
                      <a:pt x="9818922" y="5180914"/>
                    </a:lnTo>
                    <a:lnTo>
                      <a:pt x="0" y="5180914"/>
                    </a:lnTo>
                    <a:close/>
                  </a:path>
                </a:pathLst>
              </a:custGeom>
              <a:solidFill>
                <a:srgbClr val="FFFFFF"/>
              </a:solidFill>
              <a:ln cap="sq" cmpd="sng" w="38100">
                <a:solidFill>
                  <a:srgbClr val="20538B"/>
                </a:solidFill>
                <a:prstDash val="solid"/>
                <a:miter lim="8000"/>
                <a:headEnd len="sm" w="sm" type="none"/>
                <a:tailEnd len="sm" w="sm" type="none"/>
              </a:ln>
            </p:spPr>
          </p:sp>
          <p:sp>
            <p:nvSpPr>
              <p:cNvPr id="2663" name="Google Shape;2663;h29ad1a1c935308b6_7_0"/>
              <p:cNvSpPr txBox="1"/>
              <p:nvPr/>
            </p:nvSpPr>
            <p:spPr>
              <a:xfrm>
                <a:off x="0" y="-47625"/>
                <a:ext cx="9819000" cy="5228400"/>
              </a:xfrm>
              <a:prstGeom prst="rect">
                <a:avLst/>
              </a:prstGeom>
              <a:noFill/>
              <a:ln>
                <a:noFill/>
              </a:ln>
            </p:spPr>
            <p:txBody>
              <a:bodyPr anchorCtr="0" anchor="ctr" bIns="50800" lIns="50800" spcFirstLastPara="1" rIns="50800" wrap="square" tIns="50800">
                <a:noAutofit/>
              </a:bodyPr>
              <a:lstStyle/>
              <a:p>
                <a:pPr indent="0" lvl="0" marL="0" marR="0" rtl="0" algn="ctr">
                  <a:lnSpc>
                    <a:spcPct val="175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grpSp>
        <p:nvGrpSpPr>
          <p:cNvPr id="2664" name="Google Shape;2664;h29ad1a1c935308b6_7_0"/>
          <p:cNvGrpSpPr/>
          <p:nvPr/>
        </p:nvGrpSpPr>
        <p:grpSpPr>
          <a:xfrm>
            <a:off x="763743" y="662704"/>
            <a:ext cx="16759942" cy="1561150"/>
            <a:chOff x="0" y="-38100"/>
            <a:chExt cx="8581200" cy="799319"/>
          </a:xfrm>
        </p:grpSpPr>
        <p:sp>
          <p:nvSpPr>
            <p:cNvPr id="2665" name="Google Shape;2665;h29ad1a1c935308b6_7_0"/>
            <p:cNvSpPr/>
            <p:nvPr/>
          </p:nvSpPr>
          <p:spPr>
            <a:xfrm>
              <a:off x="0" y="0"/>
              <a:ext cx="8581180" cy="761219"/>
            </a:xfrm>
            <a:custGeom>
              <a:rect b="b" l="l" r="r" t="t"/>
              <a:pathLst>
                <a:path extrusionOk="0" h="761219" w="8581180">
                  <a:moveTo>
                    <a:pt x="0" y="0"/>
                  </a:moveTo>
                  <a:lnTo>
                    <a:pt x="8581180" y="0"/>
                  </a:lnTo>
                  <a:lnTo>
                    <a:pt x="8581180" y="761219"/>
                  </a:lnTo>
                  <a:lnTo>
                    <a:pt x="0" y="761219"/>
                  </a:lnTo>
                  <a:close/>
                </a:path>
              </a:pathLst>
            </a:custGeom>
            <a:solidFill>
              <a:srgbClr val="EEF6FF"/>
            </a:solidFill>
            <a:ln cap="sq" cmpd="sng" w="9525">
              <a:solidFill>
                <a:srgbClr val="20538B"/>
              </a:solidFill>
              <a:prstDash val="solid"/>
              <a:miter lim="8000"/>
              <a:headEnd len="sm" w="sm" type="none"/>
              <a:tailEnd len="sm" w="sm" type="none"/>
            </a:ln>
          </p:spPr>
        </p:sp>
        <p:sp>
          <p:nvSpPr>
            <p:cNvPr id="2666" name="Google Shape;2666;h29ad1a1c935308b6_7_0"/>
            <p:cNvSpPr txBox="1"/>
            <p:nvPr/>
          </p:nvSpPr>
          <p:spPr>
            <a:xfrm>
              <a:off x="0" y="-38100"/>
              <a:ext cx="8581200" cy="799200"/>
            </a:xfrm>
            <a:prstGeom prst="rect">
              <a:avLst/>
            </a:prstGeom>
            <a:noFill/>
            <a:ln>
              <a:noFill/>
            </a:ln>
          </p:spPr>
          <p:txBody>
            <a:bodyPr anchorCtr="0" anchor="ctr" bIns="39175" lIns="39175" spcFirstLastPara="1" rIns="39175" wrap="square" tIns="39175">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667" name="Google Shape;2667;h29ad1a1c935308b6_7_0"/>
          <p:cNvSpPr/>
          <p:nvPr/>
        </p:nvSpPr>
        <p:spPr>
          <a:xfrm>
            <a:off x="15531691" y="160918"/>
            <a:ext cx="996214" cy="1021758"/>
          </a:xfrm>
          <a:custGeom>
            <a:rect b="b" l="l" r="r" t="t"/>
            <a:pathLst>
              <a:path extrusionOk="0" h="1021758" w="996214">
                <a:moveTo>
                  <a:pt x="0" y="0"/>
                </a:moveTo>
                <a:lnTo>
                  <a:pt x="996214" y="0"/>
                </a:lnTo>
                <a:lnTo>
                  <a:pt x="996214" y="1021758"/>
                </a:lnTo>
                <a:lnTo>
                  <a:pt x="0" y="1021758"/>
                </a:lnTo>
                <a:lnTo>
                  <a:pt x="0" y="0"/>
                </a:lnTo>
                <a:close/>
              </a:path>
            </a:pathLst>
          </a:custGeom>
          <a:blipFill rotWithShape="1">
            <a:blip r:embed="rId3">
              <a:alphaModFix/>
            </a:blip>
            <a:stretch>
              <a:fillRect b="0" l="0" r="0" t="0"/>
            </a:stretch>
          </a:blipFill>
          <a:ln>
            <a:noFill/>
          </a:ln>
        </p:spPr>
      </p:sp>
      <p:sp>
        <p:nvSpPr>
          <p:cNvPr id="2668" name="Google Shape;2668;h29ad1a1c935308b6_7_0"/>
          <p:cNvSpPr txBox="1"/>
          <p:nvPr/>
        </p:nvSpPr>
        <p:spPr>
          <a:xfrm>
            <a:off x="2332493" y="952106"/>
            <a:ext cx="6107700" cy="769500"/>
          </a:xfrm>
          <a:prstGeom prst="rect">
            <a:avLst/>
          </a:prstGeom>
          <a:noFill/>
          <a:ln>
            <a:noFill/>
          </a:ln>
        </p:spPr>
        <p:txBody>
          <a:bodyPr anchorCtr="0" anchor="t" bIns="0" lIns="0" spcFirstLastPara="1" rIns="0" wrap="square" tIns="0">
            <a:spAutoFit/>
          </a:bodyPr>
          <a:lstStyle/>
          <a:p>
            <a:pPr indent="0" lvl="0" marL="0" marR="0" rtl="0" algn="l">
              <a:lnSpc>
                <a:spcPct val="192000"/>
              </a:lnSpc>
              <a:spcBef>
                <a:spcPts val="0"/>
              </a:spcBef>
              <a:spcAft>
                <a:spcPts val="0"/>
              </a:spcAft>
              <a:buNone/>
            </a:pPr>
            <a:r>
              <a:rPr b="1" lang="en-US" sz="5000">
                <a:solidFill>
                  <a:srgbClr val="20538B"/>
                </a:solidFill>
              </a:rPr>
              <a:t>자체평가</a:t>
            </a:r>
            <a:endParaRPr/>
          </a:p>
        </p:txBody>
      </p:sp>
      <p:sp>
        <p:nvSpPr>
          <p:cNvPr id="2669" name="Google Shape;2669;h29ad1a1c935308b6_7_0"/>
          <p:cNvSpPr txBox="1"/>
          <p:nvPr/>
        </p:nvSpPr>
        <p:spPr>
          <a:xfrm>
            <a:off x="1437501" y="920715"/>
            <a:ext cx="834600" cy="751200"/>
          </a:xfrm>
          <a:prstGeom prst="rect">
            <a:avLst/>
          </a:prstGeom>
          <a:noFill/>
          <a:ln>
            <a:noFill/>
          </a:ln>
        </p:spPr>
        <p:txBody>
          <a:bodyPr anchorCtr="0" anchor="t" bIns="0" lIns="0" spcFirstLastPara="1" rIns="0" wrap="square" tIns="0">
            <a:spAutoFit/>
          </a:bodyPr>
          <a:lstStyle/>
          <a:p>
            <a:pPr indent="0" lvl="0" marL="0" marR="0" rtl="0" algn="l">
              <a:lnSpc>
                <a:spcPct val="192009"/>
              </a:lnSpc>
              <a:spcBef>
                <a:spcPts val="0"/>
              </a:spcBef>
              <a:spcAft>
                <a:spcPts val="0"/>
              </a:spcAft>
              <a:buNone/>
            </a:pPr>
            <a:r>
              <a:rPr b="1" i="0" lang="en-US" sz="4881" u="none" cap="none" strike="noStrike">
                <a:solidFill>
                  <a:srgbClr val="CBDDEF"/>
                </a:solidFill>
                <a:latin typeface="Arial"/>
                <a:ea typeface="Arial"/>
                <a:cs typeface="Arial"/>
                <a:sym typeface="Arial"/>
              </a:rPr>
              <a:t>05</a:t>
            </a:r>
            <a:endParaRPr/>
          </a:p>
        </p:txBody>
      </p:sp>
      <p:grpSp>
        <p:nvGrpSpPr>
          <p:cNvPr id="2670" name="Google Shape;2670;h29ad1a1c935308b6_7_0"/>
          <p:cNvGrpSpPr/>
          <p:nvPr/>
        </p:nvGrpSpPr>
        <p:grpSpPr>
          <a:xfrm>
            <a:off x="2415025" y="4978822"/>
            <a:ext cx="13623275" cy="1341415"/>
            <a:chOff x="0" y="-239635"/>
            <a:chExt cx="18164367" cy="1253190"/>
          </a:xfrm>
        </p:grpSpPr>
        <p:grpSp>
          <p:nvGrpSpPr>
            <p:cNvPr id="2671" name="Google Shape;2671;h29ad1a1c935308b6_7_0"/>
            <p:cNvGrpSpPr/>
            <p:nvPr/>
          </p:nvGrpSpPr>
          <p:grpSpPr>
            <a:xfrm>
              <a:off x="3996106" y="-239635"/>
              <a:ext cx="14168261" cy="1253190"/>
              <a:chOff x="0" y="-47625"/>
              <a:chExt cx="2815800" cy="249059"/>
            </a:xfrm>
          </p:grpSpPr>
          <p:sp>
            <p:nvSpPr>
              <p:cNvPr id="2672" name="Google Shape;2672;h29ad1a1c935308b6_7_0"/>
              <p:cNvSpPr/>
              <p:nvPr/>
            </p:nvSpPr>
            <p:spPr>
              <a:xfrm>
                <a:off x="0" y="0"/>
                <a:ext cx="2815747" cy="201434"/>
              </a:xfrm>
              <a:custGeom>
                <a:rect b="b" l="l" r="r" t="t"/>
                <a:pathLst>
                  <a:path extrusionOk="0" h="201434" w="2815747">
                    <a:moveTo>
                      <a:pt x="0" y="0"/>
                    </a:moveTo>
                    <a:lnTo>
                      <a:pt x="2815747" y="0"/>
                    </a:lnTo>
                    <a:lnTo>
                      <a:pt x="2815747" y="201434"/>
                    </a:lnTo>
                    <a:lnTo>
                      <a:pt x="0" y="201434"/>
                    </a:lnTo>
                    <a:close/>
                  </a:path>
                </a:pathLst>
              </a:custGeom>
              <a:solidFill>
                <a:srgbClr val="EEF6FF"/>
              </a:solidFill>
              <a:ln cap="sq" cmpd="sng" w="9525">
                <a:solidFill>
                  <a:srgbClr val="20538B"/>
                </a:solidFill>
                <a:prstDash val="solid"/>
                <a:miter lim="8000"/>
                <a:headEnd len="sm" w="sm" type="none"/>
                <a:tailEnd len="sm" w="sm" type="none"/>
              </a:ln>
            </p:spPr>
          </p:sp>
          <p:sp>
            <p:nvSpPr>
              <p:cNvPr id="2673" name="Google Shape;2673;h29ad1a1c935308b6_7_0"/>
              <p:cNvSpPr txBox="1"/>
              <p:nvPr/>
            </p:nvSpPr>
            <p:spPr>
              <a:xfrm>
                <a:off x="0" y="-47625"/>
                <a:ext cx="2815800" cy="249000"/>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674" name="Google Shape;2674;h29ad1a1c935308b6_7_0"/>
            <p:cNvGrpSpPr/>
            <p:nvPr/>
          </p:nvGrpSpPr>
          <p:grpSpPr>
            <a:xfrm>
              <a:off x="0" y="-239635"/>
              <a:ext cx="4889363" cy="1253190"/>
              <a:chOff x="0" y="-47625"/>
              <a:chExt cx="971712" cy="249059"/>
            </a:xfrm>
          </p:grpSpPr>
          <p:sp>
            <p:nvSpPr>
              <p:cNvPr id="2675" name="Google Shape;2675;h29ad1a1c935308b6_7_0"/>
              <p:cNvSpPr/>
              <p:nvPr/>
            </p:nvSpPr>
            <p:spPr>
              <a:xfrm>
                <a:off x="0" y="0"/>
                <a:ext cx="971712" cy="201434"/>
              </a:xfrm>
              <a:custGeom>
                <a:rect b="b" l="l" r="r" t="t"/>
                <a:pathLst>
                  <a:path extrusionOk="0" h="201434" w="971712">
                    <a:moveTo>
                      <a:pt x="0" y="0"/>
                    </a:moveTo>
                    <a:lnTo>
                      <a:pt x="971712" y="0"/>
                    </a:lnTo>
                    <a:lnTo>
                      <a:pt x="971712" y="201434"/>
                    </a:lnTo>
                    <a:lnTo>
                      <a:pt x="0" y="201434"/>
                    </a:lnTo>
                    <a:close/>
                  </a:path>
                </a:pathLst>
              </a:custGeom>
              <a:solidFill>
                <a:srgbClr val="94B6DA"/>
              </a:solidFill>
              <a:ln cap="sq" cmpd="sng" w="9525">
                <a:solidFill>
                  <a:srgbClr val="20538B"/>
                </a:solidFill>
                <a:prstDash val="solid"/>
                <a:miter lim="8000"/>
                <a:headEnd len="sm" w="sm" type="none"/>
                <a:tailEnd len="sm" w="sm" type="none"/>
              </a:ln>
            </p:spPr>
          </p:sp>
          <p:sp>
            <p:nvSpPr>
              <p:cNvPr id="2676" name="Google Shape;2676;h29ad1a1c935308b6_7_0"/>
              <p:cNvSpPr txBox="1"/>
              <p:nvPr/>
            </p:nvSpPr>
            <p:spPr>
              <a:xfrm>
                <a:off x="0" y="-47625"/>
                <a:ext cx="971700" cy="249000"/>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sp>
        <p:nvSpPr>
          <p:cNvPr id="2677" name="Google Shape;2677;h29ad1a1c935308b6_7_0"/>
          <p:cNvSpPr txBox="1"/>
          <p:nvPr/>
        </p:nvSpPr>
        <p:spPr>
          <a:xfrm>
            <a:off x="2650717" y="5572648"/>
            <a:ext cx="3164400" cy="4311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lang="en-US" sz="2800">
                <a:solidFill>
                  <a:srgbClr val="FFFFFF"/>
                </a:solidFill>
              </a:rPr>
              <a:t>송예린</a:t>
            </a:r>
            <a:endParaRPr/>
          </a:p>
        </p:txBody>
      </p:sp>
      <p:sp>
        <p:nvSpPr>
          <p:cNvPr id="2678" name="Google Shape;2678;h29ad1a1c935308b6_7_0"/>
          <p:cNvSpPr txBox="1"/>
          <p:nvPr/>
        </p:nvSpPr>
        <p:spPr>
          <a:xfrm>
            <a:off x="6219600" y="5330992"/>
            <a:ext cx="9818700" cy="9144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lang="en-US" sz="1800">
                <a:solidFill>
                  <a:schemeClr val="dk2"/>
                </a:solidFill>
              </a:rPr>
              <a:t>LLM을 통한 자동화로 보고서 작업에 도움을 받더라도 검증 작업의 중요성을 놓치면 안되겠다는 생각을 했습니다. 카드를 추가하고 컨설팅 업체 맞춤형 작동을 위해 정보를 입력 받는 등 고도화하고 싶습니다.</a:t>
            </a:r>
            <a:endParaRPr sz="1800">
              <a:solidFill>
                <a:schemeClr val="dk2"/>
              </a:solidFill>
            </a:endParaRPr>
          </a:p>
        </p:txBody>
      </p:sp>
      <p:grpSp>
        <p:nvGrpSpPr>
          <p:cNvPr id="2679" name="Google Shape;2679;h29ad1a1c935308b6_7_0"/>
          <p:cNvGrpSpPr/>
          <p:nvPr/>
        </p:nvGrpSpPr>
        <p:grpSpPr>
          <a:xfrm>
            <a:off x="2415025" y="6683818"/>
            <a:ext cx="13623275" cy="1341415"/>
            <a:chOff x="0" y="-239635"/>
            <a:chExt cx="18164367" cy="1253190"/>
          </a:xfrm>
        </p:grpSpPr>
        <p:grpSp>
          <p:nvGrpSpPr>
            <p:cNvPr id="2680" name="Google Shape;2680;h29ad1a1c935308b6_7_0"/>
            <p:cNvGrpSpPr/>
            <p:nvPr/>
          </p:nvGrpSpPr>
          <p:grpSpPr>
            <a:xfrm>
              <a:off x="3996106" y="-239635"/>
              <a:ext cx="14168261" cy="1253190"/>
              <a:chOff x="0" y="-47625"/>
              <a:chExt cx="2815800" cy="249059"/>
            </a:xfrm>
          </p:grpSpPr>
          <p:sp>
            <p:nvSpPr>
              <p:cNvPr id="2681" name="Google Shape;2681;h29ad1a1c935308b6_7_0"/>
              <p:cNvSpPr/>
              <p:nvPr/>
            </p:nvSpPr>
            <p:spPr>
              <a:xfrm>
                <a:off x="0" y="0"/>
                <a:ext cx="2815747" cy="201434"/>
              </a:xfrm>
              <a:custGeom>
                <a:rect b="b" l="l" r="r" t="t"/>
                <a:pathLst>
                  <a:path extrusionOk="0" h="201434" w="2815747">
                    <a:moveTo>
                      <a:pt x="0" y="0"/>
                    </a:moveTo>
                    <a:lnTo>
                      <a:pt x="2815747" y="0"/>
                    </a:lnTo>
                    <a:lnTo>
                      <a:pt x="2815747" y="201434"/>
                    </a:lnTo>
                    <a:lnTo>
                      <a:pt x="0" y="201434"/>
                    </a:lnTo>
                    <a:close/>
                  </a:path>
                </a:pathLst>
              </a:custGeom>
              <a:solidFill>
                <a:srgbClr val="EEF6FF"/>
              </a:solidFill>
              <a:ln cap="sq" cmpd="sng" w="9525">
                <a:solidFill>
                  <a:srgbClr val="20538B"/>
                </a:solidFill>
                <a:prstDash val="solid"/>
                <a:miter lim="8000"/>
                <a:headEnd len="sm" w="sm" type="none"/>
                <a:tailEnd len="sm" w="sm" type="none"/>
              </a:ln>
            </p:spPr>
          </p:sp>
          <p:sp>
            <p:nvSpPr>
              <p:cNvPr id="2682" name="Google Shape;2682;h29ad1a1c935308b6_7_0"/>
              <p:cNvSpPr txBox="1"/>
              <p:nvPr/>
            </p:nvSpPr>
            <p:spPr>
              <a:xfrm>
                <a:off x="0" y="-47625"/>
                <a:ext cx="2815800" cy="249000"/>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683" name="Google Shape;2683;h29ad1a1c935308b6_7_0"/>
            <p:cNvGrpSpPr/>
            <p:nvPr/>
          </p:nvGrpSpPr>
          <p:grpSpPr>
            <a:xfrm>
              <a:off x="0" y="-239635"/>
              <a:ext cx="4889363" cy="1253190"/>
              <a:chOff x="0" y="-47625"/>
              <a:chExt cx="971712" cy="249059"/>
            </a:xfrm>
          </p:grpSpPr>
          <p:sp>
            <p:nvSpPr>
              <p:cNvPr id="2684" name="Google Shape;2684;h29ad1a1c935308b6_7_0"/>
              <p:cNvSpPr/>
              <p:nvPr/>
            </p:nvSpPr>
            <p:spPr>
              <a:xfrm>
                <a:off x="0" y="0"/>
                <a:ext cx="971712" cy="201434"/>
              </a:xfrm>
              <a:custGeom>
                <a:rect b="b" l="l" r="r" t="t"/>
                <a:pathLst>
                  <a:path extrusionOk="0" h="201434" w="971712">
                    <a:moveTo>
                      <a:pt x="0" y="0"/>
                    </a:moveTo>
                    <a:lnTo>
                      <a:pt x="971712" y="0"/>
                    </a:lnTo>
                    <a:lnTo>
                      <a:pt x="971712" y="201434"/>
                    </a:lnTo>
                    <a:lnTo>
                      <a:pt x="0" y="201434"/>
                    </a:lnTo>
                    <a:close/>
                  </a:path>
                </a:pathLst>
              </a:custGeom>
              <a:solidFill>
                <a:srgbClr val="94B6DA"/>
              </a:solidFill>
              <a:ln cap="sq" cmpd="sng" w="9525">
                <a:solidFill>
                  <a:srgbClr val="20538B"/>
                </a:solidFill>
                <a:prstDash val="solid"/>
                <a:miter lim="8000"/>
                <a:headEnd len="sm" w="sm" type="none"/>
                <a:tailEnd len="sm" w="sm" type="none"/>
              </a:ln>
            </p:spPr>
          </p:sp>
          <p:sp>
            <p:nvSpPr>
              <p:cNvPr id="2685" name="Google Shape;2685;h29ad1a1c935308b6_7_0"/>
              <p:cNvSpPr txBox="1"/>
              <p:nvPr/>
            </p:nvSpPr>
            <p:spPr>
              <a:xfrm>
                <a:off x="0" y="-47625"/>
                <a:ext cx="971700" cy="249000"/>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sp>
        <p:nvSpPr>
          <p:cNvPr id="2686" name="Google Shape;2686;h29ad1a1c935308b6_7_0"/>
          <p:cNvSpPr txBox="1"/>
          <p:nvPr/>
        </p:nvSpPr>
        <p:spPr>
          <a:xfrm>
            <a:off x="2583705" y="7251927"/>
            <a:ext cx="3164400" cy="4311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lang="en-US" sz="2800">
                <a:solidFill>
                  <a:srgbClr val="FFFFFF"/>
                </a:solidFill>
              </a:rPr>
              <a:t>어승효</a:t>
            </a:r>
            <a:endParaRPr/>
          </a:p>
        </p:txBody>
      </p:sp>
      <p:sp>
        <p:nvSpPr>
          <p:cNvPr id="2687" name="Google Shape;2687;h29ad1a1c935308b6_7_0"/>
          <p:cNvSpPr txBox="1"/>
          <p:nvPr/>
        </p:nvSpPr>
        <p:spPr>
          <a:xfrm>
            <a:off x="6221450" y="7169575"/>
            <a:ext cx="9596400" cy="595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200"/>
              </a:spcBef>
              <a:spcAft>
                <a:spcPts val="1200"/>
              </a:spcAft>
              <a:buSzPts val="1100"/>
              <a:buNone/>
            </a:pPr>
            <a:r>
              <a:rPr lang="en-US" sz="1800">
                <a:solidFill>
                  <a:srgbClr val="20538B"/>
                </a:solidFill>
              </a:rPr>
              <a:t>짧은 기간으로 충분한 테스트를 진행하지 못한 점은 아쉬웠지만, HTTP 요청 기반 취약점 진단과 Git 통합을 경험하며 검증 과정과 협업 규격의 중요성을 배웠습니다.</a:t>
            </a:r>
            <a:endParaRPr sz="1800">
              <a:solidFill>
                <a:srgbClr val="20538B"/>
              </a:solidFill>
            </a:endParaRPr>
          </a:p>
        </p:txBody>
      </p:sp>
      <p:grpSp>
        <p:nvGrpSpPr>
          <p:cNvPr id="2688" name="Google Shape;2688;h29ad1a1c935308b6_7_0"/>
          <p:cNvGrpSpPr/>
          <p:nvPr/>
        </p:nvGrpSpPr>
        <p:grpSpPr>
          <a:xfrm>
            <a:off x="2415025" y="3361361"/>
            <a:ext cx="13623275" cy="1341415"/>
            <a:chOff x="0" y="-239635"/>
            <a:chExt cx="18164367" cy="1253190"/>
          </a:xfrm>
        </p:grpSpPr>
        <p:grpSp>
          <p:nvGrpSpPr>
            <p:cNvPr id="2689" name="Google Shape;2689;h29ad1a1c935308b6_7_0"/>
            <p:cNvGrpSpPr/>
            <p:nvPr/>
          </p:nvGrpSpPr>
          <p:grpSpPr>
            <a:xfrm>
              <a:off x="3996106" y="-239635"/>
              <a:ext cx="14168261" cy="1253190"/>
              <a:chOff x="0" y="-47625"/>
              <a:chExt cx="2815800" cy="249059"/>
            </a:xfrm>
          </p:grpSpPr>
          <p:sp>
            <p:nvSpPr>
              <p:cNvPr id="2690" name="Google Shape;2690;h29ad1a1c935308b6_7_0"/>
              <p:cNvSpPr/>
              <p:nvPr/>
            </p:nvSpPr>
            <p:spPr>
              <a:xfrm>
                <a:off x="0" y="0"/>
                <a:ext cx="2815747" cy="201434"/>
              </a:xfrm>
              <a:custGeom>
                <a:rect b="b" l="l" r="r" t="t"/>
                <a:pathLst>
                  <a:path extrusionOk="0" h="201434" w="2815747">
                    <a:moveTo>
                      <a:pt x="0" y="0"/>
                    </a:moveTo>
                    <a:lnTo>
                      <a:pt x="2815747" y="0"/>
                    </a:lnTo>
                    <a:lnTo>
                      <a:pt x="2815747" y="201434"/>
                    </a:lnTo>
                    <a:lnTo>
                      <a:pt x="0" y="201434"/>
                    </a:lnTo>
                    <a:close/>
                  </a:path>
                </a:pathLst>
              </a:custGeom>
              <a:solidFill>
                <a:srgbClr val="EEF6FF"/>
              </a:solidFill>
              <a:ln cap="sq" cmpd="sng" w="9525">
                <a:solidFill>
                  <a:srgbClr val="20538B"/>
                </a:solidFill>
                <a:prstDash val="solid"/>
                <a:miter lim="8000"/>
                <a:headEnd len="sm" w="sm" type="none"/>
                <a:tailEnd len="sm" w="sm" type="none"/>
              </a:ln>
            </p:spPr>
          </p:sp>
          <p:sp>
            <p:nvSpPr>
              <p:cNvPr id="2691" name="Google Shape;2691;h29ad1a1c935308b6_7_0"/>
              <p:cNvSpPr txBox="1"/>
              <p:nvPr/>
            </p:nvSpPr>
            <p:spPr>
              <a:xfrm>
                <a:off x="0" y="-47625"/>
                <a:ext cx="2815800" cy="249000"/>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692" name="Google Shape;2692;h29ad1a1c935308b6_7_0"/>
            <p:cNvGrpSpPr/>
            <p:nvPr/>
          </p:nvGrpSpPr>
          <p:grpSpPr>
            <a:xfrm>
              <a:off x="0" y="-239635"/>
              <a:ext cx="4889363" cy="1253190"/>
              <a:chOff x="0" y="-47625"/>
              <a:chExt cx="971712" cy="249059"/>
            </a:xfrm>
          </p:grpSpPr>
          <p:sp>
            <p:nvSpPr>
              <p:cNvPr id="2693" name="Google Shape;2693;h29ad1a1c935308b6_7_0"/>
              <p:cNvSpPr/>
              <p:nvPr/>
            </p:nvSpPr>
            <p:spPr>
              <a:xfrm>
                <a:off x="0" y="0"/>
                <a:ext cx="971712" cy="201434"/>
              </a:xfrm>
              <a:custGeom>
                <a:rect b="b" l="l" r="r" t="t"/>
                <a:pathLst>
                  <a:path extrusionOk="0" h="201434" w="971712">
                    <a:moveTo>
                      <a:pt x="0" y="0"/>
                    </a:moveTo>
                    <a:lnTo>
                      <a:pt x="971712" y="0"/>
                    </a:lnTo>
                    <a:lnTo>
                      <a:pt x="971712" y="201434"/>
                    </a:lnTo>
                    <a:lnTo>
                      <a:pt x="0" y="201434"/>
                    </a:lnTo>
                    <a:close/>
                  </a:path>
                </a:pathLst>
              </a:custGeom>
              <a:solidFill>
                <a:srgbClr val="94B6DA"/>
              </a:solidFill>
              <a:ln cap="sq" cmpd="sng" w="9525">
                <a:solidFill>
                  <a:srgbClr val="20538B"/>
                </a:solidFill>
                <a:prstDash val="solid"/>
                <a:miter lim="8000"/>
                <a:headEnd len="sm" w="sm" type="none"/>
                <a:tailEnd len="sm" w="sm" type="none"/>
              </a:ln>
            </p:spPr>
          </p:sp>
          <p:sp>
            <p:nvSpPr>
              <p:cNvPr id="2694" name="Google Shape;2694;h29ad1a1c935308b6_7_0"/>
              <p:cNvSpPr txBox="1"/>
              <p:nvPr/>
            </p:nvSpPr>
            <p:spPr>
              <a:xfrm>
                <a:off x="0" y="-47625"/>
                <a:ext cx="971700" cy="249000"/>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sp>
        <p:nvSpPr>
          <p:cNvPr id="2695" name="Google Shape;2695;h29ad1a1c935308b6_7_0"/>
          <p:cNvSpPr txBox="1"/>
          <p:nvPr/>
        </p:nvSpPr>
        <p:spPr>
          <a:xfrm>
            <a:off x="2650730" y="3987170"/>
            <a:ext cx="3164400" cy="4311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lang="en-US" sz="2800">
                <a:solidFill>
                  <a:srgbClr val="FFFFFF"/>
                </a:solidFill>
              </a:rPr>
              <a:t>박경민</a:t>
            </a:r>
            <a:endParaRPr/>
          </a:p>
        </p:txBody>
      </p:sp>
      <p:sp>
        <p:nvSpPr>
          <p:cNvPr id="2696" name="Google Shape;2696;h29ad1a1c935308b6_7_0"/>
          <p:cNvSpPr txBox="1"/>
          <p:nvPr/>
        </p:nvSpPr>
        <p:spPr>
          <a:xfrm>
            <a:off x="6193050" y="3676350"/>
            <a:ext cx="9871800" cy="10527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lang="en-US" sz="1800">
                <a:solidFill>
                  <a:srgbClr val="20538B"/>
                </a:solidFill>
              </a:rPr>
              <a:t>보안 관련 프로젝트 경험이 적어 기능 구현이나 검증 부분에서 어려움이 있었지만, 취약점 진단 과정을 직접 경험하면서 적절한 검증 근거를 마련하고 제시할 수 있는 능력을 기를 수 있었던 것 같습니다.</a:t>
            </a:r>
            <a:endParaRPr sz="1800">
              <a:solidFill>
                <a:srgbClr val="20538B"/>
              </a:solidFill>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0" name="Shape 2700"/>
        <p:cNvGrpSpPr/>
        <p:nvPr/>
      </p:nvGrpSpPr>
      <p:grpSpPr>
        <a:xfrm>
          <a:off x="0" y="0"/>
          <a:ext cx="0" cy="0"/>
          <a:chOff x="0" y="0"/>
          <a:chExt cx="0" cy="0"/>
        </a:xfrm>
      </p:grpSpPr>
      <p:grpSp>
        <p:nvGrpSpPr>
          <p:cNvPr id="2701" name="Google Shape;2701;h29ad1a1c935308b6_7_89"/>
          <p:cNvGrpSpPr/>
          <p:nvPr/>
        </p:nvGrpSpPr>
        <p:grpSpPr>
          <a:xfrm>
            <a:off x="-1081199" y="3274283"/>
            <a:ext cx="20615733" cy="7012716"/>
            <a:chOff x="-99239" y="-86"/>
            <a:chExt cx="27487644" cy="9350288"/>
          </a:xfrm>
        </p:grpSpPr>
        <p:grpSp>
          <p:nvGrpSpPr>
            <p:cNvPr id="2702" name="Google Shape;2702;h29ad1a1c935308b6_7_89"/>
            <p:cNvGrpSpPr/>
            <p:nvPr/>
          </p:nvGrpSpPr>
          <p:grpSpPr>
            <a:xfrm rot="-5400000">
              <a:off x="11107617" y="-11206942"/>
              <a:ext cx="4770761" cy="27184472"/>
              <a:chOff x="0" y="-38100"/>
              <a:chExt cx="1831597" cy="10436700"/>
            </a:xfrm>
          </p:grpSpPr>
          <p:sp>
            <p:nvSpPr>
              <p:cNvPr id="2703" name="Google Shape;2703;h29ad1a1c935308b6_7_89"/>
              <p:cNvSpPr/>
              <p:nvPr/>
            </p:nvSpPr>
            <p:spPr>
              <a:xfrm>
                <a:off x="0" y="0"/>
                <a:ext cx="1831597" cy="10398600"/>
              </a:xfrm>
              <a:custGeom>
                <a:rect b="b" l="l" r="r" t="t"/>
                <a:pathLst>
                  <a:path extrusionOk="0" h="10398600" w="1831597">
                    <a:moveTo>
                      <a:pt x="0" y="0"/>
                    </a:moveTo>
                    <a:lnTo>
                      <a:pt x="1831597" y="0"/>
                    </a:lnTo>
                    <a:lnTo>
                      <a:pt x="1831597" y="10398600"/>
                    </a:lnTo>
                    <a:lnTo>
                      <a:pt x="0" y="10398600"/>
                    </a:lnTo>
                    <a:close/>
                  </a:path>
                </a:pathLst>
              </a:custGeom>
              <a:solidFill>
                <a:srgbClr val="CBDDEF"/>
              </a:solidFill>
              <a:ln>
                <a:noFill/>
              </a:ln>
            </p:spPr>
          </p:sp>
          <p:sp>
            <p:nvSpPr>
              <p:cNvPr id="2704" name="Google Shape;2704;h29ad1a1c935308b6_7_89"/>
              <p:cNvSpPr txBox="1"/>
              <p:nvPr/>
            </p:nvSpPr>
            <p:spPr>
              <a:xfrm>
                <a:off x="0" y="-38100"/>
                <a:ext cx="1831500" cy="10436700"/>
              </a:xfrm>
              <a:prstGeom prst="rect">
                <a:avLst/>
              </a:prstGeom>
              <a:noFill/>
              <a:ln>
                <a:noFill/>
              </a:ln>
            </p:spPr>
            <p:txBody>
              <a:bodyPr anchorCtr="0" anchor="ctr" bIns="27000" lIns="27000" spcFirstLastPara="1" rIns="27000" wrap="square" tIns="27000">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705" name="Google Shape;2705;h29ad1a1c935308b6_7_89"/>
            <p:cNvGrpSpPr/>
            <p:nvPr/>
          </p:nvGrpSpPr>
          <p:grpSpPr>
            <a:xfrm rot="-5400000">
              <a:off x="11637133" y="-6401070"/>
              <a:ext cx="4579844" cy="26922700"/>
              <a:chOff x="0" y="-38100"/>
              <a:chExt cx="1758300" cy="10336200"/>
            </a:xfrm>
          </p:grpSpPr>
          <p:sp>
            <p:nvSpPr>
              <p:cNvPr id="2706" name="Google Shape;2706;h29ad1a1c935308b6_7_89"/>
              <p:cNvSpPr/>
              <p:nvPr/>
            </p:nvSpPr>
            <p:spPr>
              <a:xfrm>
                <a:off x="0" y="0"/>
                <a:ext cx="1758210" cy="10298040"/>
              </a:xfrm>
              <a:custGeom>
                <a:rect b="b" l="l" r="r" t="t"/>
                <a:pathLst>
                  <a:path extrusionOk="0" h="10298040" w="1758210">
                    <a:moveTo>
                      <a:pt x="0" y="0"/>
                    </a:moveTo>
                    <a:lnTo>
                      <a:pt x="1758210" y="0"/>
                    </a:lnTo>
                    <a:lnTo>
                      <a:pt x="1758210" y="10298040"/>
                    </a:lnTo>
                    <a:lnTo>
                      <a:pt x="0" y="10298040"/>
                    </a:lnTo>
                    <a:close/>
                  </a:path>
                </a:pathLst>
              </a:custGeom>
              <a:solidFill>
                <a:srgbClr val="94B6DA"/>
              </a:solidFill>
              <a:ln>
                <a:noFill/>
              </a:ln>
            </p:spPr>
          </p:sp>
          <p:sp>
            <p:nvSpPr>
              <p:cNvPr id="2707" name="Google Shape;2707;h29ad1a1c935308b6_7_89"/>
              <p:cNvSpPr txBox="1"/>
              <p:nvPr/>
            </p:nvSpPr>
            <p:spPr>
              <a:xfrm>
                <a:off x="0" y="-38100"/>
                <a:ext cx="1758300" cy="10336200"/>
              </a:xfrm>
              <a:prstGeom prst="rect">
                <a:avLst/>
              </a:prstGeom>
              <a:noFill/>
              <a:ln>
                <a:noFill/>
              </a:ln>
            </p:spPr>
            <p:txBody>
              <a:bodyPr anchorCtr="0" anchor="ctr" bIns="27000" lIns="27000" spcFirstLastPara="1" rIns="27000" wrap="square" tIns="27000">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grpSp>
        <p:nvGrpSpPr>
          <p:cNvPr id="2708" name="Google Shape;2708;h29ad1a1c935308b6_7_89"/>
          <p:cNvGrpSpPr/>
          <p:nvPr/>
        </p:nvGrpSpPr>
        <p:grpSpPr>
          <a:xfrm>
            <a:off x="731085" y="628765"/>
            <a:ext cx="16825838" cy="9050174"/>
            <a:chOff x="0" y="-108814"/>
            <a:chExt cx="22434451" cy="12066898"/>
          </a:xfrm>
        </p:grpSpPr>
        <p:grpSp>
          <p:nvGrpSpPr>
            <p:cNvPr id="2709" name="Google Shape;2709;h29ad1a1c935308b6_7_89"/>
            <p:cNvGrpSpPr/>
            <p:nvPr/>
          </p:nvGrpSpPr>
          <p:grpSpPr>
            <a:xfrm>
              <a:off x="26537" y="10214891"/>
              <a:ext cx="22386840" cy="1743193"/>
              <a:chOff x="0" y="-47625"/>
              <a:chExt cx="9809754" cy="763855"/>
            </a:xfrm>
          </p:grpSpPr>
          <p:sp>
            <p:nvSpPr>
              <p:cNvPr id="2710" name="Google Shape;2710;h29ad1a1c935308b6_7_89"/>
              <p:cNvSpPr/>
              <p:nvPr/>
            </p:nvSpPr>
            <p:spPr>
              <a:xfrm>
                <a:off x="0" y="0"/>
                <a:ext cx="9809754" cy="716230"/>
              </a:xfrm>
              <a:custGeom>
                <a:rect b="b" l="l" r="r" t="t"/>
                <a:pathLst>
                  <a:path extrusionOk="0" h="716230" w="9809754">
                    <a:moveTo>
                      <a:pt x="0" y="0"/>
                    </a:moveTo>
                    <a:lnTo>
                      <a:pt x="9809754" y="0"/>
                    </a:lnTo>
                    <a:lnTo>
                      <a:pt x="9809754" y="716230"/>
                    </a:lnTo>
                    <a:lnTo>
                      <a:pt x="0" y="716230"/>
                    </a:lnTo>
                    <a:close/>
                  </a:path>
                </a:pathLst>
              </a:custGeom>
              <a:solidFill>
                <a:srgbClr val="20538B"/>
              </a:solidFill>
              <a:ln cap="sq" cmpd="sng" w="38100">
                <a:solidFill>
                  <a:srgbClr val="20538B"/>
                </a:solidFill>
                <a:prstDash val="solid"/>
                <a:miter lim="8000"/>
                <a:headEnd len="sm" w="sm" type="none"/>
                <a:tailEnd len="sm" w="sm" type="none"/>
              </a:ln>
            </p:spPr>
          </p:sp>
          <p:sp>
            <p:nvSpPr>
              <p:cNvPr id="2711" name="Google Shape;2711;h29ad1a1c935308b6_7_89"/>
              <p:cNvSpPr txBox="1"/>
              <p:nvPr/>
            </p:nvSpPr>
            <p:spPr>
              <a:xfrm>
                <a:off x="0" y="-47625"/>
                <a:ext cx="9809700" cy="763800"/>
              </a:xfrm>
              <a:prstGeom prst="rect">
                <a:avLst/>
              </a:prstGeom>
              <a:noFill/>
              <a:ln>
                <a:noFill/>
              </a:ln>
            </p:spPr>
            <p:txBody>
              <a:bodyPr anchorCtr="0" anchor="ctr" bIns="50800" lIns="50800" spcFirstLastPara="1" rIns="50800" wrap="square" tIns="50800">
                <a:noAutofit/>
              </a:bodyPr>
              <a:lstStyle/>
              <a:p>
                <a:pPr indent="0" lvl="0" marL="0" marR="0" rtl="0" algn="ctr">
                  <a:lnSpc>
                    <a:spcPct val="175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712" name="Google Shape;2712;h29ad1a1c935308b6_7_89"/>
            <p:cNvGrpSpPr/>
            <p:nvPr/>
          </p:nvGrpSpPr>
          <p:grpSpPr>
            <a:xfrm>
              <a:off x="0" y="-108814"/>
              <a:ext cx="22434451" cy="11946166"/>
              <a:chOff x="0" y="-47625"/>
              <a:chExt cx="9819000" cy="5228539"/>
            </a:xfrm>
          </p:grpSpPr>
          <p:sp>
            <p:nvSpPr>
              <p:cNvPr id="2713" name="Google Shape;2713;h29ad1a1c935308b6_7_89"/>
              <p:cNvSpPr/>
              <p:nvPr/>
            </p:nvSpPr>
            <p:spPr>
              <a:xfrm>
                <a:off x="0" y="0"/>
                <a:ext cx="9818922" cy="5180914"/>
              </a:xfrm>
              <a:custGeom>
                <a:rect b="b" l="l" r="r" t="t"/>
                <a:pathLst>
                  <a:path extrusionOk="0" h="5180914" w="9818922">
                    <a:moveTo>
                      <a:pt x="0" y="0"/>
                    </a:moveTo>
                    <a:lnTo>
                      <a:pt x="9818922" y="0"/>
                    </a:lnTo>
                    <a:lnTo>
                      <a:pt x="9818922" y="5180914"/>
                    </a:lnTo>
                    <a:lnTo>
                      <a:pt x="0" y="5180914"/>
                    </a:lnTo>
                    <a:close/>
                  </a:path>
                </a:pathLst>
              </a:custGeom>
              <a:solidFill>
                <a:srgbClr val="FFFFFF"/>
              </a:solidFill>
              <a:ln cap="sq" cmpd="sng" w="38100">
                <a:solidFill>
                  <a:srgbClr val="20538B"/>
                </a:solidFill>
                <a:prstDash val="solid"/>
                <a:miter lim="8000"/>
                <a:headEnd len="sm" w="sm" type="none"/>
                <a:tailEnd len="sm" w="sm" type="none"/>
              </a:ln>
            </p:spPr>
          </p:sp>
          <p:sp>
            <p:nvSpPr>
              <p:cNvPr id="2714" name="Google Shape;2714;h29ad1a1c935308b6_7_89"/>
              <p:cNvSpPr txBox="1"/>
              <p:nvPr/>
            </p:nvSpPr>
            <p:spPr>
              <a:xfrm>
                <a:off x="0" y="-47625"/>
                <a:ext cx="9819000" cy="5228400"/>
              </a:xfrm>
              <a:prstGeom prst="rect">
                <a:avLst/>
              </a:prstGeom>
              <a:noFill/>
              <a:ln>
                <a:noFill/>
              </a:ln>
            </p:spPr>
            <p:txBody>
              <a:bodyPr anchorCtr="0" anchor="ctr" bIns="50800" lIns="50800" spcFirstLastPara="1" rIns="50800" wrap="square" tIns="50800">
                <a:noAutofit/>
              </a:bodyPr>
              <a:lstStyle/>
              <a:p>
                <a:pPr indent="0" lvl="0" marL="0" marR="0" rtl="0" algn="ctr">
                  <a:lnSpc>
                    <a:spcPct val="175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grpSp>
        <p:nvGrpSpPr>
          <p:cNvPr id="2715" name="Google Shape;2715;h29ad1a1c935308b6_7_89"/>
          <p:cNvGrpSpPr/>
          <p:nvPr/>
        </p:nvGrpSpPr>
        <p:grpSpPr>
          <a:xfrm>
            <a:off x="763743" y="662704"/>
            <a:ext cx="16759942" cy="1561150"/>
            <a:chOff x="0" y="-38100"/>
            <a:chExt cx="8581200" cy="799319"/>
          </a:xfrm>
        </p:grpSpPr>
        <p:sp>
          <p:nvSpPr>
            <p:cNvPr id="2716" name="Google Shape;2716;h29ad1a1c935308b6_7_89"/>
            <p:cNvSpPr/>
            <p:nvPr/>
          </p:nvSpPr>
          <p:spPr>
            <a:xfrm>
              <a:off x="0" y="0"/>
              <a:ext cx="8581180" cy="761219"/>
            </a:xfrm>
            <a:custGeom>
              <a:rect b="b" l="l" r="r" t="t"/>
              <a:pathLst>
                <a:path extrusionOk="0" h="761219" w="8581180">
                  <a:moveTo>
                    <a:pt x="0" y="0"/>
                  </a:moveTo>
                  <a:lnTo>
                    <a:pt x="8581180" y="0"/>
                  </a:lnTo>
                  <a:lnTo>
                    <a:pt x="8581180" y="761219"/>
                  </a:lnTo>
                  <a:lnTo>
                    <a:pt x="0" y="761219"/>
                  </a:lnTo>
                  <a:close/>
                </a:path>
              </a:pathLst>
            </a:custGeom>
            <a:solidFill>
              <a:srgbClr val="EEF6FF"/>
            </a:solidFill>
            <a:ln cap="sq" cmpd="sng" w="9525">
              <a:solidFill>
                <a:srgbClr val="20538B"/>
              </a:solidFill>
              <a:prstDash val="solid"/>
              <a:miter lim="8000"/>
              <a:headEnd len="sm" w="sm" type="none"/>
              <a:tailEnd len="sm" w="sm" type="none"/>
            </a:ln>
          </p:spPr>
        </p:sp>
        <p:sp>
          <p:nvSpPr>
            <p:cNvPr id="2717" name="Google Shape;2717;h29ad1a1c935308b6_7_89"/>
            <p:cNvSpPr txBox="1"/>
            <p:nvPr/>
          </p:nvSpPr>
          <p:spPr>
            <a:xfrm>
              <a:off x="0" y="-38100"/>
              <a:ext cx="8581200" cy="799200"/>
            </a:xfrm>
            <a:prstGeom prst="rect">
              <a:avLst/>
            </a:prstGeom>
            <a:noFill/>
            <a:ln>
              <a:noFill/>
            </a:ln>
          </p:spPr>
          <p:txBody>
            <a:bodyPr anchorCtr="0" anchor="ctr" bIns="39175" lIns="39175" spcFirstLastPara="1" rIns="39175" wrap="square" tIns="39175">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718" name="Google Shape;2718;h29ad1a1c935308b6_7_89"/>
          <p:cNvSpPr/>
          <p:nvPr/>
        </p:nvSpPr>
        <p:spPr>
          <a:xfrm>
            <a:off x="15531691" y="160918"/>
            <a:ext cx="996214" cy="1021758"/>
          </a:xfrm>
          <a:custGeom>
            <a:rect b="b" l="l" r="r" t="t"/>
            <a:pathLst>
              <a:path extrusionOk="0" h="1021758" w="996214">
                <a:moveTo>
                  <a:pt x="0" y="0"/>
                </a:moveTo>
                <a:lnTo>
                  <a:pt x="996214" y="0"/>
                </a:lnTo>
                <a:lnTo>
                  <a:pt x="996214" y="1021758"/>
                </a:lnTo>
                <a:lnTo>
                  <a:pt x="0" y="1021758"/>
                </a:lnTo>
                <a:lnTo>
                  <a:pt x="0" y="0"/>
                </a:lnTo>
                <a:close/>
              </a:path>
            </a:pathLst>
          </a:custGeom>
          <a:blipFill rotWithShape="1">
            <a:blip r:embed="rId3">
              <a:alphaModFix/>
            </a:blip>
            <a:stretch>
              <a:fillRect b="0" l="0" r="0" t="0"/>
            </a:stretch>
          </a:blipFill>
          <a:ln>
            <a:noFill/>
          </a:ln>
        </p:spPr>
      </p:sp>
      <p:sp>
        <p:nvSpPr>
          <p:cNvPr id="2719" name="Google Shape;2719;h29ad1a1c935308b6_7_89"/>
          <p:cNvSpPr txBox="1"/>
          <p:nvPr/>
        </p:nvSpPr>
        <p:spPr>
          <a:xfrm>
            <a:off x="2332493" y="952106"/>
            <a:ext cx="6107700" cy="769500"/>
          </a:xfrm>
          <a:prstGeom prst="rect">
            <a:avLst/>
          </a:prstGeom>
          <a:noFill/>
          <a:ln>
            <a:noFill/>
          </a:ln>
        </p:spPr>
        <p:txBody>
          <a:bodyPr anchorCtr="0" anchor="t" bIns="0" lIns="0" spcFirstLastPara="1" rIns="0" wrap="square" tIns="0">
            <a:spAutoFit/>
          </a:bodyPr>
          <a:lstStyle/>
          <a:p>
            <a:pPr indent="0" lvl="0" marL="0" marR="0" rtl="0" algn="l">
              <a:lnSpc>
                <a:spcPct val="192000"/>
              </a:lnSpc>
              <a:spcBef>
                <a:spcPts val="0"/>
              </a:spcBef>
              <a:spcAft>
                <a:spcPts val="0"/>
              </a:spcAft>
              <a:buNone/>
            </a:pPr>
            <a:r>
              <a:rPr b="1" lang="en-US" sz="5000">
                <a:solidFill>
                  <a:srgbClr val="20538B"/>
                </a:solidFill>
              </a:rPr>
              <a:t>자체평가</a:t>
            </a:r>
            <a:endParaRPr/>
          </a:p>
        </p:txBody>
      </p:sp>
      <p:sp>
        <p:nvSpPr>
          <p:cNvPr id="2720" name="Google Shape;2720;h29ad1a1c935308b6_7_89"/>
          <p:cNvSpPr txBox="1"/>
          <p:nvPr/>
        </p:nvSpPr>
        <p:spPr>
          <a:xfrm>
            <a:off x="1437501" y="920715"/>
            <a:ext cx="834600" cy="751200"/>
          </a:xfrm>
          <a:prstGeom prst="rect">
            <a:avLst/>
          </a:prstGeom>
          <a:noFill/>
          <a:ln>
            <a:noFill/>
          </a:ln>
        </p:spPr>
        <p:txBody>
          <a:bodyPr anchorCtr="0" anchor="t" bIns="0" lIns="0" spcFirstLastPara="1" rIns="0" wrap="square" tIns="0">
            <a:spAutoFit/>
          </a:bodyPr>
          <a:lstStyle/>
          <a:p>
            <a:pPr indent="0" lvl="0" marL="0" marR="0" rtl="0" algn="l">
              <a:lnSpc>
                <a:spcPct val="192009"/>
              </a:lnSpc>
              <a:spcBef>
                <a:spcPts val="0"/>
              </a:spcBef>
              <a:spcAft>
                <a:spcPts val="0"/>
              </a:spcAft>
              <a:buNone/>
            </a:pPr>
            <a:r>
              <a:rPr b="1" i="0" lang="en-US" sz="4881" u="none" cap="none" strike="noStrike">
                <a:solidFill>
                  <a:srgbClr val="CBDDEF"/>
                </a:solidFill>
                <a:latin typeface="Arial"/>
                <a:ea typeface="Arial"/>
                <a:cs typeface="Arial"/>
                <a:sym typeface="Arial"/>
              </a:rPr>
              <a:t>05</a:t>
            </a:r>
            <a:endParaRPr/>
          </a:p>
        </p:txBody>
      </p:sp>
      <p:sp>
        <p:nvSpPr>
          <p:cNvPr id="2721" name="Google Shape;2721;h29ad1a1c935308b6_7_89"/>
          <p:cNvSpPr txBox="1"/>
          <p:nvPr/>
        </p:nvSpPr>
        <p:spPr>
          <a:xfrm>
            <a:off x="2583842" y="6750220"/>
            <a:ext cx="3164400" cy="4311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2800" u="none" cap="none" strike="noStrike">
                <a:solidFill>
                  <a:srgbClr val="FFFFFF"/>
                </a:solidFill>
                <a:latin typeface="Arial"/>
                <a:ea typeface="Arial"/>
                <a:cs typeface="Arial"/>
                <a:sym typeface="Arial"/>
              </a:rPr>
              <a:t>키워드 04</a:t>
            </a:r>
            <a:endParaRPr/>
          </a:p>
        </p:txBody>
      </p:sp>
      <p:sp>
        <p:nvSpPr>
          <p:cNvPr id="2722" name="Google Shape;2722;h29ad1a1c935308b6_7_89"/>
          <p:cNvSpPr txBox="1"/>
          <p:nvPr/>
        </p:nvSpPr>
        <p:spPr>
          <a:xfrm>
            <a:off x="2583842" y="7884572"/>
            <a:ext cx="3164400" cy="4311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2800" u="none" cap="none" strike="noStrike">
                <a:solidFill>
                  <a:srgbClr val="FFFFFF"/>
                </a:solidFill>
                <a:latin typeface="Arial"/>
                <a:ea typeface="Arial"/>
                <a:cs typeface="Arial"/>
                <a:sym typeface="Arial"/>
              </a:rPr>
              <a:t>키워드 05</a:t>
            </a:r>
            <a:endParaRPr/>
          </a:p>
        </p:txBody>
      </p:sp>
      <p:grpSp>
        <p:nvGrpSpPr>
          <p:cNvPr id="2723" name="Google Shape;2723;h29ad1a1c935308b6_7_89"/>
          <p:cNvGrpSpPr/>
          <p:nvPr/>
        </p:nvGrpSpPr>
        <p:grpSpPr>
          <a:xfrm>
            <a:off x="2415025" y="2699209"/>
            <a:ext cx="13623275" cy="1446808"/>
            <a:chOff x="0" y="-239635"/>
            <a:chExt cx="18164367" cy="1253190"/>
          </a:xfrm>
        </p:grpSpPr>
        <p:grpSp>
          <p:nvGrpSpPr>
            <p:cNvPr id="2724" name="Google Shape;2724;h29ad1a1c935308b6_7_89"/>
            <p:cNvGrpSpPr/>
            <p:nvPr/>
          </p:nvGrpSpPr>
          <p:grpSpPr>
            <a:xfrm>
              <a:off x="3996106" y="-239635"/>
              <a:ext cx="14168261" cy="1253190"/>
              <a:chOff x="0" y="-47625"/>
              <a:chExt cx="2815800" cy="249059"/>
            </a:xfrm>
          </p:grpSpPr>
          <p:sp>
            <p:nvSpPr>
              <p:cNvPr id="2725" name="Google Shape;2725;h29ad1a1c935308b6_7_89"/>
              <p:cNvSpPr/>
              <p:nvPr/>
            </p:nvSpPr>
            <p:spPr>
              <a:xfrm>
                <a:off x="0" y="0"/>
                <a:ext cx="2815747" cy="201434"/>
              </a:xfrm>
              <a:custGeom>
                <a:rect b="b" l="l" r="r" t="t"/>
                <a:pathLst>
                  <a:path extrusionOk="0" h="201434" w="2815747">
                    <a:moveTo>
                      <a:pt x="0" y="0"/>
                    </a:moveTo>
                    <a:lnTo>
                      <a:pt x="2815747" y="0"/>
                    </a:lnTo>
                    <a:lnTo>
                      <a:pt x="2815747" y="201434"/>
                    </a:lnTo>
                    <a:lnTo>
                      <a:pt x="0" y="201434"/>
                    </a:lnTo>
                    <a:close/>
                  </a:path>
                </a:pathLst>
              </a:custGeom>
              <a:solidFill>
                <a:srgbClr val="EEF6FF"/>
              </a:solidFill>
              <a:ln cap="sq" cmpd="sng" w="9525">
                <a:solidFill>
                  <a:srgbClr val="20538B"/>
                </a:solidFill>
                <a:prstDash val="solid"/>
                <a:miter lim="8000"/>
                <a:headEnd len="sm" w="sm" type="none"/>
                <a:tailEnd len="sm" w="sm" type="none"/>
              </a:ln>
            </p:spPr>
          </p:sp>
          <p:sp>
            <p:nvSpPr>
              <p:cNvPr id="2726" name="Google Shape;2726;h29ad1a1c935308b6_7_89"/>
              <p:cNvSpPr txBox="1"/>
              <p:nvPr/>
            </p:nvSpPr>
            <p:spPr>
              <a:xfrm>
                <a:off x="0" y="-47625"/>
                <a:ext cx="2815800" cy="249000"/>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727" name="Google Shape;2727;h29ad1a1c935308b6_7_89"/>
            <p:cNvGrpSpPr/>
            <p:nvPr/>
          </p:nvGrpSpPr>
          <p:grpSpPr>
            <a:xfrm>
              <a:off x="0" y="-239635"/>
              <a:ext cx="4889363" cy="1253190"/>
              <a:chOff x="0" y="-47625"/>
              <a:chExt cx="971712" cy="249059"/>
            </a:xfrm>
          </p:grpSpPr>
          <p:sp>
            <p:nvSpPr>
              <p:cNvPr id="2728" name="Google Shape;2728;h29ad1a1c935308b6_7_89"/>
              <p:cNvSpPr/>
              <p:nvPr/>
            </p:nvSpPr>
            <p:spPr>
              <a:xfrm>
                <a:off x="0" y="0"/>
                <a:ext cx="971712" cy="201434"/>
              </a:xfrm>
              <a:custGeom>
                <a:rect b="b" l="l" r="r" t="t"/>
                <a:pathLst>
                  <a:path extrusionOk="0" h="201434" w="971712">
                    <a:moveTo>
                      <a:pt x="0" y="0"/>
                    </a:moveTo>
                    <a:lnTo>
                      <a:pt x="971712" y="0"/>
                    </a:lnTo>
                    <a:lnTo>
                      <a:pt x="971712" y="201434"/>
                    </a:lnTo>
                    <a:lnTo>
                      <a:pt x="0" y="201434"/>
                    </a:lnTo>
                    <a:close/>
                  </a:path>
                </a:pathLst>
              </a:custGeom>
              <a:solidFill>
                <a:srgbClr val="94B6DA"/>
              </a:solidFill>
              <a:ln cap="sq" cmpd="sng" w="9525">
                <a:solidFill>
                  <a:srgbClr val="20538B"/>
                </a:solidFill>
                <a:prstDash val="solid"/>
                <a:miter lim="8000"/>
                <a:headEnd len="sm" w="sm" type="none"/>
                <a:tailEnd len="sm" w="sm" type="none"/>
              </a:ln>
            </p:spPr>
          </p:sp>
          <p:sp>
            <p:nvSpPr>
              <p:cNvPr id="2729" name="Google Shape;2729;h29ad1a1c935308b6_7_89"/>
              <p:cNvSpPr txBox="1"/>
              <p:nvPr/>
            </p:nvSpPr>
            <p:spPr>
              <a:xfrm>
                <a:off x="0" y="-47625"/>
                <a:ext cx="971700" cy="249000"/>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sp>
        <p:nvSpPr>
          <p:cNvPr id="2730" name="Google Shape;2730;h29ad1a1c935308b6_7_89"/>
          <p:cNvSpPr txBox="1"/>
          <p:nvPr/>
        </p:nvSpPr>
        <p:spPr>
          <a:xfrm>
            <a:off x="2583842" y="3387185"/>
            <a:ext cx="3164400" cy="4311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lang="en-US" sz="2800">
                <a:solidFill>
                  <a:srgbClr val="FFFFFF"/>
                </a:solidFill>
              </a:rPr>
              <a:t>윤경은</a:t>
            </a:r>
            <a:endParaRPr/>
          </a:p>
        </p:txBody>
      </p:sp>
      <p:sp>
        <p:nvSpPr>
          <p:cNvPr id="2731" name="Google Shape;2731;h29ad1a1c935308b6_7_89"/>
          <p:cNvSpPr txBox="1"/>
          <p:nvPr/>
        </p:nvSpPr>
        <p:spPr>
          <a:xfrm>
            <a:off x="6189950" y="3076363"/>
            <a:ext cx="9712500" cy="10527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lang="en-US" sz="1800">
                <a:solidFill>
                  <a:srgbClr val="20538B"/>
                </a:solidFill>
              </a:rPr>
              <a:t>일부 과정에 충분히 참여하지 못한 점은 아쉬웠지만, 통합 작업을 진행하며 전체 프로젝트 흐름을 이해할 수 있었습니다. 협업에서는 개별 기능 뿐 아니라 모듈 간 연결도 중요하다는 점을 배웠습니다.  </a:t>
            </a:r>
            <a:endParaRPr sz="1800">
              <a:solidFill>
                <a:srgbClr val="20538B"/>
              </a:solidFill>
            </a:endParaRPr>
          </a:p>
        </p:txBody>
      </p:sp>
      <p:grpSp>
        <p:nvGrpSpPr>
          <p:cNvPr id="2732" name="Google Shape;2732;h29ad1a1c935308b6_7_89"/>
          <p:cNvGrpSpPr/>
          <p:nvPr/>
        </p:nvGrpSpPr>
        <p:grpSpPr>
          <a:xfrm>
            <a:off x="2415025" y="4197410"/>
            <a:ext cx="13623275" cy="1446808"/>
            <a:chOff x="0" y="-239635"/>
            <a:chExt cx="18164367" cy="1253190"/>
          </a:xfrm>
        </p:grpSpPr>
        <p:grpSp>
          <p:nvGrpSpPr>
            <p:cNvPr id="2733" name="Google Shape;2733;h29ad1a1c935308b6_7_89"/>
            <p:cNvGrpSpPr/>
            <p:nvPr/>
          </p:nvGrpSpPr>
          <p:grpSpPr>
            <a:xfrm>
              <a:off x="3996106" y="-239635"/>
              <a:ext cx="14168261" cy="1253190"/>
              <a:chOff x="0" y="-47625"/>
              <a:chExt cx="2815800" cy="249059"/>
            </a:xfrm>
          </p:grpSpPr>
          <p:sp>
            <p:nvSpPr>
              <p:cNvPr id="2734" name="Google Shape;2734;h29ad1a1c935308b6_7_89"/>
              <p:cNvSpPr/>
              <p:nvPr/>
            </p:nvSpPr>
            <p:spPr>
              <a:xfrm>
                <a:off x="0" y="0"/>
                <a:ext cx="2815747" cy="201434"/>
              </a:xfrm>
              <a:custGeom>
                <a:rect b="b" l="l" r="r" t="t"/>
                <a:pathLst>
                  <a:path extrusionOk="0" h="201434" w="2815747">
                    <a:moveTo>
                      <a:pt x="0" y="0"/>
                    </a:moveTo>
                    <a:lnTo>
                      <a:pt x="2815747" y="0"/>
                    </a:lnTo>
                    <a:lnTo>
                      <a:pt x="2815747" y="201434"/>
                    </a:lnTo>
                    <a:lnTo>
                      <a:pt x="0" y="201434"/>
                    </a:lnTo>
                    <a:close/>
                  </a:path>
                </a:pathLst>
              </a:custGeom>
              <a:solidFill>
                <a:srgbClr val="EEF6FF"/>
              </a:solidFill>
              <a:ln cap="sq" cmpd="sng" w="9525">
                <a:solidFill>
                  <a:srgbClr val="20538B"/>
                </a:solidFill>
                <a:prstDash val="solid"/>
                <a:miter lim="8000"/>
                <a:headEnd len="sm" w="sm" type="none"/>
                <a:tailEnd len="sm" w="sm" type="none"/>
              </a:ln>
            </p:spPr>
          </p:sp>
          <p:sp>
            <p:nvSpPr>
              <p:cNvPr id="2735" name="Google Shape;2735;h29ad1a1c935308b6_7_89"/>
              <p:cNvSpPr txBox="1"/>
              <p:nvPr/>
            </p:nvSpPr>
            <p:spPr>
              <a:xfrm>
                <a:off x="0" y="-47625"/>
                <a:ext cx="2815800" cy="249000"/>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736" name="Google Shape;2736;h29ad1a1c935308b6_7_89"/>
            <p:cNvGrpSpPr/>
            <p:nvPr/>
          </p:nvGrpSpPr>
          <p:grpSpPr>
            <a:xfrm>
              <a:off x="0" y="-239635"/>
              <a:ext cx="4889363" cy="1253190"/>
              <a:chOff x="0" y="-47625"/>
              <a:chExt cx="971712" cy="249059"/>
            </a:xfrm>
          </p:grpSpPr>
          <p:sp>
            <p:nvSpPr>
              <p:cNvPr id="2737" name="Google Shape;2737;h29ad1a1c935308b6_7_89"/>
              <p:cNvSpPr/>
              <p:nvPr/>
            </p:nvSpPr>
            <p:spPr>
              <a:xfrm>
                <a:off x="0" y="0"/>
                <a:ext cx="971712" cy="201434"/>
              </a:xfrm>
              <a:custGeom>
                <a:rect b="b" l="l" r="r" t="t"/>
                <a:pathLst>
                  <a:path extrusionOk="0" h="201434" w="971712">
                    <a:moveTo>
                      <a:pt x="0" y="0"/>
                    </a:moveTo>
                    <a:lnTo>
                      <a:pt x="971712" y="0"/>
                    </a:lnTo>
                    <a:lnTo>
                      <a:pt x="971712" y="201434"/>
                    </a:lnTo>
                    <a:lnTo>
                      <a:pt x="0" y="201434"/>
                    </a:lnTo>
                    <a:close/>
                  </a:path>
                </a:pathLst>
              </a:custGeom>
              <a:solidFill>
                <a:srgbClr val="94B6DA"/>
              </a:solidFill>
              <a:ln cap="sq" cmpd="sng" w="9525">
                <a:solidFill>
                  <a:srgbClr val="20538B"/>
                </a:solidFill>
                <a:prstDash val="solid"/>
                <a:miter lim="8000"/>
                <a:headEnd len="sm" w="sm" type="none"/>
                <a:tailEnd len="sm" w="sm" type="none"/>
              </a:ln>
            </p:spPr>
          </p:sp>
          <p:sp>
            <p:nvSpPr>
              <p:cNvPr id="2738" name="Google Shape;2738;h29ad1a1c935308b6_7_89"/>
              <p:cNvSpPr txBox="1"/>
              <p:nvPr/>
            </p:nvSpPr>
            <p:spPr>
              <a:xfrm>
                <a:off x="0" y="-47625"/>
                <a:ext cx="971700" cy="249000"/>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sp>
        <p:nvSpPr>
          <p:cNvPr id="2739" name="Google Shape;2739;h29ad1a1c935308b6_7_89"/>
          <p:cNvSpPr txBox="1"/>
          <p:nvPr/>
        </p:nvSpPr>
        <p:spPr>
          <a:xfrm>
            <a:off x="2583855" y="4838657"/>
            <a:ext cx="3164400" cy="4311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lang="en-US" sz="2800">
                <a:solidFill>
                  <a:srgbClr val="FFFFFF"/>
                </a:solidFill>
              </a:rPr>
              <a:t>장은빈</a:t>
            </a:r>
            <a:endParaRPr/>
          </a:p>
        </p:txBody>
      </p:sp>
      <p:sp>
        <p:nvSpPr>
          <p:cNvPr id="2740" name="Google Shape;2740;h29ad1a1c935308b6_7_89"/>
          <p:cNvSpPr txBox="1"/>
          <p:nvPr/>
        </p:nvSpPr>
        <p:spPr>
          <a:xfrm>
            <a:off x="6136850" y="4721650"/>
            <a:ext cx="10250100" cy="6651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lang="en-US" sz="1800">
                <a:solidFill>
                  <a:srgbClr val="20538B"/>
                </a:solidFill>
              </a:rPr>
              <a:t>평소 지나치기 쉬운 비밀번호 찾기의 보안 취약성을 체감했습니다. 스캐너 구현이 낯설었지만 팀원들과 상의하며 취약점 분석과 협업의 중요성을 배웠습니다</a:t>
            </a:r>
            <a:endParaRPr/>
          </a:p>
        </p:txBody>
      </p:sp>
      <p:grpSp>
        <p:nvGrpSpPr>
          <p:cNvPr id="2741" name="Google Shape;2741;h29ad1a1c935308b6_7_89"/>
          <p:cNvGrpSpPr/>
          <p:nvPr/>
        </p:nvGrpSpPr>
        <p:grpSpPr>
          <a:xfrm>
            <a:off x="2415025" y="7152205"/>
            <a:ext cx="13623275" cy="1446808"/>
            <a:chOff x="0" y="-239635"/>
            <a:chExt cx="18164367" cy="1253190"/>
          </a:xfrm>
        </p:grpSpPr>
        <p:grpSp>
          <p:nvGrpSpPr>
            <p:cNvPr id="2742" name="Google Shape;2742;h29ad1a1c935308b6_7_89"/>
            <p:cNvGrpSpPr/>
            <p:nvPr/>
          </p:nvGrpSpPr>
          <p:grpSpPr>
            <a:xfrm>
              <a:off x="3996106" y="-239635"/>
              <a:ext cx="14168261" cy="1253190"/>
              <a:chOff x="0" y="-47625"/>
              <a:chExt cx="2815800" cy="249059"/>
            </a:xfrm>
          </p:grpSpPr>
          <p:sp>
            <p:nvSpPr>
              <p:cNvPr id="2743" name="Google Shape;2743;h29ad1a1c935308b6_7_89"/>
              <p:cNvSpPr/>
              <p:nvPr/>
            </p:nvSpPr>
            <p:spPr>
              <a:xfrm>
                <a:off x="0" y="0"/>
                <a:ext cx="2815747" cy="201434"/>
              </a:xfrm>
              <a:custGeom>
                <a:rect b="b" l="l" r="r" t="t"/>
                <a:pathLst>
                  <a:path extrusionOk="0" h="201434" w="2815747">
                    <a:moveTo>
                      <a:pt x="0" y="0"/>
                    </a:moveTo>
                    <a:lnTo>
                      <a:pt x="2815747" y="0"/>
                    </a:lnTo>
                    <a:lnTo>
                      <a:pt x="2815747" y="201434"/>
                    </a:lnTo>
                    <a:lnTo>
                      <a:pt x="0" y="201434"/>
                    </a:lnTo>
                    <a:close/>
                  </a:path>
                </a:pathLst>
              </a:custGeom>
              <a:solidFill>
                <a:srgbClr val="EEF6FF"/>
              </a:solidFill>
              <a:ln cap="sq" cmpd="sng" w="9525">
                <a:solidFill>
                  <a:srgbClr val="20538B"/>
                </a:solidFill>
                <a:prstDash val="solid"/>
                <a:miter lim="8000"/>
                <a:headEnd len="sm" w="sm" type="none"/>
                <a:tailEnd len="sm" w="sm" type="none"/>
              </a:ln>
            </p:spPr>
          </p:sp>
          <p:sp>
            <p:nvSpPr>
              <p:cNvPr id="2744" name="Google Shape;2744;h29ad1a1c935308b6_7_89"/>
              <p:cNvSpPr txBox="1"/>
              <p:nvPr/>
            </p:nvSpPr>
            <p:spPr>
              <a:xfrm>
                <a:off x="0" y="-47625"/>
                <a:ext cx="2815800" cy="249000"/>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745" name="Google Shape;2745;h29ad1a1c935308b6_7_89"/>
            <p:cNvGrpSpPr/>
            <p:nvPr/>
          </p:nvGrpSpPr>
          <p:grpSpPr>
            <a:xfrm>
              <a:off x="0" y="-239635"/>
              <a:ext cx="4889363" cy="1253190"/>
              <a:chOff x="0" y="-47625"/>
              <a:chExt cx="971712" cy="249059"/>
            </a:xfrm>
          </p:grpSpPr>
          <p:sp>
            <p:nvSpPr>
              <p:cNvPr id="2746" name="Google Shape;2746;h29ad1a1c935308b6_7_89"/>
              <p:cNvSpPr/>
              <p:nvPr/>
            </p:nvSpPr>
            <p:spPr>
              <a:xfrm>
                <a:off x="0" y="0"/>
                <a:ext cx="971712" cy="201434"/>
              </a:xfrm>
              <a:custGeom>
                <a:rect b="b" l="l" r="r" t="t"/>
                <a:pathLst>
                  <a:path extrusionOk="0" h="201434" w="971712">
                    <a:moveTo>
                      <a:pt x="0" y="0"/>
                    </a:moveTo>
                    <a:lnTo>
                      <a:pt x="971712" y="0"/>
                    </a:lnTo>
                    <a:lnTo>
                      <a:pt x="971712" y="201434"/>
                    </a:lnTo>
                    <a:lnTo>
                      <a:pt x="0" y="201434"/>
                    </a:lnTo>
                    <a:close/>
                  </a:path>
                </a:pathLst>
              </a:custGeom>
              <a:solidFill>
                <a:srgbClr val="94B6DA"/>
              </a:solidFill>
              <a:ln cap="sq" cmpd="sng" w="9525">
                <a:solidFill>
                  <a:srgbClr val="20538B"/>
                </a:solidFill>
                <a:prstDash val="solid"/>
                <a:miter lim="8000"/>
                <a:headEnd len="sm" w="sm" type="none"/>
                <a:tailEnd len="sm" w="sm" type="none"/>
              </a:ln>
            </p:spPr>
          </p:sp>
          <p:sp>
            <p:nvSpPr>
              <p:cNvPr id="2747" name="Google Shape;2747;h29ad1a1c935308b6_7_89"/>
              <p:cNvSpPr txBox="1"/>
              <p:nvPr/>
            </p:nvSpPr>
            <p:spPr>
              <a:xfrm>
                <a:off x="0" y="-47625"/>
                <a:ext cx="971700" cy="249000"/>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sp>
        <p:nvSpPr>
          <p:cNvPr id="2748" name="Google Shape;2748;h29ad1a1c935308b6_7_89"/>
          <p:cNvSpPr txBox="1"/>
          <p:nvPr/>
        </p:nvSpPr>
        <p:spPr>
          <a:xfrm>
            <a:off x="2583842" y="7741595"/>
            <a:ext cx="3164400" cy="4311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lang="en-US" sz="2800">
                <a:solidFill>
                  <a:srgbClr val="FFFFFF"/>
                </a:solidFill>
              </a:rPr>
              <a:t>홍용민</a:t>
            </a:r>
            <a:endParaRPr/>
          </a:p>
        </p:txBody>
      </p:sp>
      <p:sp>
        <p:nvSpPr>
          <p:cNvPr id="2749" name="Google Shape;2749;h29ad1a1c935308b6_7_89"/>
          <p:cNvSpPr txBox="1"/>
          <p:nvPr/>
        </p:nvSpPr>
        <p:spPr>
          <a:xfrm>
            <a:off x="6189950" y="7470849"/>
            <a:ext cx="9712500" cy="1052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None/>
            </a:pPr>
            <a:r>
              <a:rPr lang="en-US" sz="1800">
                <a:solidFill>
                  <a:srgbClr val="20538B"/>
                </a:solidFill>
              </a:rPr>
              <a:t>막연히 생성형 AI를 이용하면 취약점 진단을 자동화하기 쉬울 것이라 생각했는데, 고려해야할 사항이 많아 그렇지 않다는 것을 배웠습니다. 여러 플랫폼에 범용으로 사용 가능한 도구를 만들고자 하였으나, 만들어진 대상 서비스에 어느정도 종속적인 부분이 아쉬웠습니다.</a:t>
            </a:r>
            <a:endParaRPr/>
          </a:p>
        </p:txBody>
      </p:sp>
      <p:grpSp>
        <p:nvGrpSpPr>
          <p:cNvPr id="2750" name="Google Shape;2750;h29ad1a1c935308b6_7_89"/>
          <p:cNvGrpSpPr/>
          <p:nvPr/>
        </p:nvGrpSpPr>
        <p:grpSpPr>
          <a:xfrm>
            <a:off x="2415025" y="5705403"/>
            <a:ext cx="13623275" cy="1446808"/>
            <a:chOff x="0" y="-239635"/>
            <a:chExt cx="18164367" cy="1253190"/>
          </a:xfrm>
        </p:grpSpPr>
        <p:grpSp>
          <p:nvGrpSpPr>
            <p:cNvPr id="2751" name="Google Shape;2751;h29ad1a1c935308b6_7_89"/>
            <p:cNvGrpSpPr/>
            <p:nvPr/>
          </p:nvGrpSpPr>
          <p:grpSpPr>
            <a:xfrm>
              <a:off x="3996106" y="-239635"/>
              <a:ext cx="14168261" cy="1253190"/>
              <a:chOff x="0" y="-47625"/>
              <a:chExt cx="2815800" cy="249059"/>
            </a:xfrm>
          </p:grpSpPr>
          <p:sp>
            <p:nvSpPr>
              <p:cNvPr id="2752" name="Google Shape;2752;h29ad1a1c935308b6_7_89"/>
              <p:cNvSpPr/>
              <p:nvPr/>
            </p:nvSpPr>
            <p:spPr>
              <a:xfrm>
                <a:off x="0" y="0"/>
                <a:ext cx="2815747" cy="201434"/>
              </a:xfrm>
              <a:custGeom>
                <a:rect b="b" l="l" r="r" t="t"/>
                <a:pathLst>
                  <a:path extrusionOk="0" h="201434" w="2815747">
                    <a:moveTo>
                      <a:pt x="0" y="0"/>
                    </a:moveTo>
                    <a:lnTo>
                      <a:pt x="2815747" y="0"/>
                    </a:lnTo>
                    <a:lnTo>
                      <a:pt x="2815747" y="201434"/>
                    </a:lnTo>
                    <a:lnTo>
                      <a:pt x="0" y="201434"/>
                    </a:lnTo>
                    <a:close/>
                  </a:path>
                </a:pathLst>
              </a:custGeom>
              <a:solidFill>
                <a:srgbClr val="EEF6FF"/>
              </a:solidFill>
              <a:ln cap="sq" cmpd="sng" w="9525">
                <a:solidFill>
                  <a:srgbClr val="20538B"/>
                </a:solidFill>
                <a:prstDash val="solid"/>
                <a:miter lim="8000"/>
                <a:headEnd len="sm" w="sm" type="none"/>
                <a:tailEnd len="sm" w="sm" type="none"/>
              </a:ln>
            </p:spPr>
          </p:sp>
          <p:sp>
            <p:nvSpPr>
              <p:cNvPr id="2753" name="Google Shape;2753;h29ad1a1c935308b6_7_89"/>
              <p:cNvSpPr txBox="1"/>
              <p:nvPr/>
            </p:nvSpPr>
            <p:spPr>
              <a:xfrm>
                <a:off x="0" y="-47625"/>
                <a:ext cx="2815800" cy="249000"/>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754" name="Google Shape;2754;h29ad1a1c935308b6_7_89"/>
            <p:cNvGrpSpPr/>
            <p:nvPr/>
          </p:nvGrpSpPr>
          <p:grpSpPr>
            <a:xfrm>
              <a:off x="0" y="-239635"/>
              <a:ext cx="4889363" cy="1253190"/>
              <a:chOff x="0" y="-47625"/>
              <a:chExt cx="971712" cy="249059"/>
            </a:xfrm>
          </p:grpSpPr>
          <p:sp>
            <p:nvSpPr>
              <p:cNvPr id="2755" name="Google Shape;2755;h29ad1a1c935308b6_7_89"/>
              <p:cNvSpPr/>
              <p:nvPr/>
            </p:nvSpPr>
            <p:spPr>
              <a:xfrm>
                <a:off x="0" y="0"/>
                <a:ext cx="971712" cy="201434"/>
              </a:xfrm>
              <a:custGeom>
                <a:rect b="b" l="l" r="r" t="t"/>
                <a:pathLst>
                  <a:path extrusionOk="0" h="201434" w="971712">
                    <a:moveTo>
                      <a:pt x="0" y="0"/>
                    </a:moveTo>
                    <a:lnTo>
                      <a:pt x="971712" y="0"/>
                    </a:lnTo>
                    <a:lnTo>
                      <a:pt x="971712" y="201434"/>
                    </a:lnTo>
                    <a:lnTo>
                      <a:pt x="0" y="201434"/>
                    </a:lnTo>
                    <a:close/>
                  </a:path>
                </a:pathLst>
              </a:custGeom>
              <a:solidFill>
                <a:srgbClr val="94B6DA"/>
              </a:solidFill>
              <a:ln cap="sq" cmpd="sng" w="9525">
                <a:solidFill>
                  <a:srgbClr val="20538B"/>
                </a:solidFill>
                <a:prstDash val="solid"/>
                <a:miter lim="8000"/>
                <a:headEnd len="sm" w="sm" type="none"/>
                <a:tailEnd len="sm" w="sm" type="none"/>
              </a:ln>
            </p:spPr>
          </p:sp>
          <p:sp>
            <p:nvSpPr>
              <p:cNvPr id="2756" name="Google Shape;2756;h29ad1a1c935308b6_7_89"/>
              <p:cNvSpPr txBox="1"/>
              <p:nvPr/>
            </p:nvSpPr>
            <p:spPr>
              <a:xfrm>
                <a:off x="0" y="-47625"/>
                <a:ext cx="971700" cy="249000"/>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sp>
        <p:nvSpPr>
          <p:cNvPr id="2757" name="Google Shape;2757;h29ad1a1c935308b6_7_89"/>
          <p:cNvSpPr txBox="1"/>
          <p:nvPr/>
        </p:nvSpPr>
        <p:spPr>
          <a:xfrm>
            <a:off x="2583842" y="6290119"/>
            <a:ext cx="3164400" cy="4311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lang="en-US" sz="2800">
                <a:solidFill>
                  <a:srgbClr val="FFFFFF"/>
                </a:solidFill>
              </a:rPr>
              <a:t>최재용</a:t>
            </a:r>
            <a:endParaRPr/>
          </a:p>
        </p:txBody>
      </p:sp>
      <p:sp>
        <p:nvSpPr>
          <p:cNvPr id="2758" name="Google Shape;2758;h29ad1a1c935308b6_7_89"/>
          <p:cNvSpPr txBox="1"/>
          <p:nvPr/>
        </p:nvSpPr>
        <p:spPr>
          <a:xfrm>
            <a:off x="6136850" y="6173125"/>
            <a:ext cx="9818700" cy="6651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lang="en-US" sz="1800">
                <a:solidFill>
                  <a:srgbClr val="20538B"/>
                </a:solidFill>
              </a:rPr>
              <a:t>안내서에 관련 법규가 없는 기준(101개 중 28개)은 조문을 비워 두어 해당 기준에 걸린 취약점은 </a:t>
            </a:r>
            <a:endParaRPr sz="1800">
              <a:solidFill>
                <a:srgbClr val="20538B"/>
              </a:solidFill>
            </a:endParaRPr>
          </a:p>
          <a:p>
            <a:pPr indent="0" lvl="0" marL="0" marR="0" rtl="0" algn="l">
              <a:lnSpc>
                <a:spcPct val="140000"/>
              </a:lnSpc>
              <a:spcBef>
                <a:spcPts val="0"/>
              </a:spcBef>
              <a:spcAft>
                <a:spcPts val="0"/>
              </a:spcAft>
              <a:buNone/>
            </a:pPr>
            <a:r>
              <a:rPr lang="en-US" sz="1800">
                <a:solidFill>
                  <a:srgbClr val="20538B"/>
                </a:solidFill>
              </a:rPr>
              <a:t>법 조문 없이 사람이 직접 보완해야 함</a:t>
            </a:r>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2" name="Shape 2762"/>
        <p:cNvGrpSpPr/>
        <p:nvPr/>
      </p:nvGrpSpPr>
      <p:grpSpPr>
        <a:xfrm>
          <a:off x="0" y="0"/>
          <a:ext cx="0" cy="0"/>
          <a:chOff x="0" y="0"/>
          <a:chExt cx="0" cy="0"/>
        </a:xfrm>
      </p:grpSpPr>
      <p:grpSp>
        <p:nvGrpSpPr>
          <p:cNvPr id="2763" name="Google Shape;2763;h32a9095667746e33_6_633"/>
          <p:cNvGrpSpPr/>
          <p:nvPr/>
        </p:nvGrpSpPr>
        <p:grpSpPr>
          <a:xfrm>
            <a:off x="-1081199" y="3274283"/>
            <a:ext cx="20615733" cy="7012716"/>
            <a:chOff x="-99239" y="-86"/>
            <a:chExt cx="27487644" cy="9350288"/>
          </a:xfrm>
        </p:grpSpPr>
        <p:grpSp>
          <p:nvGrpSpPr>
            <p:cNvPr id="2764" name="Google Shape;2764;h32a9095667746e33_6_633"/>
            <p:cNvGrpSpPr/>
            <p:nvPr/>
          </p:nvGrpSpPr>
          <p:grpSpPr>
            <a:xfrm rot="-5400000">
              <a:off x="11107617" y="-11206942"/>
              <a:ext cx="4770761" cy="27184472"/>
              <a:chOff x="0" y="-38100"/>
              <a:chExt cx="1831597" cy="10436700"/>
            </a:xfrm>
          </p:grpSpPr>
          <p:sp>
            <p:nvSpPr>
              <p:cNvPr id="2765" name="Google Shape;2765;h32a9095667746e33_6_633"/>
              <p:cNvSpPr/>
              <p:nvPr/>
            </p:nvSpPr>
            <p:spPr>
              <a:xfrm>
                <a:off x="0" y="0"/>
                <a:ext cx="1831597" cy="10398600"/>
              </a:xfrm>
              <a:custGeom>
                <a:rect b="b" l="l" r="r" t="t"/>
                <a:pathLst>
                  <a:path extrusionOk="0" h="10398600" w="1831597">
                    <a:moveTo>
                      <a:pt x="0" y="0"/>
                    </a:moveTo>
                    <a:lnTo>
                      <a:pt x="1831597" y="0"/>
                    </a:lnTo>
                    <a:lnTo>
                      <a:pt x="1831597" y="10398600"/>
                    </a:lnTo>
                    <a:lnTo>
                      <a:pt x="0" y="10398600"/>
                    </a:lnTo>
                    <a:close/>
                  </a:path>
                </a:pathLst>
              </a:custGeom>
              <a:solidFill>
                <a:srgbClr val="CBDDEF"/>
              </a:solidFill>
              <a:ln>
                <a:noFill/>
              </a:ln>
            </p:spPr>
          </p:sp>
          <p:sp>
            <p:nvSpPr>
              <p:cNvPr id="2766" name="Google Shape;2766;h32a9095667746e33_6_633"/>
              <p:cNvSpPr txBox="1"/>
              <p:nvPr/>
            </p:nvSpPr>
            <p:spPr>
              <a:xfrm>
                <a:off x="0" y="-38100"/>
                <a:ext cx="1831500" cy="10436700"/>
              </a:xfrm>
              <a:prstGeom prst="rect">
                <a:avLst/>
              </a:prstGeom>
              <a:noFill/>
              <a:ln>
                <a:noFill/>
              </a:ln>
            </p:spPr>
            <p:txBody>
              <a:bodyPr anchorCtr="0" anchor="ctr" bIns="27000" lIns="27000" spcFirstLastPara="1" rIns="27000" wrap="square" tIns="27000">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767" name="Google Shape;2767;h32a9095667746e33_6_633"/>
            <p:cNvGrpSpPr/>
            <p:nvPr/>
          </p:nvGrpSpPr>
          <p:grpSpPr>
            <a:xfrm rot="-5400000">
              <a:off x="11637133" y="-6401070"/>
              <a:ext cx="4579844" cy="26922700"/>
              <a:chOff x="0" y="-38100"/>
              <a:chExt cx="1758300" cy="10336200"/>
            </a:xfrm>
          </p:grpSpPr>
          <p:sp>
            <p:nvSpPr>
              <p:cNvPr id="2768" name="Google Shape;2768;h32a9095667746e33_6_633"/>
              <p:cNvSpPr/>
              <p:nvPr/>
            </p:nvSpPr>
            <p:spPr>
              <a:xfrm>
                <a:off x="0" y="0"/>
                <a:ext cx="1758210" cy="10298040"/>
              </a:xfrm>
              <a:custGeom>
                <a:rect b="b" l="l" r="r" t="t"/>
                <a:pathLst>
                  <a:path extrusionOk="0" h="10298040" w="1758210">
                    <a:moveTo>
                      <a:pt x="0" y="0"/>
                    </a:moveTo>
                    <a:lnTo>
                      <a:pt x="1758210" y="0"/>
                    </a:lnTo>
                    <a:lnTo>
                      <a:pt x="1758210" y="10298040"/>
                    </a:lnTo>
                    <a:lnTo>
                      <a:pt x="0" y="10298040"/>
                    </a:lnTo>
                    <a:close/>
                  </a:path>
                </a:pathLst>
              </a:custGeom>
              <a:solidFill>
                <a:srgbClr val="94B6DA"/>
              </a:solidFill>
              <a:ln>
                <a:noFill/>
              </a:ln>
            </p:spPr>
          </p:sp>
          <p:sp>
            <p:nvSpPr>
              <p:cNvPr id="2769" name="Google Shape;2769;h32a9095667746e33_6_633"/>
              <p:cNvSpPr txBox="1"/>
              <p:nvPr/>
            </p:nvSpPr>
            <p:spPr>
              <a:xfrm>
                <a:off x="0" y="-38100"/>
                <a:ext cx="1758300" cy="10336200"/>
              </a:xfrm>
              <a:prstGeom prst="rect">
                <a:avLst/>
              </a:prstGeom>
              <a:noFill/>
              <a:ln>
                <a:noFill/>
              </a:ln>
            </p:spPr>
            <p:txBody>
              <a:bodyPr anchorCtr="0" anchor="ctr" bIns="27000" lIns="27000" spcFirstLastPara="1" rIns="27000" wrap="square" tIns="27000">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grpSp>
        <p:nvGrpSpPr>
          <p:cNvPr id="2770" name="Google Shape;2770;h32a9095667746e33_6_633"/>
          <p:cNvGrpSpPr/>
          <p:nvPr/>
        </p:nvGrpSpPr>
        <p:grpSpPr>
          <a:xfrm>
            <a:off x="731085" y="622850"/>
            <a:ext cx="16825838" cy="9050174"/>
            <a:chOff x="0" y="-108814"/>
            <a:chExt cx="22434451" cy="12066898"/>
          </a:xfrm>
        </p:grpSpPr>
        <p:grpSp>
          <p:nvGrpSpPr>
            <p:cNvPr id="2771" name="Google Shape;2771;h32a9095667746e33_6_633"/>
            <p:cNvGrpSpPr/>
            <p:nvPr/>
          </p:nvGrpSpPr>
          <p:grpSpPr>
            <a:xfrm>
              <a:off x="26537" y="10214891"/>
              <a:ext cx="22386840" cy="1743193"/>
              <a:chOff x="0" y="-47625"/>
              <a:chExt cx="9809754" cy="763855"/>
            </a:xfrm>
          </p:grpSpPr>
          <p:sp>
            <p:nvSpPr>
              <p:cNvPr id="2772" name="Google Shape;2772;h32a9095667746e33_6_633"/>
              <p:cNvSpPr/>
              <p:nvPr/>
            </p:nvSpPr>
            <p:spPr>
              <a:xfrm>
                <a:off x="0" y="0"/>
                <a:ext cx="9809754" cy="716230"/>
              </a:xfrm>
              <a:custGeom>
                <a:rect b="b" l="l" r="r" t="t"/>
                <a:pathLst>
                  <a:path extrusionOk="0" h="716230" w="9809754">
                    <a:moveTo>
                      <a:pt x="0" y="0"/>
                    </a:moveTo>
                    <a:lnTo>
                      <a:pt x="9809754" y="0"/>
                    </a:lnTo>
                    <a:lnTo>
                      <a:pt x="9809754" y="716230"/>
                    </a:lnTo>
                    <a:lnTo>
                      <a:pt x="0" y="716230"/>
                    </a:lnTo>
                    <a:close/>
                  </a:path>
                </a:pathLst>
              </a:custGeom>
              <a:solidFill>
                <a:srgbClr val="20538B"/>
              </a:solidFill>
              <a:ln cap="sq" cmpd="sng" w="38100">
                <a:solidFill>
                  <a:srgbClr val="20538B"/>
                </a:solidFill>
                <a:prstDash val="solid"/>
                <a:miter lim="8000"/>
                <a:headEnd len="sm" w="sm" type="none"/>
                <a:tailEnd len="sm" w="sm" type="none"/>
              </a:ln>
            </p:spPr>
          </p:sp>
          <p:sp>
            <p:nvSpPr>
              <p:cNvPr id="2773" name="Google Shape;2773;h32a9095667746e33_6_633"/>
              <p:cNvSpPr txBox="1"/>
              <p:nvPr/>
            </p:nvSpPr>
            <p:spPr>
              <a:xfrm>
                <a:off x="0" y="-47625"/>
                <a:ext cx="9809700" cy="763800"/>
              </a:xfrm>
              <a:prstGeom prst="rect">
                <a:avLst/>
              </a:prstGeom>
              <a:noFill/>
              <a:ln>
                <a:noFill/>
              </a:ln>
            </p:spPr>
            <p:txBody>
              <a:bodyPr anchorCtr="0" anchor="ctr" bIns="50800" lIns="50800" spcFirstLastPara="1" rIns="50800" wrap="square" tIns="50800">
                <a:noAutofit/>
              </a:bodyPr>
              <a:lstStyle/>
              <a:p>
                <a:pPr indent="0" lvl="0" marL="0" marR="0" rtl="0" algn="ctr">
                  <a:lnSpc>
                    <a:spcPct val="175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774" name="Google Shape;2774;h32a9095667746e33_6_633"/>
            <p:cNvGrpSpPr/>
            <p:nvPr/>
          </p:nvGrpSpPr>
          <p:grpSpPr>
            <a:xfrm>
              <a:off x="0" y="-108814"/>
              <a:ext cx="22434451" cy="11946166"/>
              <a:chOff x="0" y="-47625"/>
              <a:chExt cx="9819000" cy="5228539"/>
            </a:xfrm>
          </p:grpSpPr>
          <p:sp>
            <p:nvSpPr>
              <p:cNvPr id="2775" name="Google Shape;2775;h32a9095667746e33_6_633"/>
              <p:cNvSpPr/>
              <p:nvPr/>
            </p:nvSpPr>
            <p:spPr>
              <a:xfrm>
                <a:off x="0" y="0"/>
                <a:ext cx="9818922" cy="5180914"/>
              </a:xfrm>
              <a:custGeom>
                <a:rect b="b" l="l" r="r" t="t"/>
                <a:pathLst>
                  <a:path extrusionOk="0" h="5180914" w="9818922">
                    <a:moveTo>
                      <a:pt x="0" y="0"/>
                    </a:moveTo>
                    <a:lnTo>
                      <a:pt x="9818922" y="0"/>
                    </a:lnTo>
                    <a:lnTo>
                      <a:pt x="9818922" y="5180914"/>
                    </a:lnTo>
                    <a:lnTo>
                      <a:pt x="0" y="5180914"/>
                    </a:lnTo>
                    <a:close/>
                  </a:path>
                </a:pathLst>
              </a:custGeom>
              <a:solidFill>
                <a:srgbClr val="FFFFFF"/>
              </a:solidFill>
              <a:ln cap="sq" cmpd="sng" w="38100">
                <a:solidFill>
                  <a:srgbClr val="20538B"/>
                </a:solidFill>
                <a:prstDash val="solid"/>
                <a:miter lim="8000"/>
                <a:headEnd len="sm" w="sm" type="none"/>
                <a:tailEnd len="sm" w="sm" type="none"/>
              </a:ln>
            </p:spPr>
          </p:sp>
          <p:sp>
            <p:nvSpPr>
              <p:cNvPr id="2776" name="Google Shape;2776;h32a9095667746e33_6_633"/>
              <p:cNvSpPr txBox="1"/>
              <p:nvPr/>
            </p:nvSpPr>
            <p:spPr>
              <a:xfrm>
                <a:off x="0" y="-47625"/>
                <a:ext cx="9819000" cy="5228400"/>
              </a:xfrm>
              <a:prstGeom prst="rect">
                <a:avLst/>
              </a:prstGeom>
              <a:noFill/>
              <a:ln>
                <a:noFill/>
              </a:ln>
            </p:spPr>
            <p:txBody>
              <a:bodyPr anchorCtr="0" anchor="ctr" bIns="50800" lIns="50800" spcFirstLastPara="1" rIns="50800" wrap="square" tIns="50800">
                <a:noAutofit/>
              </a:bodyPr>
              <a:lstStyle/>
              <a:p>
                <a:pPr indent="0" lvl="0" marL="0" marR="0" rtl="0" algn="ctr">
                  <a:lnSpc>
                    <a:spcPct val="175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sp>
        <p:nvSpPr>
          <p:cNvPr id="2777" name="Google Shape;2777;h32a9095667746e33_6_633"/>
          <p:cNvSpPr/>
          <p:nvPr/>
        </p:nvSpPr>
        <p:spPr>
          <a:xfrm>
            <a:off x="15531691" y="160918"/>
            <a:ext cx="996214" cy="1021758"/>
          </a:xfrm>
          <a:custGeom>
            <a:rect b="b" l="l" r="r" t="t"/>
            <a:pathLst>
              <a:path extrusionOk="0" h="1021758" w="996214">
                <a:moveTo>
                  <a:pt x="0" y="0"/>
                </a:moveTo>
                <a:lnTo>
                  <a:pt x="996214" y="0"/>
                </a:lnTo>
                <a:lnTo>
                  <a:pt x="996214" y="1021758"/>
                </a:lnTo>
                <a:lnTo>
                  <a:pt x="0" y="1021758"/>
                </a:lnTo>
                <a:lnTo>
                  <a:pt x="0" y="0"/>
                </a:lnTo>
                <a:close/>
              </a:path>
            </a:pathLst>
          </a:custGeom>
          <a:blipFill rotWithShape="1">
            <a:blip r:embed="rId3">
              <a:alphaModFix/>
            </a:blip>
            <a:stretch>
              <a:fillRect b="0" l="0" r="0" t="0"/>
            </a:stretch>
          </a:blipFill>
          <a:ln>
            <a:noFill/>
          </a:ln>
        </p:spPr>
      </p:sp>
      <p:sp>
        <p:nvSpPr>
          <p:cNvPr id="2778" name="Google Shape;2778;h32a9095667746e33_6_633"/>
          <p:cNvSpPr txBox="1"/>
          <p:nvPr/>
        </p:nvSpPr>
        <p:spPr>
          <a:xfrm>
            <a:off x="6431725" y="3851361"/>
            <a:ext cx="5663700" cy="12315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8000" u="none" cap="none" strike="noStrike">
                <a:solidFill>
                  <a:srgbClr val="20538B"/>
                </a:solidFill>
                <a:latin typeface="Arial"/>
                <a:ea typeface="Arial"/>
                <a:cs typeface="Arial"/>
                <a:sym typeface="Arial"/>
              </a:rPr>
              <a:t>감사합니다</a:t>
            </a:r>
            <a:endParaRPr/>
          </a:p>
        </p:txBody>
      </p:sp>
      <p:sp>
        <p:nvSpPr>
          <p:cNvPr id="2779" name="Google Shape;2779;h32a9095667746e33_6_633"/>
          <p:cNvSpPr txBox="1"/>
          <p:nvPr/>
        </p:nvSpPr>
        <p:spPr>
          <a:xfrm>
            <a:off x="6893792" y="5086435"/>
            <a:ext cx="4739700" cy="1059300"/>
          </a:xfrm>
          <a:prstGeom prst="rect">
            <a:avLst/>
          </a:prstGeom>
          <a:noFill/>
          <a:ln>
            <a:noFill/>
          </a:ln>
        </p:spPr>
        <p:txBody>
          <a:bodyPr anchorCtr="0" anchor="t" bIns="0" lIns="0" spcFirstLastPara="1" rIns="0" wrap="square" tIns="0">
            <a:spAutoFit/>
          </a:bodyPr>
          <a:lstStyle/>
          <a:p>
            <a:pPr indent="0" lvl="0" marL="0" marR="0" rtl="0" algn="ctr">
              <a:lnSpc>
                <a:spcPct val="140008"/>
              </a:lnSpc>
              <a:spcBef>
                <a:spcPts val="0"/>
              </a:spcBef>
              <a:spcAft>
                <a:spcPts val="0"/>
              </a:spcAft>
              <a:buNone/>
            </a:pPr>
            <a:r>
              <a:rPr b="1" i="0" lang="en-US" sz="6881" u="none" cap="none" strike="noStrike">
                <a:solidFill>
                  <a:srgbClr val="CBDDEF"/>
                </a:solidFill>
                <a:latin typeface="Arial"/>
                <a:ea typeface="Arial"/>
                <a:cs typeface="Arial"/>
                <a:sym typeface="Arial"/>
              </a:rPr>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